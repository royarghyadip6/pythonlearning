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7" r:id="rId4"/>
    <p:sldMasterId id="2147484073" r:id="rId5"/>
    <p:sldMasterId id="2147484094" r:id="rId6"/>
  </p:sldMasterIdLst>
  <p:notesMasterIdLst>
    <p:notesMasterId r:id="rId28"/>
  </p:notesMasterIdLst>
  <p:handoutMasterIdLst>
    <p:handoutMasterId r:id="rId29"/>
  </p:handoutMasterIdLst>
  <p:sldIdLst>
    <p:sldId id="2142533330" r:id="rId7"/>
    <p:sldId id="2142533371" r:id="rId8"/>
    <p:sldId id="2142533370" r:id="rId9"/>
    <p:sldId id="2142533372" r:id="rId10"/>
    <p:sldId id="2142533375" r:id="rId11"/>
    <p:sldId id="2142533374" r:id="rId12"/>
    <p:sldId id="2142533376" r:id="rId13"/>
    <p:sldId id="2142533380" r:id="rId14"/>
    <p:sldId id="2142533377" r:id="rId15"/>
    <p:sldId id="2142533387" r:id="rId16"/>
    <p:sldId id="2142533378" r:id="rId17"/>
    <p:sldId id="2142533379" r:id="rId18"/>
    <p:sldId id="2142533381" r:id="rId19"/>
    <p:sldId id="2142533382" r:id="rId20"/>
    <p:sldId id="2142533384" r:id="rId21"/>
    <p:sldId id="2142533385" r:id="rId22"/>
    <p:sldId id="2142533386" r:id="rId23"/>
    <p:sldId id="2142533369" r:id="rId24"/>
    <p:sldId id="2142533389" r:id="rId25"/>
    <p:sldId id="2142533390" r:id="rId26"/>
    <p:sldId id="2142533388" r:id="rId27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file" id="{A74C256E-0BA1-43B1-8E0B-027BD8EB4563}">
          <p14:sldIdLst>
            <p14:sldId id="2142533330"/>
            <p14:sldId id="2142533371"/>
            <p14:sldId id="2142533370"/>
            <p14:sldId id="2142533372"/>
            <p14:sldId id="2142533375"/>
            <p14:sldId id="2142533374"/>
            <p14:sldId id="2142533376"/>
            <p14:sldId id="2142533380"/>
            <p14:sldId id="2142533377"/>
            <p14:sldId id="2142533387"/>
            <p14:sldId id="2142533378"/>
            <p14:sldId id="2142533379"/>
            <p14:sldId id="2142533381"/>
            <p14:sldId id="2142533382"/>
            <p14:sldId id="2142533384"/>
            <p14:sldId id="2142533385"/>
            <p14:sldId id="2142533386"/>
            <p14:sldId id="2142533369"/>
            <p14:sldId id="2142533389"/>
            <p14:sldId id="2142533390"/>
            <p14:sldId id="2142533388"/>
          </p14:sldIdLst>
        </p14:section>
      </p14:sectionLst>
    </p:ext>
    <p:ext uri="{EFAFB233-063F-42B5-8137-9DF3F51BA10A}">
      <p15:sldGuideLst xmlns:p15="http://schemas.microsoft.com/office/powerpoint/2012/main">
        <p15:guide id="4" pos="2880">
          <p15:clr>
            <a:srgbClr val="A4A3A4"/>
          </p15:clr>
        </p15:guide>
        <p15:guide id="5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uva  Pardesi" initials="AP" lastIdx="11" clrIdx="0">
    <p:extLst>
      <p:ext uri="{19B8F6BF-5375-455C-9EA6-DF929625EA0E}">
        <p15:presenceInfo xmlns:p15="http://schemas.microsoft.com/office/powerpoint/2012/main" userId="S-1-5-21-1801674531-1177238915-682003330-2129570" providerId="AD"/>
      </p:ext>
    </p:extLst>
  </p:cmAuthor>
  <p:cmAuthor id="2" name="Peshaan Khajotia" initials="PK" lastIdx="53" clrIdx="1">
    <p:extLst>
      <p:ext uri="{19B8F6BF-5375-455C-9EA6-DF929625EA0E}">
        <p15:presenceInfo xmlns:p15="http://schemas.microsoft.com/office/powerpoint/2012/main" userId="S-1-5-21-1801674531-1177238915-682003330-2221805" providerId="AD"/>
      </p:ext>
    </p:extLst>
  </p:cmAuthor>
  <p:cmAuthor id="3" name="Ramesh Srinivasan" initials="RS" lastIdx="1" clrIdx="2">
    <p:extLst>
      <p:ext uri="{19B8F6BF-5375-455C-9EA6-DF929625EA0E}">
        <p15:presenceInfo xmlns:p15="http://schemas.microsoft.com/office/powerpoint/2012/main" userId="S::370571@TCS.com::c39110c5-8e1b-4e49-b3ef-0ea75f0e4b69" providerId="AD"/>
      </p:ext>
    </p:extLst>
  </p:cmAuthor>
  <p:cmAuthor id="4" name="Munish Khanna" initials="MK" lastIdx="1" clrIdx="3">
    <p:extLst>
      <p:ext uri="{19B8F6BF-5375-455C-9EA6-DF929625EA0E}">
        <p15:presenceInfo xmlns:p15="http://schemas.microsoft.com/office/powerpoint/2012/main" userId="S::1331788@TCS.com::0296e620-f20e-44e7-b8be-b010e851608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E41165"/>
    <a:srgbClr val="BE0046"/>
    <a:srgbClr val="FFE600"/>
    <a:srgbClr val="EB5000"/>
    <a:srgbClr val="4D2F9E"/>
    <a:srgbClr val="007DC5"/>
    <a:srgbClr val="64E6E1"/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E4DE2F-8F06-530E-079A-51C52B0F0274}" v="6" dt="2025-11-12T06:37:13.330"/>
  </p1510:revLst>
</p1510:revInfo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10"/>
    <p:restoredTop sz="94677"/>
  </p:normalViewPr>
  <p:slideViewPr>
    <p:cSldViewPr snapToGrid="0">
      <p:cViewPr varScale="1">
        <p:scale>
          <a:sx n="149" d="100"/>
          <a:sy n="149" d="100"/>
        </p:scale>
        <p:origin x="184" y="656"/>
      </p:cViewPr>
      <p:guideLst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notesMaster" Target="notesMasters/notesMaster1.xml"/><Relationship Id="rId36" Type="http://schemas.microsoft.com/office/2015/10/relationships/revisionInfo" Target="revisionInfo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k Ahmed Razha Khan" userId="S::2566286@tcs.com::2e14843e-875e-4d8f-95fa-af12f10f433e" providerId="AD" clId="Web-{F2E4DE2F-8F06-530E-079A-51C52B0F0274}"/>
    <pc:docChg chg="modSld">
      <pc:chgData name="Shaik Ahmed Razha Khan" userId="S::2566286@tcs.com::2e14843e-875e-4d8f-95fa-af12f10f433e" providerId="AD" clId="Web-{F2E4DE2F-8F06-530E-079A-51C52B0F0274}" dt="2025-11-12T06:37:13.330" v="5" actId="20577"/>
      <pc:docMkLst>
        <pc:docMk/>
      </pc:docMkLst>
      <pc:sldChg chg="modSp">
        <pc:chgData name="Shaik Ahmed Razha Khan" userId="S::2566286@tcs.com::2e14843e-875e-4d8f-95fa-af12f10f433e" providerId="AD" clId="Web-{F2E4DE2F-8F06-530E-079A-51C52B0F0274}" dt="2025-11-12T06:37:13.330" v="5" actId="20577"/>
        <pc:sldMkLst>
          <pc:docMk/>
          <pc:sldMk cId="4174180400" sldId="2142533376"/>
        </pc:sldMkLst>
        <pc:spChg chg="mod">
          <ac:chgData name="Shaik Ahmed Razha Khan" userId="S::2566286@tcs.com::2e14843e-875e-4d8f-95fa-af12f10f433e" providerId="AD" clId="Web-{F2E4DE2F-8F06-530E-079A-51C52B0F0274}" dt="2025-11-12T06:37:13.330" v="5" actId="20577"/>
          <ac:spMkLst>
            <pc:docMk/>
            <pc:sldMk cId="4174180400" sldId="2142533376"/>
            <ac:spMk id="11" creationId="{1CABB5E3-4A8E-317E-29B7-73ABE7A00D2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D6E581-5FB9-423A-846D-A955E43F1AA1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4B16E-D317-4731-B361-9197425E46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71064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36ACDD-C55B-4FC4-89E7-E9F98F22F217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D4190E-9D7B-4847-98AB-991B2B4274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0081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C6B76AE-EDEC-4417-B5DA-F48574E374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990" y="107913"/>
            <a:ext cx="7886195" cy="5530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08266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AFBCA571-01A8-4E95-9C00-697199307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90" y="107913"/>
            <a:ext cx="7886195" cy="553027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8A8E08-2CD7-43E6-9FC9-C351E78469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461" y="839933"/>
            <a:ext cx="7886195" cy="326303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0495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 Title o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405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067320D5-0CB9-41B6-9354-2210D73526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8914" y="1915591"/>
            <a:ext cx="3172557" cy="232756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</a:lstStyle>
          <a:p>
            <a:pPr marL="5776" lvl="0" algn="l" defTabSz="415844" rtl="0" eaLnBrk="1" latinLnBrk="0" hangingPunct="1">
              <a:lnSpc>
                <a:spcPct val="100000"/>
              </a:lnSpc>
              <a:spcBef>
                <a:spcPts val="61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15" name="Title 7">
            <a:extLst>
              <a:ext uri="{FF2B5EF4-FFF2-40B4-BE49-F238E27FC236}">
                <a16:creationId xmlns:a16="http://schemas.microsoft.com/office/drawing/2014/main" id="{FBE3EFBB-7988-499E-9325-CFE1D1FBB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94" y="1200150"/>
            <a:ext cx="3659131" cy="750847"/>
          </a:xfrm>
        </p:spPr>
        <p:txBody>
          <a:bodyPr vert="horz" wrap="square" lIns="0" tIns="12065" rIns="0" bIns="0" rtlCol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95762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067320D5-0CB9-41B6-9354-2210D73526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8914" y="2123094"/>
            <a:ext cx="3641515" cy="26353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</a:lstStyle>
          <a:p>
            <a:pPr marL="5776" lvl="0" algn="l" defTabSz="415844" rtl="0" eaLnBrk="1" latinLnBrk="0" hangingPunct="1">
              <a:lnSpc>
                <a:spcPct val="100000"/>
              </a:lnSpc>
              <a:spcBef>
                <a:spcPts val="61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15" name="Title 7">
            <a:extLst>
              <a:ext uri="{FF2B5EF4-FFF2-40B4-BE49-F238E27FC236}">
                <a16:creationId xmlns:a16="http://schemas.microsoft.com/office/drawing/2014/main" id="{FBE3EFBB-7988-499E-9325-CFE1D1FBB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94" y="1408014"/>
            <a:ext cx="3641515" cy="344582"/>
          </a:xfrm>
        </p:spPr>
        <p:txBody>
          <a:bodyPr vert="horz" wrap="square" lIns="0" tIns="12065" rIns="0" bIns="0" rtlCol="0">
            <a:spAutoFit/>
          </a:bodyPr>
          <a:lstStyle>
            <a:lvl1pPr>
              <a:defRPr lang="en-US" dirty="0"/>
            </a:lvl1pPr>
          </a:lstStyle>
          <a:p>
            <a:pPr lvl="0">
              <a:lnSpc>
                <a:spcPct val="9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E1867B1-C237-466F-A66F-173C2D73457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7197" y="3204315"/>
            <a:ext cx="1498697" cy="186590"/>
          </a:xfrm>
        </p:spPr>
        <p:txBody>
          <a:bodyPr wrap="none" anchor="ctr" anchorCtr="0">
            <a:noAutofit/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984227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81" y="45555"/>
            <a:ext cx="8552914" cy="481985"/>
          </a:xfrm>
        </p:spPr>
        <p:txBody>
          <a:bodyPr vert="horz" wrap="square" lIns="68580" tIns="34290" rIns="68580" bIns="3429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6632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22FEB-3055-4EEF-8308-52A91225F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205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ck">
    <p:bg>
      <p:bgPr>
        <a:solidFill>
          <a:srgbClr val="16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4C4E9-31D3-4745-A4A1-42769EE3C6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C1C9653-78A1-4ED8-B343-F2644C70A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81" y="45555"/>
            <a:ext cx="8552914" cy="48198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914842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a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216480-034A-423A-8D30-C1D6DD9DFE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809FE58-5AB7-4231-9D4C-A2A7DF42E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7686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31EC3-68B0-4B85-BB25-B12F696EE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783D57-F321-4887-B3C6-243A3C3A73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996F21-D688-428F-AA22-5779F5499E96}" type="slidenum">
              <a:rPr lang="pt-BR" smtClean="0"/>
              <a:t>‹#›</a:t>
            </a:fld>
            <a:endParaRPr lang="pt-BR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F066A5-406D-4D32-ABDF-B65B8789AB4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8650" y="650875"/>
            <a:ext cx="7886700" cy="4057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2257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4C4E9-31D3-4745-A4A1-42769EE3C6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860032" y="4894419"/>
            <a:ext cx="2036068" cy="167640"/>
          </a:xfrm>
        </p:spPr>
        <p:txBody>
          <a:bodyPr wrap="none">
            <a:noAutofit/>
          </a:bodyPr>
          <a:lstStyle>
            <a:lvl1pPr marL="0" indent="0" algn="ctr">
              <a:buNone/>
              <a:defRPr sz="8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Information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7515523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7" name="Group 346"/>
          <p:cNvGrpSpPr/>
          <p:nvPr userDrawn="1"/>
        </p:nvGrpSpPr>
        <p:grpSpPr>
          <a:xfrm>
            <a:off x="4054936" y="0"/>
            <a:ext cx="5097875" cy="5143500"/>
            <a:chOff x="4054936" y="0"/>
            <a:chExt cx="5097875" cy="5143500"/>
          </a:xfrm>
        </p:grpSpPr>
        <p:sp>
          <p:nvSpPr>
            <p:cNvPr id="348" name="Rectangle 347"/>
            <p:cNvSpPr/>
            <p:nvPr userDrawn="1"/>
          </p:nvSpPr>
          <p:spPr>
            <a:xfrm>
              <a:off x="4064000" y="0"/>
              <a:ext cx="5088811" cy="5143500"/>
            </a:xfrm>
            <a:prstGeom prst="rect">
              <a:avLst/>
            </a:prstGeom>
            <a:gradFill flip="none" rotWithShape="1">
              <a:gsLst>
                <a:gs pos="0">
                  <a:srgbClr val="73459B"/>
                </a:gs>
                <a:gs pos="50000">
                  <a:srgbClr val="BA2983"/>
                </a:gs>
                <a:gs pos="100000">
                  <a:srgbClr val="F04D38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 defTabSz="685766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49" name="Right Triangle 348"/>
            <p:cNvSpPr/>
            <p:nvPr userDrawn="1"/>
          </p:nvSpPr>
          <p:spPr>
            <a:xfrm flipV="1">
              <a:off x="4054936" y="0"/>
              <a:ext cx="2353484" cy="5143500"/>
            </a:xfrm>
            <a:prstGeom prst="rtTriangle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190256" y="1270274"/>
            <a:ext cx="3952495" cy="397764"/>
          </a:xfrm>
        </p:spPr>
        <p:txBody>
          <a:bodyPr>
            <a:noAutofit/>
          </a:bodyPr>
          <a:lstStyle>
            <a:lvl1pPr algn="l">
              <a:defRPr sz="2400">
                <a:solidFill>
                  <a:srgbClr val="0070C0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190257" y="1796802"/>
            <a:ext cx="3981148" cy="342900"/>
          </a:xfrm>
        </p:spPr>
        <p:txBody>
          <a:bodyPr>
            <a:noAutofit/>
          </a:bodyPr>
          <a:lstStyle>
            <a:lvl1pPr marL="0" indent="0" algn="l">
              <a:buNone/>
              <a:defRPr sz="2000">
                <a:solidFill>
                  <a:srgbClr val="0070C0"/>
                </a:solidFill>
                <a:latin typeface="+mj-l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5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90256" y="3471112"/>
            <a:ext cx="1856666" cy="301760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0070C0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Insert Date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1974271" y="4669962"/>
            <a:ext cx="2210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7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|   Copyright © 2020 Tata Consultancy Services Limited</a:t>
            </a:r>
          </a:p>
        </p:txBody>
      </p:sp>
      <p:sp>
        <p:nvSpPr>
          <p:cNvPr id="12" name="Text Placeholder 4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87325" y="4669496"/>
            <a:ext cx="1902308" cy="152400"/>
          </a:xfrm>
        </p:spPr>
        <p:txBody>
          <a:bodyPr wrap="none">
            <a:noAutofit/>
          </a:bodyPr>
          <a:lstStyle>
            <a:lvl1pPr marL="0" indent="0" algn="r"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Information Classification</a:t>
            </a:r>
          </a:p>
        </p:txBody>
      </p:sp>
      <p:sp>
        <p:nvSpPr>
          <p:cNvPr id="28" name="Freeform 9"/>
          <p:cNvSpPr>
            <a:spLocks noEditPoints="1"/>
          </p:cNvSpPr>
          <p:nvPr userDrawn="1"/>
        </p:nvSpPr>
        <p:spPr bwMode="auto">
          <a:xfrm>
            <a:off x="8552482" y="192882"/>
            <a:ext cx="364094" cy="318254"/>
          </a:xfrm>
          <a:custGeom>
            <a:avLst/>
            <a:gdLst/>
            <a:ahLst/>
            <a:cxnLst>
              <a:cxn ang="0">
                <a:pos x="491" y="5"/>
              </a:cxn>
              <a:cxn ang="0">
                <a:pos x="581" y="30"/>
              </a:cxn>
              <a:cxn ang="0">
                <a:pos x="653" y="71"/>
              </a:cxn>
              <a:cxn ang="0">
                <a:pos x="705" y="124"/>
              </a:cxn>
              <a:cxn ang="0">
                <a:pos x="602" y="117"/>
              </a:cxn>
              <a:cxn ang="0">
                <a:pos x="478" y="104"/>
              </a:cxn>
              <a:cxn ang="0">
                <a:pos x="444" y="106"/>
              </a:cxn>
              <a:cxn ang="0">
                <a:pos x="432" y="119"/>
              </a:cxn>
              <a:cxn ang="0">
                <a:pos x="403" y="415"/>
              </a:cxn>
              <a:cxn ang="0">
                <a:pos x="402" y="115"/>
              </a:cxn>
              <a:cxn ang="0">
                <a:pos x="388" y="105"/>
              </a:cxn>
              <a:cxn ang="0">
                <a:pos x="331" y="106"/>
              </a:cxn>
              <a:cxn ang="0">
                <a:pos x="195" y="124"/>
              </a:cxn>
              <a:cxn ang="0">
                <a:pos x="140" y="110"/>
              </a:cxn>
              <a:cxn ang="0">
                <a:pos x="197" y="59"/>
              </a:cxn>
              <a:cxn ang="0">
                <a:pos x="274" y="22"/>
              </a:cxn>
              <a:cxn ang="0">
                <a:pos x="367" y="2"/>
              </a:cxn>
              <a:cxn ang="0">
                <a:pos x="201" y="519"/>
              </a:cxn>
              <a:cxn ang="0">
                <a:pos x="100" y="519"/>
              </a:cxn>
              <a:cxn ang="0">
                <a:pos x="0" y="519"/>
              </a:cxn>
              <a:cxn ang="0">
                <a:pos x="141" y="727"/>
              </a:cxn>
              <a:cxn ang="0">
                <a:pos x="261" y="727"/>
              </a:cxn>
              <a:cxn ang="0">
                <a:pos x="303" y="519"/>
              </a:cxn>
              <a:cxn ang="0">
                <a:pos x="346" y="727"/>
              </a:cxn>
              <a:cxn ang="0">
                <a:pos x="583" y="519"/>
              </a:cxn>
              <a:cxn ang="0">
                <a:pos x="483" y="519"/>
              </a:cxn>
              <a:cxn ang="0">
                <a:pos x="407" y="579"/>
              </a:cxn>
              <a:cxn ang="0">
                <a:pos x="548" y="579"/>
              </a:cxn>
              <a:cxn ang="0">
                <a:pos x="587" y="727"/>
              </a:cxn>
              <a:cxn ang="0">
                <a:pos x="733" y="519"/>
              </a:cxn>
              <a:cxn ang="0">
                <a:pos x="712" y="602"/>
              </a:cxn>
              <a:cxn ang="0">
                <a:pos x="731" y="198"/>
              </a:cxn>
              <a:cxn ang="0">
                <a:pos x="722" y="257"/>
              </a:cxn>
              <a:cxn ang="0">
                <a:pos x="685" y="316"/>
              </a:cxn>
              <a:cxn ang="0">
                <a:pos x="622" y="365"/>
              </a:cxn>
              <a:cxn ang="0">
                <a:pos x="541" y="398"/>
              </a:cxn>
              <a:cxn ang="0">
                <a:pos x="474" y="183"/>
              </a:cxn>
              <a:cxn ang="0">
                <a:pos x="477" y="158"/>
              </a:cxn>
              <a:cxn ang="0">
                <a:pos x="489" y="146"/>
              </a:cxn>
              <a:cxn ang="0">
                <a:pos x="556" y="148"/>
              </a:cxn>
              <a:cxn ang="0">
                <a:pos x="669" y="163"/>
              </a:cxn>
              <a:cxn ang="0">
                <a:pos x="295" y="399"/>
              </a:cxn>
              <a:cxn ang="0">
                <a:pos x="213" y="365"/>
              </a:cxn>
              <a:cxn ang="0">
                <a:pos x="150" y="316"/>
              </a:cxn>
              <a:cxn ang="0">
                <a:pos x="112" y="257"/>
              </a:cxn>
              <a:cxn ang="0">
                <a:pos x="103" y="198"/>
              </a:cxn>
              <a:cxn ang="0">
                <a:pos x="136" y="168"/>
              </a:cxn>
              <a:cxn ang="0">
                <a:pos x="250" y="151"/>
              </a:cxn>
              <a:cxn ang="0">
                <a:pos x="342" y="144"/>
              </a:cxn>
              <a:cxn ang="0">
                <a:pos x="357" y="153"/>
              </a:cxn>
              <a:cxn ang="0">
                <a:pos x="362" y="175"/>
              </a:cxn>
              <a:cxn ang="0">
                <a:pos x="317" y="405"/>
              </a:cxn>
            </a:cxnLst>
            <a:rect l="0" t="0" r="r" b="b"/>
            <a:pathLst>
              <a:path w="835" h="727">
                <a:moveTo>
                  <a:pt x="417" y="0"/>
                </a:moveTo>
                <a:lnTo>
                  <a:pt x="443" y="0"/>
                </a:lnTo>
                <a:lnTo>
                  <a:pt x="467" y="2"/>
                </a:lnTo>
                <a:lnTo>
                  <a:pt x="491" y="5"/>
                </a:lnTo>
                <a:lnTo>
                  <a:pt x="515" y="9"/>
                </a:lnTo>
                <a:lnTo>
                  <a:pt x="538" y="16"/>
                </a:lnTo>
                <a:lnTo>
                  <a:pt x="559" y="22"/>
                </a:lnTo>
                <a:lnTo>
                  <a:pt x="581" y="30"/>
                </a:lnTo>
                <a:lnTo>
                  <a:pt x="600" y="38"/>
                </a:lnTo>
                <a:lnTo>
                  <a:pt x="620" y="48"/>
                </a:lnTo>
                <a:lnTo>
                  <a:pt x="637" y="59"/>
                </a:lnTo>
                <a:lnTo>
                  <a:pt x="653" y="71"/>
                </a:lnTo>
                <a:lnTo>
                  <a:pt x="668" y="83"/>
                </a:lnTo>
                <a:lnTo>
                  <a:pt x="682" y="96"/>
                </a:lnTo>
                <a:lnTo>
                  <a:pt x="694" y="110"/>
                </a:lnTo>
                <a:lnTo>
                  <a:pt x="705" y="124"/>
                </a:lnTo>
                <a:lnTo>
                  <a:pt x="714" y="139"/>
                </a:lnTo>
                <a:lnTo>
                  <a:pt x="676" y="131"/>
                </a:lnTo>
                <a:lnTo>
                  <a:pt x="639" y="124"/>
                </a:lnTo>
                <a:lnTo>
                  <a:pt x="602" y="117"/>
                </a:lnTo>
                <a:lnTo>
                  <a:pt x="567" y="113"/>
                </a:lnTo>
                <a:lnTo>
                  <a:pt x="534" y="109"/>
                </a:lnTo>
                <a:lnTo>
                  <a:pt x="504" y="106"/>
                </a:lnTo>
                <a:lnTo>
                  <a:pt x="478" y="104"/>
                </a:lnTo>
                <a:lnTo>
                  <a:pt x="458" y="104"/>
                </a:lnTo>
                <a:lnTo>
                  <a:pt x="453" y="104"/>
                </a:lnTo>
                <a:lnTo>
                  <a:pt x="448" y="105"/>
                </a:lnTo>
                <a:lnTo>
                  <a:pt x="444" y="106"/>
                </a:lnTo>
                <a:lnTo>
                  <a:pt x="440" y="109"/>
                </a:lnTo>
                <a:lnTo>
                  <a:pt x="436" y="112"/>
                </a:lnTo>
                <a:lnTo>
                  <a:pt x="434" y="115"/>
                </a:lnTo>
                <a:lnTo>
                  <a:pt x="432" y="119"/>
                </a:lnTo>
                <a:lnTo>
                  <a:pt x="432" y="124"/>
                </a:lnTo>
                <a:lnTo>
                  <a:pt x="432" y="133"/>
                </a:lnTo>
                <a:lnTo>
                  <a:pt x="432" y="415"/>
                </a:lnTo>
                <a:lnTo>
                  <a:pt x="403" y="415"/>
                </a:lnTo>
                <a:lnTo>
                  <a:pt x="404" y="133"/>
                </a:lnTo>
                <a:lnTo>
                  <a:pt x="404" y="124"/>
                </a:lnTo>
                <a:lnTo>
                  <a:pt x="403" y="119"/>
                </a:lnTo>
                <a:lnTo>
                  <a:pt x="402" y="115"/>
                </a:lnTo>
                <a:lnTo>
                  <a:pt x="398" y="112"/>
                </a:lnTo>
                <a:lnTo>
                  <a:pt x="395" y="109"/>
                </a:lnTo>
                <a:lnTo>
                  <a:pt x="392" y="106"/>
                </a:lnTo>
                <a:lnTo>
                  <a:pt x="388" y="105"/>
                </a:lnTo>
                <a:lnTo>
                  <a:pt x="382" y="104"/>
                </a:lnTo>
                <a:lnTo>
                  <a:pt x="378" y="104"/>
                </a:lnTo>
                <a:lnTo>
                  <a:pt x="356" y="104"/>
                </a:lnTo>
                <a:lnTo>
                  <a:pt x="331" y="106"/>
                </a:lnTo>
                <a:lnTo>
                  <a:pt x="301" y="109"/>
                </a:lnTo>
                <a:lnTo>
                  <a:pt x="268" y="113"/>
                </a:lnTo>
                <a:lnTo>
                  <a:pt x="232" y="118"/>
                </a:lnTo>
                <a:lnTo>
                  <a:pt x="195" y="124"/>
                </a:lnTo>
                <a:lnTo>
                  <a:pt x="157" y="131"/>
                </a:lnTo>
                <a:lnTo>
                  <a:pt x="121" y="139"/>
                </a:lnTo>
                <a:lnTo>
                  <a:pt x="129" y="125"/>
                </a:lnTo>
                <a:lnTo>
                  <a:pt x="140" y="110"/>
                </a:lnTo>
                <a:lnTo>
                  <a:pt x="152" y="96"/>
                </a:lnTo>
                <a:lnTo>
                  <a:pt x="166" y="83"/>
                </a:lnTo>
                <a:lnTo>
                  <a:pt x="180" y="71"/>
                </a:lnTo>
                <a:lnTo>
                  <a:pt x="197" y="59"/>
                </a:lnTo>
                <a:lnTo>
                  <a:pt x="215" y="48"/>
                </a:lnTo>
                <a:lnTo>
                  <a:pt x="233" y="38"/>
                </a:lnTo>
                <a:lnTo>
                  <a:pt x="254" y="30"/>
                </a:lnTo>
                <a:lnTo>
                  <a:pt x="274" y="22"/>
                </a:lnTo>
                <a:lnTo>
                  <a:pt x="296" y="16"/>
                </a:lnTo>
                <a:lnTo>
                  <a:pt x="319" y="9"/>
                </a:lnTo>
                <a:lnTo>
                  <a:pt x="342" y="5"/>
                </a:lnTo>
                <a:lnTo>
                  <a:pt x="367" y="2"/>
                </a:lnTo>
                <a:lnTo>
                  <a:pt x="392" y="0"/>
                </a:lnTo>
                <a:lnTo>
                  <a:pt x="417" y="0"/>
                </a:lnTo>
                <a:close/>
                <a:moveTo>
                  <a:pt x="201" y="579"/>
                </a:moveTo>
                <a:lnTo>
                  <a:pt x="201" y="519"/>
                </a:lnTo>
                <a:lnTo>
                  <a:pt x="175" y="519"/>
                </a:lnTo>
                <a:lnTo>
                  <a:pt x="150" y="519"/>
                </a:lnTo>
                <a:lnTo>
                  <a:pt x="125" y="519"/>
                </a:lnTo>
                <a:lnTo>
                  <a:pt x="100" y="519"/>
                </a:lnTo>
                <a:lnTo>
                  <a:pt x="75" y="519"/>
                </a:lnTo>
                <a:lnTo>
                  <a:pt x="49" y="519"/>
                </a:lnTo>
                <a:lnTo>
                  <a:pt x="25" y="519"/>
                </a:lnTo>
                <a:lnTo>
                  <a:pt x="0" y="519"/>
                </a:lnTo>
                <a:lnTo>
                  <a:pt x="0" y="579"/>
                </a:lnTo>
                <a:lnTo>
                  <a:pt x="58" y="579"/>
                </a:lnTo>
                <a:lnTo>
                  <a:pt x="58" y="727"/>
                </a:lnTo>
                <a:lnTo>
                  <a:pt x="141" y="727"/>
                </a:lnTo>
                <a:lnTo>
                  <a:pt x="141" y="579"/>
                </a:lnTo>
                <a:lnTo>
                  <a:pt x="201" y="579"/>
                </a:lnTo>
                <a:close/>
                <a:moveTo>
                  <a:pt x="303" y="602"/>
                </a:moveTo>
                <a:lnTo>
                  <a:pt x="261" y="727"/>
                </a:lnTo>
                <a:lnTo>
                  <a:pt x="180" y="727"/>
                </a:lnTo>
                <a:lnTo>
                  <a:pt x="260" y="519"/>
                </a:lnTo>
                <a:lnTo>
                  <a:pt x="282" y="519"/>
                </a:lnTo>
                <a:lnTo>
                  <a:pt x="303" y="519"/>
                </a:lnTo>
                <a:lnTo>
                  <a:pt x="326" y="519"/>
                </a:lnTo>
                <a:lnTo>
                  <a:pt x="348" y="519"/>
                </a:lnTo>
                <a:lnTo>
                  <a:pt x="427" y="727"/>
                </a:lnTo>
                <a:lnTo>
                  <a:pt x="346" y="727"/>
                </a:lnTo>
                <a:lnTo>
                  <a:pt x="303" y="602"/>
                </a:lnTo>
                <a:close/>
                <a:moveTo>
                  <a:pt x="608" y="579"/>
                </a:moveTo>
                <a:lnTo>
                  <a:pt x="608" y="519"/>
                </a:lnTo>
                <a:lnTo>
                  <a:pt x="583" y="519"/>
                </a:lnTo>
                <a:lnTo>
                  <a:pt x="557" y="519"/>
                </a:lnTo>
                <a:lnTo>
                  <a:pt x="532" y="519"/>
                </a:lnTo>
                <a:lnTo>
                  <a:pt x="507" y="519"/>
                </a:lnTo>
                <a:lnTo>
                  <a:pt x="483" y="519"/>
                </a:lnTo>
                <a:lnTo>
                  <a:pt x="458" y="519"/>
                </a:lnTo>
                <a:lnTo>
                  <a:pt x="432" y="519"/>
                </a:lnTo>
                <a:lnTo>
                  <a:pt x="407" y="519"/>
                </a:lnTo>
                <a:lnTo>
                  <a:pt x="407" y="579"/>
                </a:lnTo>
                <a:lnTo>
                  <a:pt x="466" y="579"/>
                </a:lnTo>
                <a:lnTo>
                  <a:pt x="466" y="727"/>
                </a:lnTo>
                <a:lnTo>
                  <a:pt x="548" y="727"/>
                </a:lnTo>
                <a:lnTo>
                  <a:pt x="548" y="579"/>
                </a:lnTo>
                <a:lnTo>
                  <a:pt x="608" y="579"/>
                </a:lnTo>
                <a:close/>
                <a:moveTo>
                  <a:pt x="712" y="602"/>
                </a:moveTo>
                <a:lnTo>
                  <a:pt x="669" y="727"/>
                </a:lnTo>
                <a:lnTo>
                  <a:pt x="587" y="727"/>
                </a:lnTo>
                <a:lnTo>
                  <a:pt x="667" y="519"/>
                </a:lnTo>
                <a:lnTo>
                  <a:pt x="689" y="519"/>
                </a:lnTo>
                <a:lnTo>
                  <a:pt x="712" y="519"/>
                </a:lnTo>
                <a:lnTo>
                  <a:pt x="733" y="519"/>
                </a:lnTo>
                <a:lnTo>
                  <a:pt x="755" y="519"/>
                </a:lnTo>
                <a:lnTo>
                  <a:pt x="835" y="727"/>
                </a:lnTo>
                <a:lnTo>
                  <a:pt x="754" y="727"/>
                </a:lnTo>
                <a:lnTo>
                  <a:pt x="712" y="602"/>
                </a:lnTo>
                <a:close/>
                <a:moveTo>
                  <a:pt x="727" y="172"/>
                </a:moveTo>
                <a:lnTo>
                  <a:pt x="729" y="181"/>
                </a:lnTo>
                <a:lnTo>
                  <a:pt x="730" y="190"/>
                </a:lnTo>
                <a:lnTo>
                  <a:pt x="731" y="198"/>
                </a:lnTo>
                <a:lnTo>
                  <a:pt x="731" y="207"/>
                </a:lnTo>
                <a:lnTo>
                  <a:pt x="730" y="224"/>
                </a:lnTo>
                <a:lnTo>
                  <a:pt x="727" y="240"/>
                </a:lnTo>
                <a:lnTo>
                  <a:pt x="722" y="257"/>
                </a:lnTo>
                <a:lnTo>
                  <a:pt x="715" y="273"/>
                </a:lnTo>
                <a:lnTo>
                  <a:pt x="706" y="288"/>
                </a:lnTo>
                <a:lnTo>
                  <a:pt x="696" y="302"/>
                </a:lnTo>
                <a:lnTo>
                  <a:pt x="685" y="316"/>
                </a:lnTo>
                <a:lnTo>
                  <a:pt x="670" y="329"/>
                </a:lnTo>
                <a:lnTo>
                  <a:pt x="656" y="342"/>
                </a:lnTo>
                <a:lnTo>
                  <a:pt x="640" y="354"/>
                </a:lnTo>
                <a:lnTo>
                  <a:pt x="622" y="365"/>
                </a:lnTo>
                <a:lnTo>
                  <a:pt x="604" y="374"/>
                </a:lnTo>
                <a:lnTo>
                  <a:pt x="584" y="383"/>
                </a:lnTo>
                <a:lnTo>
                  <a:pt x="562" y="392"/>
                </a:lnTo>
                <a:lnTo>
                  <a:pt x="541" y="398"/>
                </a:lnTo>
                <a:lnTo>
                  <a:pt x="518" y="405"/>
                </a:lnTo>
                <a:lnTo>
                  <a:pt x="476" y="202"/>
                </a:lnTo>
                <a:lnTo>
                  <a:pt x="475" y="193"/>
                </a:lnTo>
                <a:lnTo>
                  <a:pt x="474" y="183"/>
                </a:lnTo>
                <a:lnTo>
                  <a:pt x="474" y="175"/>
                </a:lnTo>
                <a:lnTo>
                  <a:pt x="474" y="166"/>
                </a:lnTo>
                <a:lnTo>
                  <a:pt x="475" y="162"/>
                </a:lnTo>
                <a:lnTo>
                  <a:pt x="477" y="158"/>
                </a:lnTo>
                <a:lnTo>
                  <a:pt x="479" y="155"/>
                </a:lnTo>
                <a:lnTo>
                  <a:pt x="481" y="152"/>
                </a:lnTo>
                <a:lnTo>
                  <a:pt x="485" y="149"/>
                </a:lnTo>
                <a:lnTo>
                  <a:pt x="489" y="146"/>
                </a:lnTo>
                <a:lnTo>
                  <a:pt x="493" y="145"/>
                </a:lnTo>
                <a:lnTo>
                  <a:pt x="499" y="144"/>
                </a:lnTo>
                <a:lnTo>
                  <a:pt x="528" y="145"/>
                </a:lnTo>
                <a:lnTo>
                  <a:pt x="556" y="148"/>
                </a:lnTo>
                <a:lnTo>
                  <a:pt x="584" y="151"/>
                </a:lnTo>
                <a:lnTo>
                  <a:pt x="613" y="154"/>
                </a:lnTo>
                <a:lnTo>
                  <a:pt x="641" y="158"/>
                </a:lnTo>
                <a:lnTo>
                  <a:pt x="669" y="163"/>
                </a:lnTo>
                <a:lnTo>
                  <a:pt x="699" y="167"/>
                </a:lnTo>
                <a:lnTo>
                  <a:pt x="727" y="172"/>
                </a:lnTo>
                <a:close/>
                <a:moveTo>
                  <a:pt x="317" y="405"/>
                </a:moveTo>
                <a:lnTo>
                  <a:pt x="295" y="399"/>
                </a:lnTo>
                <a:lnTo>
                  <a:pt x="272" y="392"/>
                </a:lnTo>
                <a:lnTo>
                  <a:pt x="251" y="384"/>
                </a:lnTo>
                <a:lnTo>
                  <a:pt x="231" y="374"/>
                </a:lnTo>
                <a:lnTo>
                  <a:pt x="213" y="365"/>
                </a:lnTo>
                <a:lnTo>
                  <a:pt x="195" y="354"/>
                </a:lnTo>
                <a:lnTo>
                  <a:pt x="179" y="342"/>
                </a:lnTo>
                <a:lnTo>
                  <a:pt x="164" y="330"/>
                </a:lnTo>
                <a:lnTo>
                  <a:pt x="150" y="316"/>
                </a:lnTo>
                <a:lnTo>
                  <a:pt x="138" y="303"/>
                </a:lnTo>
                <a:lnTo>
                  <a:pt x="128" y="288"/>
                </a:lnTo>
                <a:lnTo>
                  <a:pt x="120" y="273"/>
                </a:lnTo>
                <a:lnTo>
                  <a:pt x="112" y="257"/>
                </a:lnTo>
                <a:lnTo>
                  <a:pt x="108" y="240"/>
                </a:lnTo>
                <a:lnTo>
                  <a:pt x="105" y="224"/>
                </a:lnTo>
                <a:lnTo>
                  <a:pt x="103" y="207"/>
                </a:lnTo>
                <a:lnTo>
                  <a:pt x="103" y="198"/>
                </a:lnTo>
                <a:lnTo>
                  <a:pt x="105" y="190"/>
                </a:lnTo>
                <a:lnTo>
                  <a:pt x="106" y="181"/>
                </a:lnTo>
                <a:lnTo>
                  <a:pt x="108" y="172"/>
                </a:lnTo>
                <a:lnTo>
                  <a:pt x="136" y="168"/>
                </a:lnTo>
                <a:lnTo>
                  <a:pt x="165" y="163"/>
                </a:lnTo>
                <a:lnTo>
                  <a:pt x="193" y="158"/>
                </a:lnTo>
                <a:lnTo>
                  <a:pt x="222" y="154"/>
                </a:lnTo>
                <a:lnTo>
                  <a:pt x="250" y="151"/>
                </a:lnTo>
                <a:lnTo>
                  <a:pt x="280" y="148"/>
                </a:lnTo>
                <a:lnTo>
                  <a:pt x="308" y="145"/>
                </a:lnTo>
                <a:lnTo>
                  <a:pt x="337" y="144"/>
                </a:lnTo>
                <a:lnTo>
                  <a:pt x="342" y="144"/>
                </a:lnTo>
                <a:lnTo>
                  <a:pt x="348" y="145"/>
                </a:lnTo>
                <a:lnTo>
                  <a:pt x="351" y="146"/>
                </a:lnTo>
                <a:lnTo>
                  <a:pt x="354" y="150"/>
                </a:lnTo>
                <a:lnTo>
                  <a:pt x="357" y="153"/>
                </a:lnTo>
                <a:lnTo>
                  <a:pt x="358" y="156"/>
                </a:lnTo>
                <a:lnTo>
                  <a:pt x="361" y="161"/>
                </a:lnTo>
                <a:lnTo>
                  <a:pt x="362" y="165"/>
                </a:lnTo>
                <a:lnTo>
                  <a:pt x="362" y="175"/>
                </a:lnTo>
                <a:lnTo>
                  <a:pt x="362" y="184"/>
                </a:lnTo>
                <a:lnTo>
                  <a:pt x="361" y="194"/>
                </a:lnTo>
                <a:lnTo>
                  <a:pt x="359" y="202"/>
                </a:lnTo>
                <a:lnTo>
                  <a:pt x="317" y="405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Myriad Pro"/>
            </a:endParaRPr>
          </a:p>
        </p:txBody>
      </p:sp>
      <p:grpSp>
        <p:nvGrpSpPr>
          <p:cNvPr id="29" name="Group 28"/>
          <p:cNvGrpSpPr/>
          <p:nvPr userDrawn="1"/>
        </p:nvGrpSpPr>
        <p:grpSpPr>
          <a:xfrm>
            <a:off x="283754" y="246870"/>
            <a:ext cx="2142738" cy="253193"/>
            <a:chOff x="283754" y="246870"/>
            <a:chExt cx="2142738" cy="253193"/>
          </a:xfrm>
          <a:solidFill>
            <a:schemeClr val="tx1">
              <a:lumMod val="85000"/>
              <a:lumOff val="15000"/>
            </a:schemeClr>
          </a:solidFill>
        </p:grpSpPr>
        <p:grpSp>
          <p:nvGrpSpPr>
            <p:cNvPr id="30" name="Group 29"/>
            <p:cNvGrpSpPr/>
            <p:nvPr userDrawn="1"/>
          </p:nvGrpSpPr>
          <p:grpSpPr>
            <a:xfrm>
              <a:off x="673165" y="246870"/>
              <a:ext cx="1753327" cy="253193"/>
              <a:chOff x="656520" y="250031"/>
              <a:chExt cx="1631861" cy="235663"/>
            </a:xfrm>
            <a:grpFill/>
          </p:grpSpPr>
          <p:sp>
            <p:nvSpPr>
              <p:cNvPr id="32" name="Freeform 31"/>
              <p:cNvSpPr>
                <a:spLocks noEditPoints="1"/>
              </p:cNvSpPr>
              <p:nvPr/>
            </p:nvSpPr>
            <p:spPr bwMode="auto">
              <a:xfrm>
                <a:off x="1466912" y="250031"/>
                <a:ext cx="489413" cy="84203"/>
              </a:xfrm>
              <a:custGeom>
                <a:avLst/>
                <a:gdLst/>
                <a:ahLst/>
                <a:cxnLst>
                  <a:cxn ang="0">
                    <a:pos x="3511" y="637"/>
                  </a:cxn>
                  <a:cxn ang="0">
                    <a:pos x="3625" y="591"/>
                  </a:cxn>
                  <a:cxn ang="0">
                    <a:pos x="3691" y="454"/>
                  </a:cxn>
                  <a:cxn ang="0">
                    <a:pos x="3616" y="313"/>
                  </a:cxn>
                  <a:cxn ang="0">
                    <a:pos x="3441" y="224"/>
                  </a:cxn>
                  <a:cxn ang="0">
                    <a:pos x="3415" y="147"/>
                  </a:cxn>
                  <a:cxn ang="0">
                    <a:pos x="3489" y="95"/>
                  </a:cxn>
                  <a:cxn ang="0">
                    <a:pos x="3666" y="31"/>
                  </a:cxn>
                  <a:cxn ang="0">
                    <a:pos x="3447" y="8"/>
                  </a:cxn>
                  <a:cxn ang="0">
                    <a:pos x="3301" y="142"/>
                  </a:cxn>
                  <a:cxn ang="0">
                    <a:pos x="3355" y="299"/>
                  </a:cxn>
                  <a:cxn ang="0">
                    <a:pos x="3534" y="392"/>
                  </a:cxn>
                  <a:cxn ang="0">
                    <a:pos x="3575" y="471"/>
                  </a:cxn>
                  <a:cxn ang="0">
                    <a:pos x="3511" y="540"/>
                  </a:cxn>
                  <a:cxn ang="0">
                    <a:pos x="3327" y="514"/>
                  </a:cxn>
                  <a:cxn ang="0">
                    <a:pos x="3216" y="537"/>
                  </a:cxn>
                  <a:cxn ang="0">
                    <a:pos x="2637" y="544"/>
                  </a:cxn>
                  <a:cxn ang="0">
                    <a:pos x="2502" y="526"/>
                  </a:cxn>
                  <a:cxn ang="0">
                    <a:pos x="2420" y="453"/>
                  </a:cxn>
                  <a:cxn ang="0">
                    <a:pos x="2390" y="282"/>
                  </a:cxn>
                  <a:cxn ang="0">
                    <a:pos x="2435" y="168"/>
                  </a:cxn>
                  <a:cxn ang="0">
                    <a:pos x="2538" y="102"/>
                  </a:cxn>
                  <a:cxn ang="0">
                    <a:pos x="2726" y="118"/>
                  </a:cxn>
                  <a:cxn ang="0">
                    <a:pos x="2566" y="2"/>
                  </a:cxn>
                  <a:cxn ang="0">
                    <a:pos x="2399" y="59"/>
                  </a:cxn>
                  <a:cxn ang="0">
                    <a:pos x="2293" y="190"/>
                  </a:cxn>
                  <a:cxn ang="0">
                    <a:pos x="2272" y="380"/>
                  </a:cxn>
                  <a:cxn ang="0">
                    <a:pos x="2333" y="534"/>
                  </a:cxn>
                  <a:cxn ang="0">
                    <a:pos x="2467" y="623"/>
                  </a:cxn>
                  <a:cxn ang="0">
                    <a:pos x="2684" y="632"/>
                  </a:cxn>
                  <a:cxn ang="0">
                    <a:pos x="1776" y="631"/>
                  </a:cxn>
                  <a:cxn ang="0">
                    <a:pos x="1717" y="518"/>
                  </a:cxn>
                  <a:cxn ang="0">
                    <a:pos x="1447" y="10"/>
                  </a:cxn>
                  <a:cxn ang="0">
                    <a:pos x="1210" y="97"/>
                  </a:cxn>
                  <a:cxn ang="0">
                    <a:pos x="1281" y="178"/>
                  </a:cxn>
                  <a:cxn ang="0">
                    <a:pos x="1231" y="277"/>
                  </a:cxn>
                  <a:cxn ang="0">
                    <a:pos x="1090" y="375"/>
                  </a:cxn>
                  <a:cxn ang="0">
                    <a:pos x="1233" y="415"/>
                  </a:cxn>
                  <a:cxn ang="0">
                    <a:pos x="1297" y="622"/>
                  </a:cxn>
                  <a:cxn ang="0">
                    <a:pos x="1362" y="436"/>
                  </a:cxn>
                  <a:cxn ang="0">
                    <a:pos x="1282" y="337"/>
                  </a:cxn>
                  <a:cxn ang="0">
                    <a:pos x="1374" y="258"/>
                  </a:cxn>
                  <a:cxn ang="0">
                    <a:pos x="1373" y="94"/>
                  </a:cxn>
                  <a:cxn ang="0">
                    <a:pos x="1263" y="17"/>
                  </a:cxn>
                  <a:cxn ang="0">
                    <a:pos x="995" y="15"/>
                  </a:cxn>
                  <a:cxn ang="0">
                    <a:pos x="879" y="537"/>
                  </a:cxn>
                  <a:cxn ang="0">
                    <a:pos x="118" y="637"/>
                  </a:cxn>
                  <a:cxn ang="0">
                    <a:pos x="303" y="613"/>
                  </a:cxn>
                  <a:cxn ang="0">
                    <a:pos x="388" y="526"/>
                  </a:cxn>
                  <a:cxn ang="0">
                    <a:pos x="373" y="355"/>
                  </a:cxn>
                  <a:cxn ang="0">
                    <a:pos x="190" y="247"/>
                  </a:cxn>
                  <a:cxn ang="0">
                    <a:pos x="125" y="177"/>
                  </a:cxn>
                  <a:cxn ang="0">
                    <a:pos x="163" y="107"/>
                  </a:cxn>
                  <a:cxn ang="0">
                    <a:pos x="317" y="108"/>
                  </a:cxn>
                  <a:cxn ang="0">
                    <a:pos x="254" y="1"/>
                  </a:cxn>
                  <a:cxn ang="0">
                    <a:pos x="44" y="77"/>
                  </a:cxn>
                  <a:cxn ang="0">
                    <a:pos x="29" y="253"/>
                  </a:cxn>
                  <a:cxn ang="0">
                    <a:pos x="178" y="359"/>
                  </a:cxn>
                  <a:cxn ang="0">
                    <a:pos x="284" y="437"/>
                  </a:cxn>
                  <a:cxn ang="0">
                    <a:pos x="259" y="524"/>
                  </a:cxn>
                  <a:cxn ang="0">
                    <a:pos x="112" y="540"/>
                  </a:cxn>
                </a:cxnLst>
                <a:rect l="0" t="0" r="r" b="b"/>
                <a:pathLst>
                  <a:path w="3691" h="641">
                    <a:moveTo>
                      <a:pt x="3288" y="601"/>
                    </a:moveTo>
                    <a:lnTo>
                      <a:pt x="3302" y="609"/>
                    </a:lnTo>
                    <a:lnTo>
                      <a:pt x="3319" y="616"/>
                    </a:lnTo>
                    <a:lnTo>
                      <a:pt x="3338" y="622"/>
                    </a:lnTo>
                    <a:lnTo>
                      <a:pt x="3360" y="629"/>
                    </a:lnTo>
                    <a:lnTo>
                      <a:pt x="3382" y="634"/>
                    </a:lnTo>
                    <a:lnTo>
                      <a:pt x="3406" y="637"/>
                    </a:lnTo>
                    <a:lnTo>
                      <a:pt x="3431" y="640"/>
                    </a:lnTo>
                    <a:lnTo>
                      <a:pt x="3455" y="641"/>
                    </a:lnTo>
                    <a:lnTo>
                      <a:pt x="3484" y="640"/>
                    </a:lnTo>
                    <a:lnTo>
                      <a:pt x="3511" y="637"/>
                    </a:lnTo>
                    <a:lnTo>
                      <a:pt x="3524" y="635"/>
                    </a:lnTo>
                    <a:lnTo>
                      <a:pt x="3536" y="632"/>
                    </a:lnTo>
                    <a:lnTo>
                      <a:pt x="3548" y="629"/>
                    </a:lnTo>
                    <a:lnTo>
                      <a:pt x="3559" y="625"/>
                    </a:lnTo>
                    <a:lnTo>
                      <a:pt x="3570" y="621"/>
                    </a:lnTo>
                    <a:lnTo>
                      <a:pt x="3581" y="617"/>
                    </a:lnTo>
                    <a:lnTo>
                      <a:pt x="3590" y="613"/>
                    </a:lnTo>
                    <a:lnTo>
                      <a:pt x="3600" y="608"/>
                    </a:lnTo>
                    <a:lnTo>
                      <a:pt x="3608" y="603"/>
                    </a:lnTo>
                    <a:lnTo>
                      <a:pt x="3618" y="597"/>
                    </a:lnTo>
                    <a:lnTo>
                      <a:pt x="3625" y="591"/>
                    </a:lnTo>
                    <a:lnTo>
                      <a:pt x="3633" y="584"/>
                    </a:lnTo>
                    <a:lnTo>
                      <a:pt x="3639" y="578"/>
                    </a:lnTo>
                    <a:lnTo>
                      <a:pt x="3646" y="571"/>
                    </a:lnTo>
                    <a:lnTo>
                      <a:pt x="3653" y="564"/>
                    </a:lnTo>
                    <a:lnTo>
                      <a:pt x="3658" y="557"/>
                    </a:lnTo>
                    <a:lnTo>
                      <a:pt x="3668" y="541"/>
                    </a:lnTo>
                    <a:lnTo>
                      <a:pt x="3676" y="526"/>
                    </a:lnTo>
                    <a:lnTo>
                      <a:pt x="3682" y="508"/>
                    </a:lnTo>
                    <a:lnTo>
                      <a:pt x="3687" y="491"/>
                    </a:lnTo>
                    <a:lnTo>
                      <a:pt x="3690" y="472"/>
                    </a:lnTo>
                    <a:lnTo>
                      <a:pt x="3691" y="454"/>
                    </a:lnTo>
                    <a:lnTo>
                      <a:pt x="3690" y="437"/>
                    </a:lnTo>
                    <a:lnTo>
                      <a:pt x="3688" y="422"/>
                    </a:lnTo>
                    <a:lnTo>
                      <a:pt x="3684" y="407"/>
                    </a:lnTo>
                    <a:lnTo>
                      <a:pt x="3680" y="393"/>
                    </a:lnTo>
                    <a:lnTo>
                      <a:pt x="3675" y="380"/>
                    </a:lnTo>
                    <a:lnTo>
                      <a:pt x="3668" y="367"/>
                    </a:lnTo>
                    <a:lnTo>
                      <a:pt x="3660" y="355"/>
                    </a:lnTo>
                    <a:lnTo>
                      <a:pt x="3651" y="344"/>
                    </a:lnTo>
                    <a:lnTo>
                      <a:pt x="3640" y="332"/>
                    </a:lnTo>
                    <a:lnTo>
                      <a:pt x="3629" y="322"/>
                    </a:lnTo>
                    <a:lnTo>
                      <a:pt x="3616" y="313"/>
                    </a:lnTo>
                    <a:lnTo>
                      <a:pt x="3601" y="303"/>
                    </a:lnTo>
                    <a:lnTo>
                      <a:pt x="3586" y="294"/>
                    </a:lnTo>
                    <a:lnTo>
                      <a:pt x="3568" y="286"/>
                    </a:lnTo>
                    <a:lnTo>
                      <a:pt x="3550" y="278"/>
                    </a:lnTo>
                    <a:lnTo>
                      <a:pt x="3530" y="270"/>
                    </a:lnTo>
                    <a:lnTo>
                      <a:pt x="3502" y="258"/>
                    </a:lnTo>
                    <a:lnTo>
                      <a:pt x="3477" y="247"/>
                    </a:lnTo>
                    <a:lnTo>
                      <a:pt x="3467" y="242"/>
                    </a:lnTo>
                    <a:lnTo>
                      <a:pt x="3457" y="236"/>
                    </a:lnTo>
                    <a:lnTo>
                      <a:pt x="3448" y="230"/>
                    </a:lnTo>
                    <a:lnTo>
                      <a:pt x="3441" y="224"/>
                    </a:lnTo>
                    <a:lnTo>
                      <a:pt x="3434" y="219"/>
                    </a:lnTo>
                    <a:lnTo>
                      <a:pt x="3428" y="213"/>
                    </a:lnTo>
                    <a:lnTo>
                      <a:pt x="3423" y="206"/>
                    </a:lnTo>
                    <a:lnTo>
                      <a:pt x="3419" y="200"/>
                    </a:lnTo>
                    <a:lnTo>
                      <a:pt x="3416" y="192"/>
                    </a:lnTo>
                    <a:lnTo>
                      <a:pt x="3414" y="184"/>
                    </a:lnTo>
                    <a:lnTo>
                      <a:pt x="3412" y="177"/>
                    </a:lnTo>
                    <a:lnTo>
                      <a:pt x="3412" y="168"/>
                    </a:lnTo>
                    <a:lnTo>
                      <a:pt x="3412" y="162"/>
                    </a:lnTo>
                    <a:lnTo>
                      <a:pt x="3413" y="154"/>
                    </a:lnTo>
                    <a:lnTo>
                      <a:pt x="3415" y="147"/>
                    </a:lnTo>
                    <a:lnTo>
                      <a:pt x="3418" y="141"/>
                    </a:lnTo>
                    <a:lnTo>
                      <a:pt x="3421" y="135"/>
                    </a:lnTo>
                    <a:lnTo>
                      <a:pt x="3426" y="129"/>
                    </a:lnTo>
                    <a:lnTo>
                      <a:pt x="3431" y="122"/>
                    </a:lnTo>
                    <a:lnTo>
                      <a:pt x="3437" y="117"/>
                    </a:lnTo>
                    <a:lnTo>
                      <a:pt x="3443" y="112"/>
                    </a:lnTo>
                    <a:lnTo>
                      <a:pt x="3450" y="107"/>
                    </a:lnTo>
                    <a:lnTo>
                      <a:pt x="3459" y="103"/>
                    </a:lnTo>
                    <a:lnTo>
                      <a:pt x="3469" y="100"/>
                    </a:lnTo>
                    <a:lnTo>
                      <a:pt x="3479" y="97"/>
                    </a:lnTo>
                    <a:lnTo>
                      <a:pt x="3489" y="95"/>
                    </a:lnTo>
                    <a:lnTo>
                      <a:pt x="3502" y="94"/>
                    </a:lnTo>
                    <a:lnTo>
                      <a:pt x="3515" y="94"/>
                    </a:lnTo>
                    <a:lnTo>
                      <a:pt x="3535" y="94"/>
                    </a:lnTo>
                    <a:lnTo>
                      <a:pt x="3555" y="96"/>
                    </a:lnTo>
                    <a:lnTo>
                      <a:pt x="3573" y="100"/>
                    </a:lnTo>
                    <a:lnTo>
                      <a:pt x="3590" y="104"/>
                    </a:lnTo>
                    <a:lnTo>
                      <a:pt x="3604" y="108"/>
                    </a:lnTo>
                    <a:lnTo>
                      <a:pt x="3618" y="113"/>
                    </a:lnTo>
                    <a:lnTo>
                      <a:pt x="3629" y="118"/>
                    </a:lnTo>
                    <a:lnTo>
                      <a:pt x="3638" y="122"/>
                    </a:lnTo>
                    <a:lnTo>
                      <a:pt x="3666" y="31"/>
                    </a:lnTo>
                    <a:lnTo>
                      <a:pt x="3653" y="25"/>
                    </a:lnTo>
                    <a:lnTo>
                      <a:pt x="3638" y="20"/>
                    </a:lnTo>
                    <a:lnTo>
                      <a:pt x="3622" y="14"/>
                    </a:lnTo>
                    <a:lnTo>
                      <a:pt x="3604" y="9"/>
                    </a:lnTo>
                    <a:lnTo>
                      <a:pt x="3585" y="6"/>
                    </a:lnTo>
                    <a:lnTo>
                      <a:pt x="3564" y="3"/>
                    </a:lnTo>
                    <a:lnTo>
                      <a:pt x="3542" y="1"/>
                    </a:lnTo>
                    <a:lnTo>
                      <a:pt x="3517" y="0"/>
                    </a:lnTo>
                    <a:lnTo>
                      <a:pt x="3492" y="1"/>
                    </a:lnTo>
                    <a:lnTo>
                      <a:pt x="3469" y="4"/>
                    </a:lnTo>
                    <a:lnTo>
                      <a:pt x="3447" y="8"/>
                    </a:lnTo>
                    <a:lnTo>
                      <a:pt x="3426" y="14"/>
                    </a:lnTo>
                    <a:lnTo>
                      <a:pt x="3406" y="22"/>
                    </a:lnTo>
                    <a:lnTo>
                      <a:pt x="3389" y="30"/>
                    </a:lnTo>
                    <a:lnTo>
                      <a:pt x="3372" y="40"/>
                    </a:lnTo>
                    <a:lnTo>
                      <a:pt x="3357" y="51"/>
                    </a:lnTo>
                    <a:lnTo>
                      <a:pt x="3343" y="64"/>
                    </a:lnTo>
                    <a:lnTo>
                      <a:pt x="3331" y="77"/>
                    </a:lnTo>
                    <a:lnTo>
                      <a:pt x="3322" y="93"/>
                    </a:lnTo>
                    <a:lnTo>
                      <a:pt x="3312" y="108"/>
                    </a:lnTo>
                    <a:lnTo>
                      <a:pt x="3306" y="124"/>
                    </a:lnTo>
                    <a:lnTo>
                      <a:pt x="3301" y="142"/>
                    </a:lnTo>
                    <a:lnTo>
                      <a:pt x="3298" y="159"/>
                    </a:lnTo>
                    <a:lnTo>
                      <a:pt x="3297" y="179"/>
                    </a:lnTo>
                    <a:lnTo>
                      <a:pt x="3298" y="194"/>
                    </a:lnTo>
                    <a:lnTo>
                      <a:pt x="3300" y="211"/>
                    </a:lnTo>
                    <a:lnTo>
                      <a:pt x="3304" y="225"/>
                    </a:lnTo>
                    <a:lnTo>
                      <a:pt x="3309" y="240"/>
                    </a:lnTo>
                    <a:lnTo>
                      <a:pt x="3316" y="253"/>
                    </a:lnTo>
                    <a:lnTo>
                      <a:pt x="3324" y="265"/>
                    </a:lnTo>
                    <a:lnTo>
                      <a:pt x="3333" y="277"/>
                    </a:lnTo>
                    <a:lnTo>
                      <a:pt x="3343" y="288"/>
                    </a:lnTo>
                    <a:lnTo>
                      <a:pt x="3355" y="299"/>
                    </a:lnTo>
                    <a:lnTo>
                      <a:pt x="3367" y="310"/>
                    </a:lnTo>
                    <a:lnTo>
                      <a:pt x="3381" y="319"/>
                    </a:lnTo>
                    <a:lnTo>
                      <a:pt x="3396" y="328"/>
                    </a:lnTo>
                    <a:lnTo>
                      <a:pt x="3412" y="336"/>
                    </a:lnTo>
                    <a:lnTo>
                      <a:pt x="3429" y="345"/>
                    </a:lnTo>
                    <a:lnTo>
                      <a:pt x="3447" y="352"/>
                    </a:lnTo>
                    <a:lnTo>
                      <a:pt x="3466" y="359"/>
                    </a:lnTo>
                    <a:lnTo>
                      <a:pt x="3492" y="369"/>
                    </a:lnTo>
                    <a:lnTo>
                      <a:pt x="3516" y="381"/>
                    </a:lnTo>
                    <a:lnTo>
                      <a:pt x="3525" y="386"/>
                    </a:lnTo>
                    <a:lnTo>
                      <a:pt x="3534" y="392"/>
                    </a:lnTo>
                    <a:lnTo>
                      <a:pt x="3543" y="397"/>
                    </a:lnTo>
                    <a:lnTo>
                      <a:pt x="3550" y="403"/>
                    </a:lnTo>
                    <a:lnTo>
                      <a:pt x="3556" y="409"/>
                    </a:lnTo>
                    <a:lnTo>
                      <a:pt x="3561" y="417"/>
                    </a:lnTo>
                    <a:lnTo>
                      <a:pt x="3565" y="423"/>
                    </a:lnTo>
                    <a:lnTo>
                      <a:pt x="3569" y="430"/>
                    </a:lnTo>
                    <a:lnTo>
                      <a:pt x="3571" y="437"/>
                    </a:lnTo>
                    <a:lnTo>
                      <a:pt x="3573" y="445"/>
                    </a:lnTo>
                    <a:lnTo>
                      <a:pt x="3575" y="454"/>
                    </a:lnTo>
                    <a:lnTo>
                      <a:pt x="3576" y="462"/>
                    </a:lnTo>
                    <a:lnTo>
                      <a:pt x="3575" y="471"/>
                    </a:lnTo>
                    <a:lnTo>
                      <a:pt x="3573" y="480"/>
                    </a:lnTo>
                    <a:lnTo>
                      <a:pt x="3571" y="489"/>
                    </a:lnTo>
                    <a:lnTo>
                      <a:pt x="3567" y="497"/>
                    </a:lnTo>
                    <a:lnTo>
                      <a:pt x="3563" y="504"/>
                    </a:lnTo>
                    <a:lnTo>
                      <a:pt x="3558" y="511"/>
                    </a:lnTo>
                    <a:lnTo>
                      <a:pt x="3553" y="517"/>
                    </a:lnTo>
                    <a:lnTo>
                      <a:pt x="3546" y="524"/>
                    </a:lnTo>
                    <a:lnTo>
                      <a:pt x="3539" y="529"/>
                    </a:lnTo>
                    <a:lnTo>
                      <a:pt x="3530" y="533"/>
                    </a:lnTo>
                    <a:lnTo>
                      <a:pt x="3521" y="537"/>
                    </a:lnTo>
                    <a:lnTo>
                      <a:pt x="3511" y="540"/>
                    </a:lnTo>
                    <a:lnTo>
                      <a:pt x="3500" y="543"/>
                    </a:lnTo>
                    <a:lnTo>
                      <a:pt x="3488" y="545"/>
                    </a:lnTo>
                    <a:lnTo>
                      <a:pt x="3476" y="546"/>
                    </a:lnTo>
                    <a:lnTo>
                      <a:pt x="3463" y="546"/>
                    </a:lnTo>
                    <a:lnTo>
                      <a:pt x="3441" y="546"/>
                    </a:lnTo>
                    <a:lnTo>
                      <a:pt x="3420" y="543"/>
                    </a:lnTo>
                    <a:lnTo>
                      <a:pt x="3400" y="540"/>
                    </a:lnTo>
                    <a:lnTo>
                      <a:pt x="3379" y="535"/>
                    </a:lnTo>
                    <a:lnTo>
                      <a:pt x="3361" y="529"/>
                    </a:lnTo>
                    <a:lnTo>
                      <a:pt x="3343" y="523"/>
                    </a:lnTo>
                    <a:lnTo>
                      <a:pt x="3327" y="514"/>
                    </a:lnTo>
                    <a:lnTo>
                      <a:pt x="3312" y="507"/>
                    </a:lnTo>
                    <a:lnTo>
                      <a:pt x="3288" y="601"/>
                    </a:lnTo>
                    <a:close/>
                    <a:moveTo>
                      <a:pt x="3188" y="263"/>
                    </a:moveTo>
                    <a:lnTo>
                      <a:pt x="2955" y="263"/>
                    </a:lnTo>
                    <a:lnTo>
                      <a:pt x="2955" y="104"/>
                    </a:lnTo>
                    <a:lnTo>
                      <a:pt x="3202" y="104"/>
                    </a:lnTo>
                    <a:lnTo>
                      <a:pt x="3202" y="10"/>
                    </a:lnTo>
                    <a:lnTo>
                      <a:pt x="2841" y="10"/>
                    </a:lnTo>
                    <a:lnTo>
                      <a:pt x="2841" y="631"/>
                    </a:lnTo>
                    <a:lnTo>
                      <a:pt x="3216" y="631"/>
                    </a:lnTo>
                    <a:lnTo>
                      <a:pt x="3216" y="537"/>
                    </a:lnTo>
                    <a:lnTo>
                      <a:pt x="2955" y="537"/>
                    </a:lnTo>
                    <a:lnTo>
                      <a:pt x="2955" y="355"/>
                    </a:lnTo>
                    <a:lnTo>
                      <a:pt x="3188" y="355"/>
                    </a:lnTo>
                    <a:lnTo>
                      <a:pt x="3188" y="263"/>
                    </a:lnTo>
                    <a:close/>
                    <a:moveTo>
                      <a:pt x="2727" y="523"/>
                    </a:moveTo>
                    <a:lnTo>
                      <a:pt x="2714" y="528"/>
                    </a:lnTo>
                    <a:lnTo>
                      <a:pt x="2701" y="532"/>
                    </a:lnTo>
                    <a:lnTo>
                      <a:pt x="2687" y="536"/>
                    </a:lnTo>
                    <a:lnTo>
                      <a:pt x="2671" y="539"/>
                    </a:lnTo>
                    <a:lnTo>
                      <a:pt x="2655" y="542"/>
                    </a:lnTo>
                    <a:lnTo>
                      <a:pt x="2637" y="544"/>
                    </a:lnTo>
                    <a:lnTo>
                      <a:pt x="2621" y="545"/>
                    </a:lnTo>
                    <a:lnTo>
                      <a:pt x="2604" y="545"/>
                    </a:lnTo>
                    <a:lnTo>
                      <a:pt x="2590" y="545"/>
                    </a:lnTo>
                    <a:lnTo>
                      <a:pt x="2579" y="544"/>
                    </a:lnTo>
                    <a:lnTo>
                      <a:pt x="2567" y="543"/>
                    </a:lnTo>
                    <a:lnTo>
                      <a:pt x="2555" y="541"/>
                    </a:lnTo>
                    <a:lnTo>
                      <a:pt x="2544" y="539"/>
                    </a:lnTo>
                    <a:lnTo>
                      <a:pt x="2533" y="537"/>
                    </a:lnTo>
                    <a:lnTo>
                      <a:pt x="2522" y="534"/>
                    </a:lnTo>
                    <a:lnTo>
                      <a:pt x="2512" y="530"/>
                    </a:lnTo>
                    <a:lnTo>
                      <a:pt x="2502" y="526"/>
                    </a:lnTo>
                    <a:lnTo>
                      <a:pt x="2493" y="522"/>
                    </a:lnTo>
                    <a:lnTo>
                      <a:pt x="2483" y="516"/>
                    </a:lnTo>
                    <a:lnTo>
                      <a:pt x="2475" y="511"/>
                    </a:lnTo>
                    <a:lnTo>
                      <a:pt x="2467" y="505"/>
                    </a:lnTo>
                    <a:lnTo>
                      <a:pt x="2459" y="499"/>
                    </a:lnTo>
                    <a:lnTo>
                      <a:pt x="2451" y="492"/>
                    </a:lnTo>
                    <a:lnTo>
                      <a:pt x="2444" y="486"/>
                    </a:lnTo>
                    <a:lnTo>
                      <a:pt x="2437" y="477"/>
                    </a:lnTo>
                    <a:lnTo>
                      <a:pt x="2431" y="470"/>
                    </a:lnTo>
                    <a:lnTo>
                      <a:pt x="2426" y="462"/>
                    </a:lnTo>
                    <a:lnTo>
                      <a:pt x="2420" y="453"/>
                    </a:lnTo>
                    <a:lnTo>
                      <a:pt x="2414" y="443"/>
                    </a:lnTo>
                    <a:lnTo>
                      <a:pt x="2410" y="434"/>
                    </a:lnTo>
                    <a:lnTo>
                      <a:pt x="2406" y="425"/>
                    </a:lnTo>
                    <a:lnTo>
                      <a:pt x="2402" y="415"/>
                    </a:lnTo>
                    <a:lnTo>
                      <a:pt x="2396" y="393"/>
                    </a:lnTo>
                    <a:lnTo>
                      <a:pt x="2391" y="371"/>
                    </a:lnTo>
                    <a:lnTo>
                      <a:pt x="2389" y="347"/>
                    </a:lnTo>
                    <a:lnTo>
                      <a:pt x="2388" y="322"/>
                    </a:lnTo>
                    <a:lnTo>
                      <a:pt x="2388" y="309"/>
                    </a:lnTo>
                    <a:lnTo>
                      <a:pt x="2389" y="295"/>
                    </a:lnTo>
                    <a:lnTo>
                      <a:pt x="2390" y="282"/>
                    </a:lnTo>
                    <a:lnTo>
                      <a:pt x="2392" y="270"/>
                    </a:lnTo>
                    <a:lnTo>
                      <a:pt x="2394" y="257"/>
                    </a:lnTo>
                    <a:lnTo>
                      <a:pt x="2397" y="246"/>
                    </a:lnTo>
                    <a:lnTo>
                      <a:pt x="2400" y="235"/>
                    </a:lnTo>
                    <a:lnTo>
                      <a:pt x="2403" y="223"/>
                    </a:lnTo>
                    <a:lnTo>
                      <a:pt x="2408" y="213"/>
                    </a:lnTo>
                    <a:lnTo>
                      <a:pt x="2412" y="203"/>
                    </a:lnTo>
                    <a:lnTo>
                      <a:pt x="2418" y="193"/>
                    </a:lnTo>
                    <a:lnTo>
                      <a:pt x="2423" y="184"/>
                    </a:lnTo>
                    <a:lnTo>
                      <a:pt x="2429" y="176"/>
                    </a:lnTo>
                    <a:lnTo>
                      <a:pt x="2435" y="168"/>
                    </a:lnTo>
                    <a:lnTo>
                      <a:pt x="2441" y="159"/>
                    </a:lnTo>
                    <a:lnTo>
                      <a:pt x="2448" y="152"/>
                    </a:lnTo>
                    <a:lnTo>
                      <a:pt x="2457" y="145"/>
                    </a:lnTo>
                    <a:lnTo>
                      <a:pt x="2464" y="139"/>
                    </a:lnTo>
                    <a:lnTo>
                      <a:pt x="2472" y="133"/>
                    </a:lnTo>
                    <a:lnTo>
                      <a:pt x="2480" y="127"/>
                    </a:lnTo>
                    <a:lnTo>
                      <a:pt x="2489" y="121"/>
                    </a:lnTo>
                    <a:lnTo>
                      <a:pt x="2499" y="117"/>
                    </a:lnTo>
                    <a:lnTo>
                      <a:pt x="2508" y="112"/>
                    </a:lnTo>
                    <a:lnTo>
                      <a:pt x="2517" y="109"/>
                    </a:lnTo>
                    <a:lnTo>
                      <a:pt x="2538" y="102"/>
                    </a:lnTo>
                    <a:lnTo>
                      <a:pt x="2559" y="98"/>
                    </a:lnTo>
                    <a:lnTo>
                      <a:pt x="2582" y="95"/>
                    </a:lnTo>
                    <a:lnTo>
                      <a:pt x="2605" y="94"/>
                    </a:lnTo>
                    <a:lnTo>
                      <a:pt x="2623" y="95"/>
                    </a:lnTo>
                    <a:lnTo>
                      <a:pt x="2641" y="96"/>
                    </a:lnTo>
                    <a:lnTo>
                      <a:pt x="2658" y="98"/>
                    </a:lnTo>
                    <a:lnTo>
                      <a:pt x="2673" y="101"/>
                    </a:lnTo>
                    <a:lnTo>
                      <a:pt x="2688" y="105"/>
                    </a:lnTo>
                    <a:lnTo>
                      <a:pt x="2701" y="109"/>
                    </a:lnTo>
                    <a:lnTo>
                      <a:pt x="2714" y="113"/>
                    </a:lnTo>
                    <a:lnTo>
                      <a:pt x="2726" y="118"/>
                    </a:lnTo>
                    <a:lnTo>
                      <a:pt x="2750" y="28"/>
                    </a:lnTo>
                    <a:lnTo>
                      <a:pt x="2740" y="24"/>
                    </a:lnTo>
                    <a:lnTo>
                      <a:pt x="2728" y="19"/>
                    </a:lnTo>
                    <a:lnTo>
                      <a:pt x="2712" y="13"/>
                    </a:lnTo>
                    <a:lnTo>
                      <a:pt x="2695" y="9"/>
                    </a:lnTo>
                    <a:lnTo>
                      <a:pt x="2674" y="6"/>
                    </a:lnTo>
                    <a:lnTo>
                      <a:pt x="2652" y="3"/>
                    </a:lnTo>
                    <a:lnTo>
                      <a:pt x="2627" y="1"/>
                    </a:lnTo>
                    <a:lnTo>
                      <a:pt x="2600" y="0"/>
                    </a:lnTo>
                    <a:lnTo>
                      <a:pt x="2583" y="1"/>
                    </a:lnTo>
                    <a:lnTo>
                      <a:pt x="2566" y="2"/>
                    </a:lnTo>
                    <a:lnTo>
                      <a:pt x="2548" y="4"/>
                    </a:lnTo>
                    <a:lnTo>
                      <a:pt x="2532" y="6"/>
                    </a:lnTo>
                    <a:lnTo>
                      <a:pt x="2515" y="9"/>
                    </a:lnTo>
                    <a:lnTo>
                      <a:pt x="2499" y="13"/>
                    </a:lnTo>
                    <a:lnTo>
                      <a:pt x="2483" y="17"/>
                    </a:lnTo>
                    <a:lnTo>
                      <a:pt x="2468" y="23"/>
                    </a:lnTo>
                    <a:lnTo>
                      <a:pt x="2454" y="29"/>
                    </a:lnTo>
                    <a:lnTo>
                      <a:pt x="2439" y="35"/>
                    </a:lnTo>
                    <a:lnTo>
                      <a:pt x="2426" y="42"/>
                    </a:lnTo>
                    <a:lnTo>
                      <a:pt x="2411" y="50"/>
                    </a:lnTo>
                    <a:lnTo>
                      <a:pt x="2399" y="59"/>
                    </a:lnTo>
                    <a:lnTo>
                      <a:pt x="2387" y="68"/>
                    </a:lnTo>
                    <a:lnTo>
                      <a:pt x="2374" y="77"/>
                    </a:lnTo>
                    <a:lnTo>
                      <a:pt x="2363" y="87"/>
                    </a:lnTo>
                    <a:lnTo>
                      <a:pt x="2352" y="99"/>
                    </a:lnTo>
                    <a:lnTo>
                      <a:pt x="2342" y="110"/>
                    </a:lnTo>
                    <a:lnTo>
                      <a:pt x="2332" y="122"/>
                    </a:lnTo>
                    <a:lnTo>
                      <a:pt x="2323" y="135"/>
                    </a:lnTo>
                    <a:lnTo>
                      <a:pt x="2315" y="148"/>
                    </a:lnTo>
                    <a:lnTo>
                      <a:pt x="2307" y="162"/>
                    </a:lnTo>
                    <a:lnTo>
                      <a:pt x="2300" y="176"/>
                    </a:lnTo>
                    <a:lnTo>
                      <a:pt x="2293" y="190"/>
                    </a:lnTo>
                    <a:lnTo>
                      <a:pt x="2288" y="206"/>
                    </a:lnTo>
                    <a:lnTo>
                      <a:pt x="2283" y="222"/>
                    </a:lnTo>
                    <a:lnTo>
                      <a:pt x="2278" y="239"/>
                    </a:lnTo>
                    <a:lnTo>
                      <a:pt x="2275" y="255"/>
                    </a:lnTo>
                    <a:lnTo>
                      <a:pt x="2272" y="273"/>
                    </a:lnTo>
                    <a:lnTo>
                      <a:pt x="2270" y="290"/>
                    </a:lnTo>
                    <a:lnTo>
                      <a:pt x="2269" y="309"/>
                    </a:lnTo>
                    <a:lnTo>
                      <a:pt x="2269" y="328"/>
                    </a:lnTo>
                    <a:lnTo>
                      <a:pt x="2269" y="346"/>
                    </a:lnTo>
                    <a:lnTo>
                      <a:pt x="2270" y="362"/>
                    </a:lnTo>
                    <a:lnTo>
                      <a:pt x="2272" y="380"/>
                    </a:lnTo>
                    <a:lnTo>
                      <a:pt x="2274" y="395"/>
                    </a:lnTo>
                    <a:lnTo>
                      <a:pt x="2277" y="412"/>
                    </a:lnTo>
                    <a:lnTo>
                      <a:pt x="2281" y="427"/>
                    </a:lnTo>
                    <a:lnTo>
                      <a:pt x="2285" y="441"/>
                    </a:lnTo>
                    <a:lnTo>
                      <a:pt x="2290" y="457"/>
                    </a:lnTo>
                    <a:lnTo>
                      <a:pt x="2295" y="470"/>
                    </a:lnTo>
                    <a:lnTo>
                      <a:pt x="2302" y="484"/>
                    </a:lnTo>
                    <a:lnTo>
                      <a:pt x="2309" y="497"/>
                    </a:lnTo>
                    <a:lnTo>
                      <a:pt x="2317" y="509"/>
                    </a:lnTo>
                    <a:lnTo>
                      <a:pt x="2325" y="522"/>
                    </a:lnTo>
                    <a:lnTo>
                      <a:pt x="2333" y="534"/>
                    </a:lnTo>
                    <a:lnTo>
                      <a:pt x="2343" y="544"/>
                    </a:lnTo>
                    <a:lnTo>
                      <a:pt x="2353" y="555"/>
                    </a:lnTo>
                    <a:lnTo>
                      <a:pt x="2363" y="565"/>
                    </a:lnTo>
                    <a:lnTo>
                      <a:pt x="2374" y="574"/>
                    </a:lnTo>
                    <a:lnTo>
                      <a:pt x="2386" y="583"/>
                    </a:lnTo>
                    <a:lnTo>
                      <a:pt x="2398" y="592"/>
                    </a:lnTo>
                    <a:lnTo>
                      <a:pt x="2411" y="599"/>
                    </a:lnTo>
                    <a:lnTo>
                      <a:pt x="2424" y="606"/>
                    </a:lnTo>
                    <a:lnTo>
                      <a:pt x="2438" y="612"/>
                    </a:lnTo>
                    <a:lnTo>
                      <a:pt x="2452" y="618"/>
                    </a:lnTo>
                    <a:lnTo>
                      <a:pt x="2467" y="623"/>
                    </a:lnTo>
                    <a:lnTo>
                      <a:pt x="2482" y="628"/>
                    </a:lnTo>
                    <a:lnTo>
                      <a:pt x="2499" y="632"/>
                    </a:lnTo>
                    <a:lnTo>
                      <a:pt x="2515" y="635"/>
                    </a:lnTo>
                    <a:lnTo>
                      <a:pt x="2532" y="637"/>
                    </a:lnTo>
                    <a:lnTo>
                      <a:pt x="2549" y="639"/>
                    </a:lnTo>
                    <a:lnTo>
                      <a:pt x="2567" y="640"/>
                    </a:lnTo>
                    <a:lnTo>
                      <a:pt x="2585" y="641"/>
                    </a:lnTo>
                    <a:lnTo>
                      <a:pt x="2612" y="640"/>
                    </a:lnTo>
                    <a:lnTo>
                      <a:pt x="2637" y="638"/>
                    </a:lnTo>
                    <a:lnTo>
                      <a:pt x="2661" y="635"/>
                    </a:lnTo>
                    <a:lnTo>
                      <a:pt x="2684" y="632"/>
                    </a:lnTo>
                    <a:lnTo>
                      <a:pt x="2702" y="628"/>
                    </a:lnTo>
                    <a:lnTo>
                      <a:pt x="2720" y="622"/>
                    </a:lnTo>
                    <a:lnTo>
                      <a:pt x="2734" y="617"/>
                    </a:lnTo>
                    <a:lnTo>
                      <a:pt x="2745" y="612"/>
                    </a:lnTo>
                    <a:lnTo>
                      <a:pt x="2727" y="523"/>
                    </a:lnTo>
                    <a:close/>
                    <a:moveTo>
                      <a:pt x="2058" y="10"/>
                    </a:moveTo>
                    <a:lnTo>
                      <a:pt x="2058" y="631"/>
                    </a:lnTo>
                    <a:lnTo>
                      <a:pt x="2171" y="631"/>
                    </a:lnTo>
                    <a:lnTo>
                      <a:pt x="2171" y="10"/>
                    </a:lnTo>
                    <a:lnTo>
                      <a:pt x="2058" y="10"/>
                    </a:lnTo>
                    <a:close/>
                    <a:moveTo>
                      <a:pt x="1776" y="631"/>
                    </a:moveTo>
                    <a:lnTo>
                      <a:pt x="1991" y="10"/>
                    </a:lnTo>
                    <a:lnTo>
                      <a:pt x="1871" y="10"/>
                    </a:lnTo>
                    <a:lnTo>
                      <a:pt x="1780" y="294"/>
                    </a:lnTo>
                    <a:lnTo>
                      <a:pt x="1771" y="322"/>
                    </a:lnTo>
                    <a:lnTo>
                      <a:pt x="1762" y="351"/>
                    </a:lnTo>
                    <a:lnTo>
                      <a:pt x="1754" y="379"/>
                    </a:lnTo>
                    <a:lnTo>
                      <a:pt x="1746" y="407"/>
                    </a:lnTo>
                    <a:lnTo>
                      <a:pt x="1738" y="435"/>
                    </a:lnTo>
                    <a:lnTo>
                      <a:pt x="1730" y="463"/>
                    </a:lnTo>
                    <a:lnTo>
                      <a:pt x="1724" y="491"/>
                    </a:lnTo>
                    <a:lnTo>
                      <a:pt x="1717" y="518"/>
                    </a:lnTo>
                    <a:lnTo>
                      <a:pt x="1715" y="518"/>
                    </a:lnTo>
                    <a:lnTo>
                      <a:pt x="1709" y="491"/>
                    </a:lnTo>
                    <a:lnTo>
                      <a:pt x="1702" y="462"/>
                    </a:lnTo>
                    <a:lnTo>
                      <a:pt x="1695" y="434"/>
                    </a:lnTo>
                    <a:lnTo>
                      <a:pt x="1688" y="406"/>
                    </a:lnTo>
                    <a:lnTo>
                      <a:pt x="1680" y="379"/>
                    </a:lnTo>
                    <a:lnTo>
                      <a:pt x="1672" y="350"/>
                    </a:lnTo>
                    <a:lnTo>
                      <a:pt x="1663" y="321"/>
                    </a:lnTo>
                    <a:lnTo>
                      <a:pt x="1654" y="292"/>
                    </a:lnTo>
                    <a:lnTo>
                      <a:pt x="1570" y="10"/>
                    </a:lnTo>
                    <a:lnTo>
                      <a:pt x="1447" y="10"/>
                    </a:lnTo>
                    <a:lnTo>
                      <a:pt x="1647" y="631"/>
                    </a:lnTo>
                    <a:lnTo>
                      <a:pt x="1776" y="631"/>
                    </a:lnTo>
                    <a:close/>
                    <a:moveTo>
                      <a:pt x="1090" y="97"/>
                    </a:moveTo>
                    <a:lnTo>
                      <a:pt x="1101" y="95"/>
                    </a:lnTo>
                    <a:lnTo>
                      <a:pt x="1117" y="93"/>
                    </a:lnTo>
                    <a:lnTo>
                      <a:pt x="1136" y="92"/>
                    </a:lnTo>
                    <a:lnTo>
                      <a:pt x="1161" y="91"/>
                    </a:lnTo>
                    <a:lnTo>
                      <a:pt x="1174" y="92"/>
                    </a:lnTo>
                    <a:lnTo>
                      <a:pt x="1187" y="93"/>
                    </a:lnTo>
                    <a:lnTo>
                      <a:pt x="1199" y="95"/>
                    </a:lnTo>
                    <a:lnTo>
                      <a:pt x="1210" y="97"/>
                    </a:lnTo>
                    <a:lnTo>
                      <a:pt x="1222" y="100"/>
                    </a:lnTo>
                    <a:lnTo>
                      <a:pt x="1231" y="105"/>
                    </a:lnTo>
                    <a:lnTo>
                      <a:pt x="1240" y="109"/>
                    </a:lnTo>
                    <a:lnTo>
                      <a:pt x="1248" y="115"/>
                    </a:lnTo>
                    <a:lnTo>
                      <a:pt x="1256" y="121"/>
                    </a:lnTo>
                    <a:lnTo>
                      <a:pt x="1263" y="130"/>
                    </a:lnTo>
                    <a:lnTo>
                      <a:pt x="1268" y="137"/>
                    </a:lnTo>
                    <a:lnTo>
                      <a:pt x="1273" y="146"/>
                    </a:lnTo>
                    <a:lnTo>
                      <a:pt x="1277" y="156"/>
                    </a:lnTo>
                    <a:lnTo>
                      <a:pt x="1279" y="167"/>
                    </a:lnTo>
                    <a:lnTo>
                      <a:pt x="1281" y="178"/>
                    </a:lnTo>
                    <a:lnTo>
                      <a:pt x="1281" y="190"/>
                    </a:lnTo>
                    <a:lnTo>
                      <a:pt x="1281" y="202"/>
                    </a:lnTo>
                    <a:lnTo>
                      <a:pt x="1279" y="212"/>
                    </a:lnTo>
                    <a:lnTo>
                      <a:pt x="1277" y="222"/>
                    </a:lnTo>
                    <a:lnTo>
                      <a:pt x="1273" y="232"/>
                    </a:lnTo>
                    <a:lnTo>
                      <a:pt x="1268" y="242"/>
                    </a:lnTo>
                    <a:lnTo>
                      <a:pt x="1263" y="250"/>
                    </a:lnTo>
                    <a:lnTo>
                      <a:pt x="1255" y="257"/>
                    </a:lnTo>
                    <a:lnTo>
                      <a:pt x="1248" y="264"/>
                    </a:lnTo>
                    <a:lnTo>
                      <a:pt x="1240" y="271"/>
                    </a:lnTo>
                    <a:lnTo>
                      <a:pt x="1231" y="277"/>
                    </a:lnTo>
                    <a:lnTo>
                      <a:pt x="1221" y="281"/>
                    </a:lnTo>
                    <a:lnTo>
                      <a:pt x="1209" y="285"/>
                    </a:lnTo>
                    <a:lnTo>
                      <a:pt x="1197" y="288"/>
                    </a:lnTo>
                    <a:lnTo>
                      <a:pt x="1185" y="291"/>
                    </a:lnTo>
                    <a:lnTo>
                      <a:pt x="1171" y="292"/>
                    </a:lnTo>
                    <a:lnTo>
                      <a:pt x="1158" y="292"/>
                    </a:lnTo>
                    <a:lnTo>
                      <a:pt x="1090" y="292"/>
                    </a:lnTo>
                    <a:lnTo>
                      <a:pt x="1090" y="97"/>
                    </a:lnTo>
                    <a:close/>
                    <a:moveTo>
                      <a:pt x="978" y="631"/>
                    </a:moveTo>
                    <a:lnTo>
                      <a:pt x="1090" y="631"/>
                    </a:lnTo>
                    <a:lnTo>
                      <a:pt x="1090" y="375"/>
                    </a:lnTo>
                    <a:lnTo>
                      <a:pt x="1148" y="375"/>
                    </a:lnTo>
                    <a:lnTo>
                      <a:pt x="1159" y="377"/>
                    </a:lnTo>
                    <a:lnTo>
                      <a:pt x="1170" y="378"/>
                    </a:lnTo>
                    <a:lnTo>
                      <a:pt x="1180" y="380"/>
                    </a:lnTo>
                    <a:lnTo>
                      <a:pt x="1190" y="382"/>
                    </a:lnTo>
                    <a:lnTo>
                      <a:pt x="1198" y="385"/>
                    </a:lnTo>
                    <a:lnTo>
                      <a:pt x="1206" y="389"/>
                    </a:lnTo>
                    <a:lnTo>
                      <a:pt x="1213" y="394"/>
                    </a:lnTo>
                    <a:lnTo>
                      <a:pt x="1221" y="400"/>
                    </a:lnTo>
                    <a:lnTo>
                      <a:pt x="1227" y="407"/>
                    </a:lnTo>
                    <a:lnTo>
                      <a:pt x="1233" y="415"/>
                    </a:lnTo>
                    <a:lnTo>
                      <a:pt x="1238" y="424"/>
                    </a:lnTo>
                    <a:lnTo>
                      <a:pt x="1243" y="433"/>
                    </a:lnTo>
                    <a:lnTo>
                      <a:pt x="1247" y="444"/>
                    </a:lnTo>
                    <a:lnTo>
                      <a:pt x="1251" y="457"/>
                    </a:lnTo>
                    <a:lnTo>
                      <a:pt x="1255" y="470"/>
                    </a:lnTo>
                    <a:lnTo>
                      <a:pt x="1259" y="485"/>
                    </a:lnTo>
                    <a:lnTo>
                      <a:pt x="1272" y="537"/>
                    </a:lnTo>
                    <a:lnTo>
                      <a:pt x="1283" y="579"/>
                    </a:lnTo>
                    <a:lnTo>
                      <a:pt x="1288" y="597"/>
                    </a:lnTo>
                    <a:lnTo>
                      <a:pt x="1292" y="611"/>
                    </a:lnTo>
                    <a:lnTo>
                      <a:pt x="1297" y="622"/>
                    </a:lnTo>
                    <a:lnTo>
                      <a:pt x="1301" y="631"/>
                    </a:lnTo>
                    <a:lnTo>
                      <a:pt x="1417" y="631"/>
                    </a:lnTo>
                    <a:lnTo>
                      <a:pt x="1413" y="619"/>
                    </a:lnTo>
                    <a:lnTo>
                      <a:pt x="1406" y="605"/>
                    </a:lnTo>
                    <a:lnTo>
                      <a:pt x="1401" y="585"/>
                    </a:lnTo>
                    <a:lnTo>
                      <a:pt x="1395" y="565"/>
                    </a:lnTo>
                    <a:lnTo>
                      <a:pt x="1389" y="540"/>
                    </a:lnTo>
                    <a:lnTo>
                      <a:pt x="1382" y="514"/>
                    </a:lnTo>
                    <a:lnTo>
                      <a:pt x="1376" y="487"/>
                    </a:lnTo>
                    <a:lnTo>
                      <a:pt x="1368" y="458"/>
                    </a:lnTo>
                    <a:lnTo>
                      <a:pt x="1362" y="436"/>
                    </a:lnTo>
                    <a:lnTo>
                      <a:pt x="1354" y="416"/>
                    </a:lnTo>
                    <a:lnTo>
                      <a:pt x="1346" y="398"/>
                    </a:lnTo>
                    <a:lnTo>
                      <a:pt x="1336" y="382"/>
                    </a:lnTo>
                    <a:lnTo>
                      <a:pt x="1330" y="374"/>
                    </a:lnTo>
                    <a:lnTo>
                      <a:pt x="1324" y="367"/>
                    </a:lnTo>
                    <a:lnTo>
                      <a:pt x="1318" y="361"/>
                    </a:lnTo>
                    <a:lnTo>
                      <a:pt x="1312" y="355"/>
                    </a:lnTo>
                    <a:lnTo>
                      <a:pt x="1305" y="350"/>
                    </a:lnTo>
                    <a:lnTo>
                      <a:pt x="1298" y="346"/>
                    </a:lnTo>
                    <a:lnTo>
                      <a:pt x="1290" y="342"/>
                    </a:lnTo>
                    <a:lnTo>
                      <a:pt x="1282" y="337"/>
                    </a:lnTo>
                    <a:lnTo>
                      <a:pt x="1282" y="335"/>
                    </a:lnTo>
                    <a:lnTo>
                      <a:pt x="1292" y="330"/>
                    </a:lnTo>
                    <a:lnTo>
                      <a:pt x="1304" y="326"/>
                    </a:lnTo>
                    <a:lnTo>
                      <a:pt x="1314" y="320"/>
                    </a:lnTo>
                    <a:lnTo>
                      <a:pt x="1324" y="314"/>
                    </a:lnTo>
                    <a:lnTo>
                      <a:pt x="1334" y="306"/>
                    </a:lnTo>
                    <a:lnTo>
                      <a:pt x="1343" y="298"/>
                    </a:lnTo>
                    <a:lnTo>
                      <a:pt x="1352" y="289"/>
                    </a:lnTo>
                    <a:lnTo>
                      <a:pt x="1360" y="280"/>
                    </a:lnTo>
                    <a:lnTo>
                      <a:pt x="1367" y="270"/>
                    </a:lnTo>
                    <a:lnTo>
                      <a:pt x="1374" y="258"/>
                    </a:lnTo>
                    <a:lnTo>
                      <a:pt x="1380" y="247"/>
                    </a:lnTo>
                    <a:lnTo>
                      <a:pt x="1385" y="235"/>
                    </a:lnTo>
                    <a:lnTo>
                      <a:pt x="1389" y="222"/>
                    </a:lnTo>
                    <a:lnTo>
                      <a:pt x="1392" y="209"/>
                    </a:lnTo>
                    <a:lnTo>
                      <a:pt x="1394" y="194"/>
                    </a:lnTo>
                    <a:lnTo>
                      <a:pt x="1394" y="180"/>
                    </a:lnTo>
                    <a:lnTo>
                      <a:pt x="1393" y="160"/>
                    </a:lnTo>
                    <a:lnTo>
                      <a:pt x="1391" y="142"/>
                    </a:lnTo>
                    <a:lnTo>
                      <a:pt x="1386" y="124"/>
                    </a:lnTo>
                    <a:lnTo>
                      <a:pt x="1381" y="108"/>
                    </a:lnTo>
                    <a:lnTo>
                      <a:pt x="1373" y="94"/>
                    </a:lnTo>
                    <a:lnTo>
                      <a:pt x="1363" y="79"/>
                    </a:lnTo>
                    <a:lnTo>
                      <a:pt x="1353" y="67"/>
                    </a:lnTo>
                    <a:lnTo>
                      <a:pt x="1341" y="56"/>
                    </a:lnTo>
                    <a:lnTo>
                      <a:pt x="1333" y="49"/>
                    </a:lnTo>
                    <a:lnTo>
                      <a:pt x="1324" y="43"/>
                    </a:lnTo>
                    <a:lnTo>
                      <a:pt x="1315" y="38"/>
                    </a:lnTo>
                    <a:lnTo>
                      <a:pt x="1306" y="33"/>
                    </a:lnTo>
                    <a:lnTo>
                      <a:pt x="1296" y="28"/>
                    </a:lnTo>
                    <a:lnTo>
                      <a:pt x="1285" y="24"/>
                    </a:lnTo>
                    <a:lnTo>
                      <a:pt x="1275" y="21"/>
                    </a:lnTo>
                    <a:lnTo>
                      <a:pt x="1263" y="17"/>
                    </a:lnTo>
                    <a:lnTo>
                      <a:pt x="1238" y="12"/>
                    </a:lnTo>
                    <a:lnTo>
                      <a:pt x="1211" y="8"/>
                    </a:lnTo>
                    <a:lnTo>
                      <a:pt x="1181" y="6"/>
                    </a:lnTo>
                    <a:lnTo>
                      <a:pt x="1150" y="5"/>
                    </a:lnTo>
                    <a:lnTo>
                      <a:pt x="1125" y="5"/>
                    </a:lnTo>
                    <a:lnTo>
                      <a:pt x="1101" y="6"/>
                    </a:lnTo>
                    <a:lnTo>
                      <a:pt x="1078" y="7"/>
                    </a:lnTo>
                    <a:lnTo>
                      <a:pt x="1055" y="9"/>
                    </a:lnTo>
                    <a:lnTo>
                      <a:pt x="1034" y="11"/>
                    </a:lnTo>
                    <a:lnTo>
                      <a:pt x="1014" y="13"/>
                    </a:lnTo>
                    <a:lnTo>
                      <a:pt x="995" y="15"/>
                    </a:lnTo>
                    <a:lnTo>
                      <a:pt x="978" y="19"/>
                    </a:lnTo>
                    <a:lnTo>
                      <a:pt x="978" y="631"/>
                    </a:lnTo>
                    <a:close/>
                    <a:moveTo>
                      <a:pt x="852" y="263"/>
                    </a:moveTo>
                    <a:lnTo>
                      <a:pt x="617" y="263"/>
                    </a:lnTo>
                    <a:lnTo>
                      <a:pt x="617" y="104"/>
                    </a:lnTo>
                    <a:lnTo>
                      <a:pt x="865" y="104"/>
                    </a:lnTo>
                    <a:lnTo>
                      <a:pt x="865" y="10"/>
                    </a:lnTo>
                    <a:lnTo>
                      <a:pt x="504" y="10"/>
                    </a:lnTo>
                    <a:lnTo>
                      <a:pt x="504" y="631"/>
                    </a:lnTo>
                    <a:lnTo>
                      <a:pt x="879" y="631"/>
                    </a:lnTo>
                    <a:lnTo>
                      <a:pt x="879" y="537"/>
                    </a:lnTo>
                    <a:lnTo>
                      <a:pt x="617" y="537"/>
                    </a:lnTo>
                    <a:lnTo>
                      <a:pt x="617" y="355"/>
                    </a:lnTo>
                    <a:lnTo>
                      <a:pt x="852" y="355"/>
                    </a:lnTo>
                    <a:lnTo>
                      <a:pt x="852" y="263"/>
                    </a:lnTo>
                    <a:close/>
                    <a:moveTo>
                      <a:pt x="0" y="601"/>
                    </a:moveTo>
                    <a:lnTo>
                      <a:pt x="14" y="609"/>
                    </a:lnTo>
                    <a:lnTo>
                      <a:pt x="32" y="616"/>
                    </a:lnTo>
                    <a:lnTo>
                      <a:pt x="50" y="622"/>
                    </a:lnTo>
                    <a:lnTo>
                      <a:pt x="72" y="629"/>
                    </a:lnTo>
                    <a:lnTo>
                      <a:pt x="94" y="634"/>
                    </a:lnTo>
                    <a:lnTo>
                      <a:pt x="118" y="637"/>
                    </a:lnTo>
                    <a:lnTo>
                      <a:pt x="143" y="640"/>
                    </a:lnTo>
                    <a:lnTo>
                      <a:pt x="167" y="641"/>
                    </a:lnTo>
                    <a:lnTo>
                      <a:pt x="196" y="640"/>
                    </a:lnTo>
                    <a:lnTo>
                      <a:pt x="224" y="637"/>
                    </a:lnTo>
                    <a:lnTo>
                      <a:pt x="236" y="635"/>
                    </a:lnTo>
                    <a:lnTo>
                      <a:pt x="248" y="632"/>
                    </a:lnTo>
                    <a:lnTo>
                      <a:pt x="261" y="629"/>
                    </a:lnTo>
                    <a:lnTo>
                      <a:pt x="272" y="625"/>
                    </a:lnTo>
                    <a:lnTo>
                      <a:pt x="282" y="621"/>
                    </a:lnTo>
                    <a:lnTo>
                      <a:pt x="293" y="617"/>
                    </a:lnTo>
                    <a:lnTo>
                      <a:pt x="303" y="613"/>
                    </a:lnTo>
                    <a:lnTo>
                      <a:pt x="312" y="608"/>
                    </a:lnTo>
                    <a:lnTo>
                      <a:pt x="321" y="603"/>
                    </a:lnTo>
                    <a:lnTo>
                      <a:pt x="330" y="597"/>
                    </a:lnTo>
                    <a:lnTo>
                      <a:pt x="338" y="591"/>
                    </a:lnTo>
                    <a:lnTo>
                      <a:pt x="345" y="584"/>
                    </a:lnTo>
                    <a:lnTo>
                      <a:pt x="352" y="578"/>
                    </a:lnTo>
                    <a:lnTo>
                      <a:pt x="358" y="571"/>
                    </a:lnTo>
                    <a:lnTo>
                      <a:pt x="365" y="564"/>
                    </a:lnTo>
                    <a:lnTo>
                      <a:pt x="371" y="557"/>
                    </a:lnTo>
                    <a:lnTo>
                      <a:pt x="380" y="541"/>
                    </a:lnTo>
                    <a:lnTo>
                      <a:pt x="388" y="526"/>
                    </a:lnTo>
                    <a:lnTo>
                      <a:pt x="394" y="508"/>
                    </a:lnTo>
                    <a:lnTo>
                      <a:pt x="400" y="491"/>
                    </a:lnTo>
                    <a:lnTo>
                      <a:pt x="402" y="472"/>
                    </a:lnTo>
                    <a:lnTo>
                      <a:pt x="403" y="454"/>
                    </a:lnTo>
                    <a:lnTo>
                      <a:pt x="402" y="437"/>
                    </a:lnTo>
                    <a:lnTo>
                      <a:pt x="401" y="422"/>
                    </a:lnTo>
                    <a:lnTo>
                      <a:pt x="397" y="407"/>
                    </a:lnTo>
                    <a:lnTo>
                      <a:pt x="393" y="393"/>
                    </a:lnTo>
                    <a:lnTo>
                      <a:pt x="387" y="380"/>
                    </a:lnTo>
                    <a:lnTo>
                      <a:pt x="381" y="367"/>
                    </a:lnTo>
                    <a:lnTo>
                      <a:pt x="373" y="355"/>
                    </a:lnTo>
                    <a:lnTo>
                      <a:pt x="364" y="344"/>
                    </a:lnTo>
                    <a:lnTo>
                      <a:pt x="353" y="332"/>
                    </a:lnTo>
                    <a:lnTo>
                      <a:pt x="341" y="322"/>
                    </a:lnTo>
                    <a:lnTo>
                      <a:pt x="328" y="313"/>
                    </a:lnTo>
                    <a:lnTo>
                      <a:pt x="313" y="303"/>
                    </a:lnTo>
                    <a:lnTo>
                      <a:pt x="298" y="294"/>
                    </a:lnTo>
                    <a:lnTo>
                      <a:pt x="281" y="286"/>
                    </a:lnTo>
                    <a:lnTo>
                      <a:pt x="263" y="278"/>
                    </a:lnTo>
                    <a:lnTo>
                      <a:pt x="243" y="270"/>
                    </a:lnTo>
                    <a:lnTo>
                      <a:pt x="215" y="258"/>
                    </a:lnTo>
                    <a:lnTo>
                      <a:pt x="190" y="247"/>
                    </a:lnTo>
                    <a:lnTo>
                      <a:pt x="179" y="242"/>
                    </a:lnTo>
                    <a:lnTo>
                      <a:pt x="169" y="236"/>
                    </a:lnTo>
                    <a:lnTo>
                      <a:pt x="161" y="230"/>
                    </a:lnTo>
                    <a:lnTo>
                      <a:pt x="153" y="224"/>
                    </a:lnTo>
                    <a:lnTo>
                      <a:pt x="146" y="219"/>
                    </a:lnTo>
                    <a:lnTo>
                      <a:pt x="141" y="213"/>
                    </a:lnTo>
                    <a:lnTo>
                      <a:pt x="135" y="206"/>
                    </a:lnTo>
                    <a:lnTo>
                      <a:pt x="131" y="200"/>
                    </a:lnTo>
                    <a:lnTo>
                      <a:pt x="128" y="192"/>
                    </a:lnTo>
                    <a:lnTo>
                      <a:pt x="126" y="184"/>
                    </a:lnTo>
                    <a:lnTo>
                      <a:pt x="125" y="177"/>
                    </a:lnTo>
                    <a:lnTo>
                      <a:pt x="125" y="168"/>
                    </a:lnTo>
                    <a:lnTo>
                      <a:pt x="125" y="162"/>
                    </a:lnTo>
                    <a:lnTo>
                      <a:pt x="126" y="154"/>
                    </a:lnTo>
                    <a:lnTo>
                      <a:pt x="128" y="147"/>
                    </a:lnTo>
                    <a:lnTo>
                      <a:pt x="130" y="141"/>
                    </a:lnTo>
                    <a:lnTo>
                      <a:pt x="134" y="135"/>
                    </a:lnTo>
                    <a:lnTo>
                      <a:pt x="139" y="129"/>
                    </a:lnTo>
                    <a:lnTo>
                      <a:pt x="143" y="122"/>
                    </a:lnTo>
                    <a:lnTo>
                      <a:pt x="149" y="117"/>
                    </a:lnTo>
                    <a:lnTo>
                      <a:pt x="156" y="112"/>
                    </a:lnTo>
                    <a:lnTo>
                      <a:pt x="163" y="107"/>
                    </a:lnTo>
                    <a:lnTo>
                      <a:pt x="171" y="103"/>
                    </a:lnTo>
                    <a:lnTo>
                      <a:pt x="181" y="100"/>
                    </a:lnTo>
                    <a:lnTo>
                      <a:pt x="191" y="97"/>
                    </a:lnTo>
                    <a:lnTo>
                      <a:pt x="202" y="95"/>
                    </a:lnTo>
                    <a:lnTo>
                      <a:pt x="215" y="94"/>
                    </a:lnTo>
                    <a:lnTo>
                      <a:pt x="227" y="94"/>
                    </a:lnTo>
                    <a:lnTo>
                      <a:pt x="248" y="94"/>
                    </a:lnTo>
                    <a:lnTo>
                      <a:pt x="268" y="96"/>
                    </a:lnTo>
                    <a:lnTo>
                      <a:pt x="285" y="100"/>
                    </a:lnTo>
                    <a:lnTo>
                      <a:pt x="302" y="104"/>
                    </a:lnTo>
                    <a:lnTo>
                      <a:pt x="317" y="108"/>
                    </a:lnTo>
                    <a:lnTo>
                      <a:pt x="331" y="113"/>
                    </a:lnTo>
                    <a:lnTo>
                      <a:pt x="342" y="118"/>
                    </a:lnTo>
                    <a:lnTo>
                      <a:pt x="351" y="122"/>
                    </a:lnTo>
                    <a:lnTo>
                      <a:pt x="378" y="31"/>
                    </a:lnTo>
                    <a:lnTo>
                      <a:pt x="366" y="25"/>
                    </a:lnTo>
                    <a:lnTo>
                      <a:pt x="350" y="20"/>
                    </a:lnTo>
                    <a:lnTo>
                      <a:pt x="335" y="14"/>
                    </a:lnTo>
                    <a:lnTo>
                      <a:pt x="316" y="9"/>
                    </a:lnTo>
                    <a:lnTo>
                      <a:pt x="298" y="6"/>
                    </a:lnTo>
                    <a:lnTo>
                      <a:pt x="276" y="3"/>
                    </a:lnTo>
                    <a:lnTo>
                      <a:pt x="254" y="1"/>
                    </a:lnTo>
                    <a:lnTo>
                      <a:pt x="229" y="0"/>
                    </a:lnTo>
                    <a:lnTo>
                      <a:pt x="204" y="1"/>
                    </a:lnTo>
                    <a:lnTo>
                      <a:pt x="182" y="4"/>
                    </a:lnTo>
                    <a:lnTo>
                      <a:pt x="159" y="8"/>
                    </a:lnTo>
                    <a:lnTo>
                      <a:pt x="139" y="14"/>
                    </a:lnTo>
                    <a:lnTo>
                      <a:pt x="119" y="22"/>
                    </a:lnTo>
                    <a:lnTo>
                      <a:pt x="101" y="30"/>
                    </a:lnTo>
                    <a:lnTo>
                      <a:pt x="84" y="40"/>
                    </a:lnTo>
                    <a:lnTo>
                      <a:pt x="70" y="51"/>
                    </a:lnTo>
                    <a:lnTo>
                      <a:pt x="56" y="64"/>
                    </a:lnTo>
                    <a:lnTo>
                      <a:pt x="44" y="77"/>
                    </a:lnTo>
                    <a:lnTo>
                      <a:pt x="34" y="93"/>
                    </a:lnTo>
                    <a:lnTo>
                      <a:pt x="26" y="108"/>
                    </a:lnTo>
                    <a:lnTo>
                      <a:pt x="18" y="124"/>
                    </a:lnTo>
                    <a:lnTo>
                      <a:pt x="14" y="142"/>
                    </a:lnTo>
                    <a:lnTo>
                      <a:pt x="11" y="159"/>
                    </a:lnTo>
                    <a:lnTo>
                      <a:pt x="10" y="179"/>
                    </a:lnTo>
                    <a:lnTo>
                      <a:pt x="11" y="194"/>
                    </a:lnTo>
                    <a:lnTo>
                      <a:pt x="13" y="211"/>
                    </a:lnTo>
                    <a:lnTo>
                      <a:pt x="16" y="225"/>
                    </a:lnTo>
                    <a:lnTo>
                      <a:pt x="21" y="240"/>
                    </a:lnTo>
                    <a:lnTo>
                      <a:pt x="29" y="253"/>
                    </a:lnTo>
                    <a:lnTo>
                      <a:pt x="36" y="265"/>
                    </a:lnTo>
                    <a:lnTo>
                      <a:pt x="45" y="277"/>
                    </a:lnTo>
                    <a:lnTo>
                      <a:pt x="55" y="288"/>
                    </a:lnTo>
                    <a:lnTo>
                      <a:pt x="67" y="299"/>
                    </a:lnTo>
                    <a:lnTo>
                      <a:pt x="80" y="310"/>
                    </a:lnTo>
                    <a:lnTo>
                      <a:pt x="93" y="319"/>
                    </a:lnTo>
                    <a:lnTo>
                      <a:pt x="109" y="328"/>
                    </a:lnTo>
                    <a:lnTo>
                      <a:pt x="124" y="336"/>
                    </a:lnTo>
                    <a:lnTo>
                      <a:pt x="142" y="345"/>
                    </a:lnTo>
                    <a:lnTo>
                      <a:pt x="159" y="352"/>
                    </a:lnTo>
                    <a:lnTo>
                      <a:pt x="178" y="359"/>
                    </a:lnTo>
                    <a:lnTo>
                      <a:pt x="205" y="369"/>
                    </a:lnTo>
                    <a:lnTo>
                      <a:pt x="228" y="381"/>
                    </a:lnTo>
                    <a:lnTo>
                      <a:pt x="238" y="386"/>
                    </a:lnTo>
                    <a:lnTo>
                      <a:pt x="247" y="392"/>
                    </a:lnTo>
                    <a:lnTo>
                      <a:pt x="255" y="397"/>
                    </a:lnTo>
                    <a:lnTo>
                      <a:pt x="262" y="403"/>
                    </a:lnTo>
                    <a:lnTo>
                      <a:pt x="268" y="409"/>
                    </a:lnTo>
                    <a:lnTo>
                      <a:pt x="273" y="417"/>
                    </a:lnTo>
                    <a:lnTo>
                      <a:pt x="278" y="423"/>
                    </a:lnTo>
                    <a:lnTo>
                      <a:pt x="281" y="430"/>
                    </a:lnTo>
                    <a:lnTo>
                      <a:pt x="284" y="437"/>
                    </a:lnTo>
                    <a:lnTo>
                      <a:pt x="287" y="445"/>
                    </a:lnTo>
                    <a:lnTo>
                      <a:pt x="288" y="454"/>
                    </a:lnTo>
                    <a:lnTo>
                      <a:pt x="288" y="462"/>
                    </a:lnTo>
                    <a:lnTo>
                      <a:pt x="288" y="471"/>
                    </a:lnTo>
                    <a:lnTo>
                      <a:pt x="285" y="480"/>
                    </a:lnTo>
                    <a:lnTo>
                      <a:pt x="283" y="489"/>
                    </a:lnTo>
                    <a:lnTo>
                      <a:pt x="280" y="497"/>
                    </a:lnTo>
                    <a:lnTo>
                      <a:pt x="276" y="504"/>
                    </a:lnTo>
                    <a:lnTo>
                      <a:pt x="271" y="511"/>
                    </a:lnTo>
                    <a:lnTo>
                      <a:pt x="265" y="517"/>
                    </a:lnTo>
                    <a:lnTo>
                      <a:pt x="259" y="524"/>
                    </a:lnTo>
                    <a:lnTo>
                      <a:pt x="251" y="529"/>
                    </a:lnTo>
                    <a:lnTo>
                      <a:pt x="242" y="533"/>
                    </a:lnTo>
                    <a:lnTo>
                      <a:pt x="233" y="537"/>
                    </a:lnTo>
                    <a:lnTo>
                      <a:pt x="223" y="540"/>
                    </a:lnTo>
                    <a:lnTo>
                      <a:pt x="213" y="543"/>
                    </a:lnTo>
                    <a:lnTo>
                      <a:pt x="200" y="545"/>
                    </a:lnTo>
                    <a:lnTo>
                      <a:pt x="188" y="546"/>
                    </a:lnTo>
                    <a:lnTo>
                      <a:pt x="175" y="546"/>
                    </a:lnTo>
                    <a:lnTo>
                      <a:pt x="154" y="546"/>
                    </a:lnTo>
                    <a:lnTo>
                      <a:pt x="132" y="543"/>
                    </a:lnTo>
                    <a:lnTo>
                      <a:pt x="112" y="540"/>
                    </a:lnTo>
                    <a:lnTo>
                      <a:pt x="92" y="535"/>
                    </a:lnTo>
                    <a:lnTo>
                      <a:pt x="74" y="529"/>
                    </a:lnTo>
                    <a:lnTo>
                      <a:pt x="56" y="523"/>
                    </a:lnTo>
                    <a:lnTo>
                      <a:pt x="40" y="514"/>
                    </a:lnTo>
                    <a:lnTo>
                      <a:pt x="26" y="507"/>
                    </a:lnTo>
                    <a:lnTo>
                      <a:pt x="0" y="60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33" name="Freeform 32"/>
              <p:cNvSpPr>
                <a:spLocks noEditPoints="1"/>
              </p:cNvSpPr>
              <p:nvPr/>
            </p:nvSpPr>
            <p:spPr bwMode="auto">
              <a:xfrm>
                <a:off x="656520" y="250031"/>
                <a:ext cx="780730" cy="84203"/>
              </a:xfrm>
              <a:custGeom>
                <a:avLst/>
                <a:gdLst/>
                <a:ahLst/>
                <a:cxnLst>
                  <a:cxn ang="0">
                    <a:pos x="5506" y="10"/>
                  </a:cxn>
                  <a:cxn ang="0">
                    <a:pos x="5169" y="544"/>
                  </a:cxn>
                  <a:cxn ang="0">
                    <a:pos x="5029" y="477"/>
                  </a:cxn>
                  <a:cxn ang="0">
                    <a:pos x="4982" y="270"/>
                  </a:cxn>
                  <a:cxn ang="0">
                    <a:pos x="5063" y="133"/>
                  </a:cxn>
                  <a:cxn ang="0">
                    <a:pos x="5293" y="109"/>
                  </a:cxn>
                  <a:cxn ang="0">
                    <a:pos x="5122" y="6"/>
                  </a:cxn>
                  <a:cxn ang="0">
                    <a:pos x="4924" y="122"/>
                  </a:cxn>
                  <a:cxn ang="0">
                    <a:pos x="4861" y="362"/>
                  </a:cxn>
                  <a:cxn ang="0">
                    <a:pos x="4955" y="565"/>
                  </a:cxn>
                  <a:cxn ang="0">
                    <a:pos x="5175" y="641"/>
                  </a:cxn>
                  <a:cxn ang="0">
                    <a:pos x="4373" y="269"/>
                  </a:cxn>
                  <a:cxn ang="0">
                    <a:pos x="4761" y="631"/>
                  </a:cxn>
                  <a:cxn ang="0">
                    <a:pos x="4630" y="407"/>
                  </a:cxn>
                  <a:cxn ang="0">
                    <a:pos x="3905" y="100"/>
                  </a:cxn>
                  <a:cxn ang="0">
                    <a:pos x="3809" y="456"/>
                  </a:cxn>
                  <a:cxn ang="0">
                    <a:pos x="3020" y="10"/>
                  </a:cxn>
                  <a:cxn ang="0">
                    <a:pos x="2324" y="528"/>
                  </a:cxn>
                  <a:cxn ang="0">
                    <a:pos x="2455" y="633"/>
                  </a:cxn>
                  <a:cxn ang="0">
                    <a:pos x="2663" y="610"/>
                  </a:cxn>
                  <a:cxn ang="0">
                    <a:pos x="2767" y="461"/>
                  </a:cxn>
                  <a:cxn ang="0">
                    <a:pos x="2644" y="481"/>
                  </a:cxn>
                  <a:cxn ang="0">
                    <a:pos x="2470" y="533"/>
                  </a:cxn>
                  <a:cxn ang="0">
                    <a:pos x="1803" y="609"/>
                  </a:cxn>
                  <a:cxn ang="0">
                    <a:pos x="2082" y="617"/>
                  </a:cxn>
                  <a:cxn ang="0">
                    <a:pos x="2191" y="472"/>
                  </a:cxn>
                  <a:cxn ang="0">
                    <a:pos x="2070" y="286"/>
                  </a:cxn>
                  <a:cxn ang="0">
                    <a:pos x="1914" y="177"/>
                  </a:cxn>
                  <a:cxn ang="0">
                    <a:pos x="1991" y="95"/>
                  </a:cxn>
                  <a:cxn ang="0">
                    <a:pos x="2106" y="9"/>
                  </a:cxn>
                  <a:cxn ang="0">
                    <a:pos x="1823" y="93"/>
                  </a:cxn>
                  <a:cxn ang="0">
                    <a:pos x="1869" y="310"/>
                  </a:cxn>
                  <a:cxn ang="0">
                    <a:pos x="2067" y="423"/>
                  </a:cxn>
                  <a:cxn ang="0">
                    <a:pos x="2031" y="533"/>
                  </a:cxn>
                  <a:cxn ang="0">
                    <a:pos x="1789" y="601"/>
                  </a:cxn>
                  <a:cxn ang="0">
                    <a:pos x="1348" y="251"/>
                  </a:cxn>
                  <a:cxn ang="0">
                    <a:pos x="1587" y="422"/>
                  </a:cxn>
                  <a:cxn ang="0">
                    <a:pos x="1300" y="631"/>
                  </a:cxn>
                  <a:cxn ang="0">
                    <a:pos x="679" y="482"/>
                  </a:cxn>
                  <a:cxn ang="0">
                    <a:pos x="668" y="177"/>
                  </a:cxn>
                  <a:cxn ang="0">
                    <a:pos x="807" y="91"/>
                  </a:cxn>
                  <a:cxn ang="0">
                    <a:pos x="944" y="177"/>
                  </a:cxn>
                  <a:cxn ang="0">
                    <a:pos x="933" y="482"/>
                  </a:cxn>
                  <a:cxn ang="0">
                    <a:pos x="804" y="550"/>
                  </a:cxn>
                  <a:cxn ang="0">
                    <a:pos x="993" y="575"/>
                  </a:cxn>
                  <a:cxn ang="0">
                    <a:pos x="1094" y="370"/>
                  </a:cxn>
                  <a:cxn ang="0">
                    <a:pos x="1054" y="137"/>
                  </a:cxn>
                  <a:cxn ang="0">
                    <a:pos x="890" y="9"/>
                  </a:cxn>
                  <a:cxn ang="0">
                    <a:pos x="665" y="37"/>
                  </a:cxn>
                  <a:cxn ang="0">
                    <a:pos x="531" y="209"/>
                  </a:cxn>
                  <a:cxn ang="0">
                    <a:pos x="535" y="452"/>
                  </a:cxn>
                  <a:cxn ang="0">
                    <a:pos x="670" y="611"/>
                  </a:cxn>
                  <a:cxn ang="0">
                    <a:pos x="403" y="539"/>
                  </a:cxn>
                  <a:cxn ang="0">
                    <a:pos x="216" y="516"/>
                  </a:cxn>
                  <a:cxn ang="0">
                    <a:pos x="123" y="371"/>
                  </a:cxn>
                  <a:cxn ang="0">
                    <a:pos x="160" y="176"/>
                  </a:cxn>
                  <a:cxn ang="0">
                    <a:pos x="337" y="94"/>
                  </a:cxn>
                  <a:cxn ang="0">
                    <a:pos x="383" y="3"/>
                  </a:cxn>
                  <a:cxn ang="0">
                    <a:pos x="130" y="59"/>
                  </a:cxn>
                  <a:cxn ang="0">
                    <a:pos x="6" y="255"/>
                  </a:cxn>
                  <a:cxn ang="0">
                    <a:pos x="41" y="497"/>
                  </a:cxn>
                  <a:cxn ang="0">
                    <a:pos x="215" y="628"/>
                  </a:cxn>
                  <a:cxn ang="0">
                    <a:pos x="458" y="523"/>
                  </a:cxn>
                </a:cxnLst>
                <a:rect l="0" t="0" r="r" b="b"/>
                <a:pathLst>
                  <a:path w="5893" h="641">
                    <a:moveTo>
                      <a:pt x="5686" y="631"/>
                    </a:moveTo>
                    <a:lnTo>
                      <a:pt x="5686" y="369"/>
                    </a:lnTo>
                    <a:lnTo>
                      <a:pt x="5893" y="10"/>
                    </a:lnTo>
                    <a:lnTo>
                      <a:pt x="5764" y="10"/>
                    </a:lnTo>
                    <a:lnTo>
                      <a:pt x="5690" y="169"/>
                    </a:lnTo>
                    <a:lnTo>
                      <a:pt x="5675" y="202"/>
                    </a:lnTo>
                    <a:lnTo>
                      <a:pt x="5661" y="232"/>
                    </a:lnTo>
                    <a:lnTo>
                      <a:pt x="5648" y="262"/>
                    </a:lnTo>
                    <a:lnTo>
                      <a:pt x="5636" y="292"/>
                    </a:lnTo>
                    <a:lnTo>
                      <a:pt x="5635" y="292"/>
                    </a:lnTo>
                    <a:lnTo>
                      <a:pt x="5621" y="261"/>
                    </a:lnTo>
                    <a:lnTo>
                      <a:pt x="5609" y="232"/>
                    </a:lnTo>
                    <a:lnTo>
                      <a:pt x="5596" y="202"/>
                    </a:lnTo>
                    <a:lnTo>
                      <a:pt x="5580" y="170"/>
                    </a:lnTo>
                    <a:lnTo>
                      <a:pt x="5506" y="10"/>
                    </a:lnTo>
                    <a:lnTo>
                      <a:pt x="5377" y="10"/>
                    </a:lnTo>
                    <a:lnTo>
                      <a:pt x="5573" y="372"/>
                    </a:lnTo>
                    <a:lnTo>
                      <a:pt x="5573" y="631"/>
                    </a:lnTo>
                    <a:lnTo>
                      <a:pt x="5686" y="631"/>
                    </a:lnTo>
                    <a:close/>
                    <a:moveTo>
                      <a:pt x="5318" y="523"/>
                    </a:moveTo>
                    <a:lnTo>
                      <a:pt x="5306" y="528"/>
                    </a:lnTo>
                    <a:lnTo>
                      <a:pt x="5293" y="532"/>
                    </a:lnTo>
                    <a:lnTo>
                      <a:pt x="5277" y="536"/>
                    </a:lnTo>
                    <a:lnTo>
                      <a:pt x="5262" y="539"/>
                    </a:lnTo>
                    <a:lnTo>
                      <a:pt x="5245" y="542"/>
                    </a:lnTo>
                    <a:lnTo>
                      <a:pt x="5229" y="544"/>
                    </a:lnTo>
                    <a:lnTo>
                      <a:pt x="5211" y="545"/>
                    </a:lnTo>
                    <a:lnTo>
                      <a:pt x="5194" y="545"/>
                    </a:lnTo>
                    <a:lnTo>
                      <a:pt x="5182" y="545"/>
                    </a:lnTo>
                    <a:lnTo>
                      <a:pt x="5169" y="544"/>
                    </a:lnTo>
                    <a:lnTo>
                      <a:pt x="5157" y="543"/>
                    </a:lnTo>
                    <a:lnTo>
                      <a:pt x="5146" y="541"/>
                    </a:lnTo>
                    <a:lnTo>
                      <a:pt x="5134" y="539"/>
                    </a:lnTo>
                    <a:lnTo>
                      <a:pt x="5124" y="537"/>
                    </a:lnTo>
                    <a:lnTo>
                      <a:pt x="5113" y="534"/>
                    </a:lnTo>
                    <a:lnTo>
                      <a:pt x="5104" y="530"/>
                    </a:lnTo>
                    <a:lnTo>
                      <a:pt x="5093" y="526"/>
                    </a:lnTo>
                    <a:lnTo>
                      <a:pt x="5084" y="522"/>
                    </a:lnTo>
                    <a:lnTo>
                      <a:pt x="5075" y="516"/>
                    </a:lnTo>
                    <a:lnTo>
                      <a:pt x="5067" y="511"/>
                    </a:lnTo>
                    <a:lnTo>
                      <a:pt x="5057" y="505"/>
                    </a:lnTo>
                    <a:lnTo>
                      <a:pt x="5050" y="499"/>
                    </a:lnTo>
                    <a:lnTo>
                      <a:pt x="5042" y="492"/>
                    </a:lnTo>
                    <a:lnTo>
                      <a:pt x="5036" y="486"/>
                    </a:lnTo>
                    <a:lnTo>
                      <a:pt x="5029" y="477"/>
                    </a:lnTo>
                    <a:lnTo>
                      <a:pt x="5022" y="470"/>
                    </a:lnTo>
                    <a:lnTo>
                      <a:pt x="5016" y="462"/>
                    </a:lnTo>
                    <a:lnTo>
                      <a:pt x="5011" y="453"/>
                    </a:lnTo>
                    <a:lnTo>
                      <a:pt x="5006" y="443"/>
                    </a:lnTo>
                    <a:lnTo>
                      <a:pt x="5001" y="434"/>
                    </a:lnTo>
                    <a:lnTo>
                      <a:pt x="4997" y="425"/>
                    </a:lnTo>
                    <a:lnTo>
                      <a:pt x="4993" y="415"/>
                    </a:lnTo>
                    <a:lnTo>
                      <a:pt x="4986" y="393"/>
                    </a:lnTo>
                    <a:lnTo>
                      <a:pt x="4982" y="371"/>
                    </a:lnTo>
                    <a:lnTo>
                      <a:pt x="4979" y="347"/>
                    </a:lnTo>
                    <a:lnTo>
                      <a:pt x="4978" y="322"/>
                    </a:lnTo>
                    <a:lnTo>
                      <a:pt x="4979" y="309"/>
                    </a:lnTo>
                    <a:lnTo>
                      <a:pt x="4979" y="295"/>
                    </a:lnTo>
                    <a:lnTo>
                      <a:pt x="4981" y="282"/>
                    </a:lnTo>
                    <a:lnTo>
                      <a:pt x="4982" y="270"/>
                    </a:lnTo>
                    <a:lnTo>
                      <a:pt x="4985" y="257"/>
                    </a:lnTo>
                    <a:lnTo>
                      <a:pt x="4987" y="246"/>
                    </a:lnTo>
                    <a:lnTo>
                      <a:pt x="4991" y="235"/>
                    </a:lnTo>
                    <a:lnTo>
                      <a:pt x="4995" y="223"/>
                    </a:lnTo>
                    <a:lnTo>
                      <a:pt x="4999" y="213"/>
                    </a:lnTo>
                    <a:lnTo>
                      <a:pt x="5004" y="203"/>
                    </a:lnTo>
                    <a:lnTo>
                      <a:pt x="5008" y="193"/>
                    </a:lnTo>
                    <a:lnTo>
                      <a:pt x="5014" y="184"/>
                    </a:lnTo>
                    <a:lnTo>
                      <a:pt x="5019" y="176"/>
                    </a:lnTo>
                    <a:lnTo>
                      <a:pt x="5026" y="168"/>
                    </a:lnTo>
                    <a:lnTo>
                      <a:pt x="5033" y="159"/>
                    </a:lnTo>
                    <a:lnTo>
                      <a:pt x="5040" y="152"/>
                    </a:lnTo>
                    <a:lnTo>
                      <a:pt x="5047" y="145"/>
                    </a:lnTo>
                    <a:lnTo>
                      <a:pt x="5055" y="139"/>
                    </a:lnTo>
                    <a:lnTo>
                      <a:pt x="5063" y="133"/>
                    </a:lnTo>
                    <a:lnTo>
                      <a:pt x="5072" y="127"/>
                    </a:lnTo>
                    <a:lnTo>
                      <a:pt x="5080" y="121"/>
                    </a:lnTo>
                    <a:lnTo>
                      <a:pt x="5089" y="117"/>
                    </a:lnTo>
                    <a:lnTo>
                      <a:pt x="5098" y="112"/>
                    </a:lnTo>
                    <a:lnTo>
                      <a:pt x="5109" y="109"/>
                    </a:lnTo>
                    <a:lnTo>
                      <a:pt x="5129" y="102"/>
                    </a:lnTo>
                    <a:lnTo>
                      <a:pt x="5150" y="98"/>
                    </a:lnTo>
                    <a:lnTo>
                      <a:pt x="5172" y="95"/>
                    </a:lnTo>
                    <a:lnTo>
                      <a:pt x="5196" y="94"/>
                    </a:lnTo>
                    <a:lnTo>
                      <a:pt x="5215" y="95"/>
                    </a:lnTo>
                    <a:lnTo>
                      <a:pt x="5232" y="96"/>
                    </a:lnTo>
                    <a:lnTo>
                      <a:pt x="5248" y="98"/>
                    </a:lnTo>
                    <a:lnTo>
                      <a:pt x="5264" y="101"/>
                    </a:lnTo>
                    <a:lnTo>
                      <a:pt x="5279" y="105"/>
                    </a:lnTo>
                    <a:lnTo>
                      <a:pt x="5293" y="109"/>
                    </a:lnTo>
                    <a:lnTo>
                      <a:pt x="5305" y="113"/>
                    </a:lnTo>
                    <a:lnTo>
                      <a:pt x="5316" y="118"/>
                    </a:lnTo>
                    <a:lnTo>
                      <a:pt x="5341" y="28"/>
                    </a:lnTo>
                    <a:lnTo>
                      <a:pt x="5332" y="24"/>
                    </a:lnTo>
                    <a:lnTo>
                      <a:pt x="5318" y="19"/>
                    </a:lnTo>
                    <a:lnTo>
                      <a:pt x="5303" y="13"/>
                    </a:lnTo>
                    <a:lnTo>
                      <a:pt x="5285" y="9"/>
                    </a:lnTo>
                    <a:lnTo>
                      <a:pt x="5265" y="6"/>
                    </a:lnTo>
                    <a:lnTo>
                      <a:pt x="5242" y="3"/>
                    </a:lnTo>
                    <a:lnTo>
                      <a:pt x="5218" y="1"/>
                    </a:lnTo>
                    <a:lnTo>
                      <a:pt x="5191" y="0"/>
                    </a:lnTo>
                    <a:lnTo>
                      <a:pt x="5173" y="1"/>
                    </a:lnTo>
                    <a:lnTo>
                      <a:pt x="5156" y="2"/>
                    </a:lnTo>
                    <a:lnTo>
                      <a:pt x="5139" y="4"/>
                    </a:lnTo>
                    <a:lnTo>
                      <a:pt x="5122" y="6"/>
                    </a:lnTo>
                    <a:lnTo>
                      <a:pt x="5106" y="9"/>
                    </a:lnTo>
                    <a:lnTo>
                      <a:pt x="5090" y="13"/>
                    </a:lnTo>
                    <a:lnTo>
                      <a:pt x="5075" y="17"/>
                    </a:lnTo>
                    <a:lnTo>
                      <a:pt x="5059" y="23"/>
                    </a:lnTo>
                    <a:lnTo>
                      <a:pt x="5045" y="29"/>
                    </a:lnTo>
                    <a:lnTo>
                      <a:pt x="5031" y="35"/>
                    </a:lnTo>
                    <a:lnTo>
                      <a:pt x="5016" y="42"/>
                    </a:lnTo>
                    <a:lnTo>
                      <a:pt x="5003" y="50"/>
                    </a:lnTo>
                    <a:lnTo>
                      <a:pt x="4989" y="59"/>
                    </a:lnTo>
                    <a:lnTo>
                      <a:pt x="4977" y="68"/>
                    </a:lnTo>
                    <a:lnTo>
                      <a:pt x="4966" y="77"/>
                    </a:lnTo>
                    <a:lnTo>
                      <a:pt x="4955" y="87"/>
                    </a:lnTo>
                    <a:lnTo>
                      <a:pt x="4943" y="99"/>
                    </a:lnTo>
                    <a:lnTo>
                      <a:pt x="4933" y="110"/>
                    </a:lnTo>
                    <a:lnTo>
                      <a:pt x="4924" y="122"/>
                    </a:lnTo>
                    <a:lnTo>
                      <a:pt x="4914" y="135"/>
                    </a:lnTo>
                    <a:lnTo>
                      <a:pt x="4906" y="148"/>
                    </a:lnTo>
                    <a:lnTo>
                      <a:pt x="4898" y="162"/>
                    </a:lnTo>
                    <a:lnTo>
                      <a:pt x="4891" y="176"/>
                    </a:lnTo>
                    <a:lnTo>
                      <a:pt x="4885" y="190"/>
                    </a:lnTo>
                    <a:lnTo>
                      <a:pt x="4879" y="206"/>
                    </a:lnTo>
                    <a:lnTo>
                      <a:pt x="4873" y="222"/>
                    </a:lnTo>
                    <a:lnTo>
                      <a:pt x="4869" y="239"/>
                    </a:lnTo>
                    <a:lnTo>
                      <a:pt x="4866" y="255"/>
                    </a:lnTo>
                    <a:lnTo>
                      <a:pt x="4863" y="273"/>
                    </a:lnTo>
                    <a:lnTo>
                      <a:pt x="4861" y="290"/>
                    </a:lnTo>
                    <a:lnTo>
                      <a:pt x="4860" y="309"/>
                    </a:lnTo>
                    <a:lnTo>
                      <a:pt x="4859" y="328"/>
                    </a:lnTo>
                    <a:lnTo>
                      <a:pt x="4860" y="346"/>
                    </a:lnTo>
                    <a:lnTo>
                      <a:pt x="4861" y="362"/>
                    </a:lnTo>
                    <a:lnTo>
                      <a:pt x="4862" y="380"/>
                    </a:lnTo>
                    <a:lnTo>
                      <a:pt x="4865" y="395"/>
                    </a:lnTo>
                    <a:lnTo>
                      <a:pt x="4868" y="412"/>
                    </a:lnTo>
                    <a:lnTo>
                      <a:pt x="4871" y="427"/>
                    </a:lnTo>
                    <a:lnTo>
                      <a:pt x="4876" y="441"/>
                    </a:lnTo>
                    <a:lnTo>
                      <a:pt x="4881" y="457"/>
                    </a:lnTo>
                    <a:lnTo>
                      <a:pt x="4887" y="470"/>
                    </a:lnTo>
                    <a:lnTo>
                      <a:pt x="4893" y="484"/>
                    </a:lnTo>
                    <a:lnTo>
                      <a:pt x="4900" y="497"/>
                    </a:lnTo>
                    <a:lnTo>
                      <a:pt x="4907" y="509"/>
                    </a:lnTo>
                    <a:lnTo>
                      <a:pt x="4915" y="522"/>
                    </a:lnTo>
                    <a:lnTo>
                      <a:pt x="4925" y="534"/>
                    </a:lnTo>
                    <a:lnTo>
                      <a:pt x="4934" y="544"/>
                    </a:lnTo>
                    <a:lnTo>
                      <a:pt x="4943" y="555"/>
                    </a:lnTo>
                    <a:lnTo>
                      <a:pt x="4955" y="565"/>
                    </a:lnTo>
                    <a:lnTo>
                      <a:pt x="4965" y="574"/>
                    </a:lnTo>
                    <a:lnTo>
                      <a:pt x="4977" y="583"/>
                    </a:lnTo>
                    <a:lnTo>
                      <a:pt x="4989" y="592"/>
                    </a:lnTo>
                    <a:lnTo>
                      <a:pt x="5002" y="599"/>
                    </a:lnTo>
                    <a:lnTo>
                      <a:pt x="5015" y="606"/>
                    </a:lnTo>
                    <a:lnTo>
                      <a:pt x="5029" y="612"/>
                    </a:lnTo>
                    <a:lnTo>
                      <a:pt x="5043" y="618"/>
                    </a:lnTo>
                    <a:lnTo>
                      <a:pt x="5058" y="623"/>
                    </a:lnTo>
                    <a:lnTo>
                      <a:pt x="5074" y="628"/>
                    </a:lnTo>
                    <a:lnTo>
                      <a:pt x="5089" y="632"/>
                    </a:lnTo>
                    <a:lnTo>
                      <a:pt x="5106" y="635"/>
                    </a:lnTo>
                    <a:lnTo>
                      <a:pt x="5122" y="637"/>
                    </a:lnTo>
                    <a:lnTo>
                      <a:pt x="5139" y="639"/>
                    </a:lnTo>
                    <a:lnTo>
                      <a:pt x="5158" y="640"/>
                    </a:lnTo>
                    <a:lnTo>
                      <a:pt x="5175" y="641"/>
                    </a:lnTo>
                    <a:lnTo>
                      <a:pt x="5203" y="640"/>
                    </a:lnTo>
                    <a:lnTo>
                      <a:pt x="5229" y="638"/>
                    </a:lnTo>
                    <a:lnTo>
                      <a:pt x="5253" y="635"/>
                    </a:lnTo>
                    <a:lnTo>
                      <a:pt x="5274" y="632"/>
                    </a:lnTo>
                    <a:lnTo>
                      <a:pt x="5294" y="628"/>
                    </a:lnTo>
                    <a:lnTo>
                      <a:pt x="5310" y="622"/>
                    </a:lnTo>
                    <a:lnTo>
                      <a:pt x="5324" y="617"/>
                    </a:lnTo>
                    <a:lnTo>
                      <a:pt x="5337" y="612"/>
                    </a:lnTo>
                    <a:lnTo>
                      <a:pt x="5318" y="523"/>
                    </a:lnTo>
                    <a:close/>
                    <a:moveTo>
                      <a:pt x="4374" y="631"/>
                    </a:moveTo>
                    <a:lnTo>
                      <a:pt x="4374" y="408"/>
                    </a:lnTo>
                    <a:lnTo>
                      <a:pt x="4374" y="371"/>
                    </a:lnTo>
                    <a:lnTo>
                      <a:pt x="4374" y="335"/>
                    </a:lnTo>
                    <a:lnTo>
                      <a:pt x="4374" y="301"/>
                    </a:lnTo>
                    <a:lnTo>
                      <a:pt x="4373" y="269"/>
                    </a:lnTo>
                    <a:lnTo>
                      <a:pt x="4372" y="237"/>
                    </a:lnTo>
                    <a:lnTo>
                      <a:pt x="4371" y="205"/>
                    </a:lnTo>
                    <a:lnTo>
                      <a:pt x="4370" y="175"/>
                    </a:lnTo>
                    <a:lnTo>
                      <a:pt x="4369" y="144"/>
                    </a:lnTo>
                    <a:lnTo>
                      <a:pt x="4371" y="144"/>
                    </a:lnTo>
                    <a:lnTo>
                      <a:pt x="4383" y="170"/>
                    </a:lnTo>
                    <a:lnTo>
                      <a:pt x="4396" y="198"/>
                    </a:lnTo>
                    <a:lnTo>
                      <a:pt x="4410" y="224"/>
                    </a:lnTo>
                    <a:lnTo>
                      <a:pt x="4423" y="251"/>
                    </a:lnTo>
                    <a:lnTo>
                      <a:pt x="4438" y="279"/>
                    </a:lnTo>
                    <a:lnTo>
                      <a:pt x="4453" y="306"/>
                    </a:lnTo>
                    <a:lnTo>
                      <a:pt x="4468" y="332"/>
                    </a:lnTo>
                    <a:lnTo>
                      <a:pt x="4483" y="358"/>
                    </a:lnTo>
                    <a:lnTo>
                      <a:pt x="4644" y="631"/>
                    </a:lnTo>
                    <a:lnTo>
                      <a:pt x="4761" y="631"/>
                    </a:lnTo>
                    <a:lnTo>
                      <a:pt x="4761" y="10"/>
                    </a:lnTo>
                    <a:lnTo>
                      <a:pt x="4657" y="10"/>
                    </a:lnTo>
                    <a:lnTo>
                      <a:pt x="4657" y="226"/>
                    </a:lnTo>
                    <a:lnTo>
                      <a:pt x="4657" y="261"/>
                    </a:lnTo>
                    <a:lnTo>
                      <a:pt x="4658" y="295"/>
                    </a:lnTo>
                    <a:lnTo>
                      <a:pt x="4658" y="328"/>
                    </a:lnTo>
                    <a:lnTo>
                      <a:pt x="4659" y="360"/>
                    </a:lnTo>
                    <a:lnTo>
                      <a:pt x="4661" y="391"/>
                    </a:lnTo>
                    <a:lnTo>
                      <a:pt x="4662" y="422"/>
                    </a:lnTo>
                    <a:lnTo>
                      <a:pt x="4665" y="453"/>
                    </a:lnTo>
                    <a:lnTo>
                      <a:pt x="4667" y="484"/>
                    </a:lnTo>
                    <a:lnTo>
                      <a:pt x="4665" y="485"/>
                    </a:lnTo>
                    <a:lnTo>
                      <a:pt x="4653" y="459"/>
                    </a:lnTo>
                    <a:lnTo>
                      <a:pt x="4642" y="433"/>
                    </a:lnTo>
                    <a:lnTo>
                      <a:pt x="4630" y="407"/>
                    </a:lnTo>
                    <a:lnTo>
                      <a:pt x="4616" y="381"/>
                    </a:lnTo>
                    <a:lnTo>
                      <a:pt x="4603" y="355"/>
                    </a:lnTo>
                    <a:lnTo>
                      <a:pt x="4589" y="328"/>
                    </a:lnTo>
                    <a:lnTo>
                      <a:pt x="4574" y="302"/>
                    </a:lnTo>
                    <a:lnTo>
                      <a:pt x="4559" y="277"/>
                    </a:lnTo>
                    <a:lnTo>
                      <a:pt x="4399" y="10"/>
                    </a:lnTo>
                    <a:lnTo>
                      <a:pt x="4270" y="10"/>
                    </a:lnTo>
                    <a:lnTo>
                      <a:pt x="4270" y="631"/>
                    </a:lnTo>
                    <a:lnTo>
                      <a:pt x="4374" y="631"/>
                    </a:lnTo>
                    <a:close/>
                    <a:moveTo>
                      <a:pt x="3827" y="369"/>
                    </a:moveTo>
                    <a:lnTo>
                      <a:pt x="3876" y="216"/>
                    </a:lnTo>
                    <a:lnTo>
                      <a:pt x="3884" y="187"/>
                    </a:lnTo>
                    <a:lnTo>
                      <a:pt x="3891" y="158"/>
                    </a:lnTo>
                    <a:lnTo>
                      <a:pt x="3898" y="129"/>
                    </a:lnTo>
                    <a:lnTo>
                      <a:pt x="3905" y="100"/>
                    </a:lnTo>
                    <a:lnTo>
                      <a:pt x="3908" y="100"/>
                    </a:lnTo>
                    <a:lnTo>
                      <a:pt x="3915" y="128"/>
                    </a:lnTo>
                    <a:lnTo>
                      <a:pt x="3922" y="157"/>
                    </a:lnTo>
                    <a:lnTo>
                      <a:pt x="3930" y="187"/>
                    </a:lnTo>
                    <a:lnTo>
                      <a:pt x="3938" y="217"/>
                    </a:lnTo>
                    <a:lnTo>
                      <a:pt x="3988" y="369"/>
                    </a:lnTo>
                    <a:lnTo>
                      <a:pt x="3827" y="369"/>
                    </a:lnTo>
                    <a:close/>
                    <a:moveTo>
                      <a:pt x="4006" y="456"/>
                    </a:moveTo>
                    <a:lnTo>
                      <a:pt x="4063" y="631"/>
                    </a:lnTo>
                    <a:lnTo>
                      <a:pt x="4184" y="631"/>
                    </a:lnTo>
                    <a:lnTo>
                      <a:pt x="3983" y="10"/>
                    </a:lnTo>
                    <a:lnTo>
                      <a:pt x="3839" y="10"/>
                    </a:lnTo>
                    <a:lnTo>
                      <a:pt x="3639" y="631"/>
                    </a:lnTo>
                    <a:lnTo>
                      <a:pt x="3756" y="631"/>
                    </a:lnTo>
                    <a:lnTo>
                      <a:pt x="3809" y="456"/>
                    </a:lnTo>
                    <a:lnTo>
                      <a:pt x="4006" y="456"/>
                    </a:lnTo>
                    <a:close/>
                    <a:moveTo>
                      <a:pt x="3389" y="631"/>
                    </a:moveTo>
                    <a:lnTo>
                      <a:pt x="3502" y="631"/>
                    </a:lnTo>
                    <a:lnTo>
                      <a:pt x="3502" y="105"/>
                    </a:lnTo>
                    <a:lnTo>
                      <a:pt x="3680" y="105"/>
                    </a:lnTo>
                    <a:lnTo>
                      <a:pt x="3680" y="10"/>
                    </a:lnTo>
                    <a:lnTo>
                      <a:pt x="3211" y="10"/>
                    </a:lnTo>
                    <a:lnTo>
                      <a:pt x="3211" y="105"/>
                    </a:lnTo>
                    <a:lnTo>
                      <a:pt x="3389" y="105"/>
                    </a:lnTo>
                    <a:lnTo>
                      <a:pt x="3389" y="631"/>
                    </a:lnTo>
                    <a:close/>
                    <a:moveTo>
                      <a:pt x="2906" y="631"/>
                    </a:moveTo>
                    <a:lnTo>
                      <a:pt x="3275" y="631"/>
                    </a:lnTo>
                    <a:lnTo>
                      <a:pt x="3275" y="536"/>
                    </a:lnTo>
                    <a:lnTo>
                      <a:pt x="3020" y="536"/>
                    </a:lnTo>
                    <a:lnTo>
                      <a:pt x="3020" y="10"/>
                    </a:lnTo>
                    <a:lnTo>
                      <a:pt x="2906" y="10"/>
                    </a:lnTo>
                    <a:lnTo>
                      <a:pt x="2906" y="631"/>
                    </a:lnTo>
                    <a:close/>
                    <a:moveTo>
                      <a:pt x="2293" y="10"/>
                    </a:moveTo>
                    <a:lnTo>
                      <a:pt x="2293" y="365"/>
                    </a:lnTo>
                    <a:lnTo>
                      <a:pt x="2293" y="383"/>
                    </a:lnTo>
                    <a:lnTo>
                      <a:pt x="2294" y="400"/>
                    </a:lnTo>
                    <a:lnTo>
                      <a:pt x="2295" y="417"/>
                    </a:lnTo>
                    <a:lnTo>
                      <a:pt x="2297" y="433"/>
                    </a:lnTo>
                    <a:lnTo>
                      <a:pt x="2299" y="449"/>
                    </a:lnTo>
                    <a:lnTo>
                      <a:pt x="2303" y="463"/>
                    </a:lnTo>
                    <a:lnTo>
                      <a:pt x="2306" y="477"/>
                    </a:lnTo>
                    <a:lnTo>
                      <a:pt x="2310" y="491"/>
                    </a:lnTo>
                    <a:lnTo>
                      <a:pt x="2314" y="503"/>
                    </a:lnTo>
                    <a:lnTo>
                      <a:pt x="2319" y="515"/>
                    </a:lnTo>
                    <a:lnTo>
                      <a:pt x="2324" y="528"/>
                    </a:lnTo>
                    <a:lnTo>
                      <a:pt x="2330" y="538"/>
                    </a:lnTo>
                    <a:lnTo>
                      <a:pt x="2336" y="548"/>
                    </a:lnTo>
                    <a:lnTo>
                      <a:pt x="2343" y="559"/>
                    </a:lnTo>
                    <a:lnTo>
                      <a:pt x="2350" y="568"/>
                    </a:lnTo>
                    <a:lnTo>
                      <a:pt x="2357" y="576"/>
                    </a:lnTo>
                    <a:lnTo>
                      <a:pt x="2365" y="584"/>
                    </a:lnTo>
                    <a:lnTo>
                      <a:pt x="2373" y="592"/>
                    </a:lnTo>
                    <a:lnTo>
                      <a:pt x="2383" y="599"/>
                    </a:lnTo>
                    <a:lnTo>
                      <a:pt x="2392" y="605"/>
                    </a:lnTo>
                    <a:lnTo>
                      <a:pt x="2401" y="611"/>
                    </a:lnTo>
                    <a:lnTo>
                      <a:pt x="2411" y="616"/>
                    </a:lnTo>
                    <a:lnTo>
                      <a:pt x="2422" y="621"/>
                    </a:lnTo>
                    <a:lnTo>
                      <a:pt x="2432" y="625"/>
                    </a:lnTo>
                    <a:lnTo>
                      <a:pt x="2443" y="629"/>
                    </a:lnTo>
                    <a:lnTo>
                      <a:pt x="2455" y="633"/>
                    </a:lnTo>
                    <a:lnTo>
                      <a:pt x="2466" y="635"/>
                    </a:lnTo>
                    <a:lnTo>
                      <a:pt x="2478" y="637"/>
                    </a:lnTo>
                    <a:lnTo>
                      <a:pt x="2503" y="640"/>
                    </a:lnTo>
                    <a:lnTo>
                      <a:pt x="2530" y="641"/>
                    </a:lnTo>
                    <a:lnTo>
                      <a:pt x="2543" y="641"/>
                    </a:lnTo>
                    <a:lnTo>
                      <a:pt x="2556" y="640"/>
                    </a:lnTo>
                    <a:lnTo>
                      <a:pt x="2570" y="639"/>
                    </a:lnTo>
                    <a:lnTo>
                      <a:pt x="2583" y="637"/>
                    </a:lnTo>
                    <a:lnTo>
                      <a:pt x="2595" y="635"/>
                    </a:lnTo>
                    <a:lnTo>
                      <a:pt x="2608" y="632"/>
                    </a:lnTo>
                    <a:lnTo>
                      <a:pt x="2619" y="629"/>
                    </a:lnTo>
                    <a:lnTo>
                      <a:pt x="2631" y="624"/>
                    </a:lnTo>
                    <a:lnTo>
                      <a:pt x="2643" y="620"/>
                    </a:lnTo>
                    <a:lnTo>
                      <a:pt x="2653" y="615"/>
                    </a:lnTo>
                    <a:lnTo>
                      <a:pt x="2663" y="610"/>
                    </a:lnTo>
                    <a:lnTo>
                      <a:pt x="2673" y="604"/>
                    </a:lnTo>
                    <a:lnTo>
                      <a:pt x="2683" y="598"/>
                    </a:lnTo>
                    <a:lnTo>
                      <a:pt x="2692" y="591"/>
                    </a:lnTo>
                    <a:lnTo>
                      <a:pt x="2701" y="582"/>
                    </a:lnTo>
                    <a:lnTo>
                      <a:pt x="2709" y="574"/>
                    </a:lnTo>
                    <a:lnTo>
                      <a:pt x="2718" y="566"/>
                    </a:lnTo>
                    <a:lnTo>
                      <a:pt x="2725" y="557"/>
                    </a:lnTo>
                    <a:lnTo>
                      <a:pt x="2732" y="546"/>
                    </a:lnTo>
                    <a:lnTo>
                      <a:pt x="2738" y="536"/>
                    </a:lnTo>
                    <a:lnTo>
                      <a:pt x="2744" y="525"/>
                    </a:lnTo>
                    <a:lnTo>
                      <a:pt x="2750" y="513"/>
                    </a:lnTo>
                    <a:lnTo>
                      <a:pt x="2755" y="501"/>
                    </a:lnTo>
                    <a:lnTo>
                      <a:pt x="2760" y="489"/>
                    </a:lnTo>
                    <a:lnTo>
                      <a:pt x="2764" y="475"/>
                    </a:lnTo>
                    <a:lnTo>
                      <a:pt x="2767" y="461"/>
                    </a:lnTo>
                    <a:lnTo>
                      <a:pt x="2770" y="446"/>
                    </a:lnTo>
                    <a:lnTo>
                      <a:pt x="2772" y="431"/>
                    </a:lnTo>
                    <a:lnTo>
                      <a:pt x="2774" y="416"/>
                    </a:lnTo>
                    <a:lnTo>
                      <a:pt x="2776" y="399"/>
                    </a:lnTo>
                    <a:lnTo>
                      <a:pt x="2777" y="383"/>
                    </a:lnTo>
                    <a:lnTo>
                      <a:pt x="2777" y="364"/>
                    </a:lnTo>
                    <a:lnTo>
                      <a:pt x="2777" y="10"/>
                    </a:lnTo>
                    <a:lnTo>
                      <a:pt x="2664" y="10"/>
                    </a:lnTo>
                    <a:lnTo>
                      <a:pt x="2664" y="372"/>
                    </a:lnTo>
                    <a:lnTo>
                      <a:pt x="2663" y="394"/>
                    </a:lnTo>
                    <a:lnTo>
                      <a:pt x="2661" y="415"/>
                    </a:lnTo>
                    <a:lnTo>
                      <a:pt x="2659" y="433"/>
                    </a:lnTo>
                    <a:lnTo>
                      <a:pt x="2655" y="451"/>
                    </a:lnTo>
                    <a:lnTo>
                      <a:pt x="2650" y="467"/>
                    </a:lnTo>
                    <a:lnTo>
                      <a:pt x="2644" y="481"/>
                    </a:lnTo>
                    <a:lnTo>
                      <a:pt x="2638" y="495"/>
                    </a:lnTo>
                    <a:lnTo>
                      <a:pt x="2629" y="506"/>
                    </a:lnTo>
                    <a:lnTo>
                      <a:pt x="2620" y="516"/>
                    </a:lnTo>
                    <a:lnTo>
                      <a:pt x="2611" y="526"/>
                    </a:lnTo>
                    <a:lnTo>
                      <a:pt x="2600" y="533"/>
                    </a:lnTo>
                    <a:lnTo>
                      <a:pt x="2588" y="539"/>
                    </a:lnTo>
                    <a:lnTo>
                      <a:pt x="2576" y="544"/>
                    </a:lnTo>
                    <a:lnTo>
                      <a:pt x="2563" y="547"/>
                    </a:lnTo>
                    <a:lnTo>
                      <a:pt x="2548" y="549"/>
                    </a:lnTo>
                    <a:lnTo>
                      <a:pt x="2534" y="549"/>
                    </a:lnTo>
                    <a:lnTo>
                      <a:pt x="2519" y="549"/>
                    </a:lnTo>
                    <a:lnTo>
                      <a:pt x="2506" y="547"/>
                    </a:lnTo>
                    <a:lnTo>
                      <a:pt x="2493" y="543"/>
                    </a:lnTo>
                    <a:lnTo>
                      <a:pt x="2481" y="539"/>
                    </a:lnTo>
                    <a:lnTo>
                      <a:pt x="2470" y="533"/>
                    </a:lnTo>
                    <a:lnTo>
                      <a:pt x="2460" y="526"/>
                    </a:lnTo>
                    <a:lnTo>
                      <a:pt x="2449" y="516"/>
                    </a:lnTo>
                    <a:lnTo>
                      <a:pt x="2441" y="506"/>
                    </a:lnTo>
                    <a:lnTo>
                      <a:pt x="2433" y="495"/>
                    </a:lnTo>
                    <a:lnTo>
                      <a:pt x="2426" y="481"/>
                    </a:lnTo>
                    <a:lnTo>
                      <a:pt x="2421" y="467"/>
                    </a:lnTo>
                    <a:lnTo>
                      <a:pt x="2416" y="451"/>
                    </a:lnTo>
                    <a:lnTo>
                      <a:pt x="2411" y="433"/>
                    </a:lnTo>
                    <a:lnTo>
                      <a:pt x="2408" y="415"/>
                    </a:lnTo>
                    <a:lnTo>
                      <a:pt x="2406" y="394"/>
                    </a:lnTo>
                    <a:lnTo>
                      <a:pt x="2406" y="372"/>
                    </a:lnTo>
                    <a:lnTo>
                      <a:pt x="2406" y="10"/>
                    </a:lnTo>
                    <a:lnTo>
                      <a:pt x="2293" y="10"/>
                    </a:lnTo>
                    <a:close/>
                    <a:moveTo>
                      <a:pt x="1789" y="601"/>
                    </a:moveTo>
                    <a:lnTo>
                      <a:pt x="1803" y="609"/>
                    </a:lnTo>
                    <a:lnTo>
                      <a:pt x="1821" y="616"/>
                    </a:lnTo>
                    <a:lnTo>
                      <a:pt x="1840" y="622"/>
                    </a:lnTo>
                    <a:lnTo>
                      <a:pt x="1861" y="629"/>
                    </a:lnTo>
                    <a:lnTo>
                      <a:pt x="1883" y="634"/>
                    </a:lnTo>
                    <a:lnTo>
                      <a:pt x="1908" y="637"/>
                    </a:lnTo>
                    <a:lnTo>
                      <a:pt x="1932" y="640"/>
                    </a:lnTo>
                    <a:lnTo>
                      <a:pt x="1956" y="641"/>
                    </a:lnTo>
                    <a:lnTo>
                      <a:pt x="1986" y="640"/>
                    </a:lnTo>
                    <a:lnTo>
                      <a:pt x="2013" y="637"/>
                    </a:lnTo>
                    <a:lnTo>
                      <a:pt x="2025" y="635"/>
                    </a:lnTo>
                    <a:lnTo>
                      <a:pt x="2037" y="632"/>
                    </a:lnTo>
                    <a:lnTo>
                      <a:pt x="2050" y="629"/>
                    </a:lnTo>
                    <a:lnTo>
                      <a:pt x="2061" y="625"/>
                    </a:lnTo>
                    <a:lnTo>
                      <a:pt x="2071" y="621"/>
                    </a:lnTo>
                    <a:lnTo>
                      <a:pt x="2082" y="617"/>
                    </a:lnTo>
                    <a:lnTo>
                      <a:pt x="2092" y="613"/>
                    </a:lnTo>
                    <a:lnTo>
                      <a:pt x="2101" y="608"/>
                    </a:lnTo>
                    <a:lnTo>
                      <a:pt x="2110" y="603"/>
                    </a:lnTo>
                    <a:lnTo>
                      <a:pt x="2119" y="597"/>
                    </a:lnTo>
                    <a:lnTo>
                      <a:pt x="2127" y="591"/>
                    </a:lnTo>
                    <a:lnTo>
                      <a:pt x="2134" y="584"/>
                    </a:lnTo>
                    <a:lnTo>
                      <a:pt x="2141" y="578"/>
                    </a:lnTo>
                    <a:lnTo>
                      <a:pt x="2147" y="571"/>
                    </a:lnTo>
                    <a:lnTo>
                      <a:pt x="2154" y="564"/>
                    </a:lnTo>
                    <a:lnTo>
                      <a:pt x="2160" y="557"/>
                    </a:lnTo>
                    <a:lnTo>
                      <a:pt x="2170" y="541"/>
                    </a:lnTo>
                    <a:lnTo>
                      <a:pt x="2177" y="526"/>
                    </a:lnTo>
                    <a:lnTo>
                      <a:pt x="2183" y="508"/>
                    </a:lnTo>
                    <a:lnTo>
                      <a:pt x="2189" y="491"/>
                    </a:lnTo>
                    <a:lnTo>
                      <a:pt x="2191" y="472"/>
                    </a:lnTo>
                    <a:lnTo>
                      <a:pt x="2192" y="454"/>
                    </a:lnTo>
                    <a:lnTo>
                      <a:pt x="2192" y="437"/>
                    </a:lnTo>
                    <a:lnTo>
                      <a:pt x="2190" y="422"/>
                    </a:lnTo>
                    <a:lnTo>
                      <a:pt x="2186" y="407"/>
                    </a:lnTo>
                    <a:lnTo>
                      <a:pt x="2182" y="393"/>
                    </a:lnTo>
                    <a:lnTo>
                      <a:pt x="2176" y="380"/>
                    </a:lnTo>
                    <a:lnTo>
                      <a:pt x="2170" y="367"/>
                    </a:lnTo>
                    <a:lnTo>
                      <a:pt x="2162" y="355"/>
                    </a:lnTo>
                    <a:lnTo>
                      <a:pt x="2153" y="344"/>
                    </a:lnTo>
                    <a:lnTo>
                      <a:pt x="2142" y="332"/>
                    </a:lnTo>
                    <a:lnTo>
                      <a:pt x="2130" y="322"/>
                    </a:lnTo>
                    <a:lnTo>
                      <a:pt x="2117" y="313"/>
                    </a:lnTo>
                    <a:lnTo>
                      <a:pt x="2102" y="303"/>
                    </a:lnTo>
                    <a:lnTo>
                      <a:pt x="2087" y="294"/>
                    </a:lnTo>
                    <a:lnTo>
                      <a:pt x="2070" y="286"/>
                    </a:lnTo>
                    <a:lnTo>
                      <a:pt x="2052" y="278"/>
                    </a:lnTo>
                    <a:lnTo>
                      <a:pt x="2032" y="270"/>
                    </a:lnTo>
                    <a:lnTo>
                      <a:pt x="2004" y="258"/>
                    </a:lnTo>
                    <a:lnTo>
                      <a:pt x="1979" y="247"/>
                    </a:lnTo>
                    <a:lnTo>
                      <a:pt x="1969" y="242"/>
                    </a:lnTo>
                    <a:lnTo>
                      <a:pt x="1958" y="236"/>
                    </a:lnTo>
                    <a:lnTo>
                      <a:pt x="1950" y="230"/>
                    </a:lnTo>
                    <a:lnTo>
                      <a:pt x="1942" y="224"/>
                    </a:lnTo>
                    <a:lnTo>
                      <a:pt x="1936" y="219"/>
                    </a:lnTo>
                    <a:lnTo>
                      <a:pt x="1930" y="213"/>
                    </a:lnTo>
                    <a:lnTo>
                      <a:pt x="1924" y="206"/>
                    </a:lnTo>
                    <a:lnTo>
                      <a:pt x="1920" y="200"/>
                    </a:lnTo>
                    <a:lnTo>
                      <a:pt x="1917" y="192"/>
                    </a:lnTo>
                    <a:lnTo>
                      <a:pt x="1915" y="184"/>
                    </a:lnTo>
                    <a:lnTo>
                      <a:pt x="1914" y="177"/>
                    </a:lnTo>
                    <a:lnTo>
                      <a:pt x="1914" y="168"/>
                    </a:lnTo>
                    <a:lnTo>
                      <a:pt x="1914" y="162"/>
                    </a:lnTo>
                    <a:lnTo>
                      <a:pt x="1915" y="154"/>
                    </a:lnTo>
                    <a:lnTo>
                      <a:pt x="1917" y="147"/>
                    </a:lnTo>
                    <a:lnTo>
                      <a:pt x="1919" y="141"/>
                    </a:lnTo>
                    <a:lnTo>
                      <a:pt x="1923" y="135"/>
                    </a:lnTo>
                    <a:lnTo>
                      <a:pt x="1928" y="129"/>
                    </a:lnTo>
                    <a:lnTo>
                      <a:pt x="1933" y="122"/>
                    </a:lnTo>
                    <a:lnTo>
                      <a:pt x="1938" y="117"/>
                    </a:lnTo>
                    <a:lnTo>
                      <a:pt x="1945" y="112"/>
                    </a:lnTo>
                    <a:lnTo>
                      <a:pt x="1952" y="107"/>
                    </a:lnTo>
                    <a:lnTo>
                      <a:pt x="1960" y="103"/>
                    </a:lnTo>
                    <a:lnTo>
                      <a:pt x="1970" y="100"/>
                    </a:lnTo>
                    <a:lnTo>
                      <a:pt x="1980" y="97"/>
                    </a:lnTo>
                    <a:lnTo>
                      <a:pt x="1991" y="95"/>
                    </a:lnTo>
                    <a:lnTo>
                      <a:pt x="2004" y="94"/>
                    </a:lnTo>
                    <a:lnTo>
                      <a:pt x="2016" y="94"/>
                    </a:lnTo>
                    <a:lnTo>
                      <a:pt x="2037" y="94"/>
                    </a:lnTo>
                    <a:lnTo>
                      <a:pt x="2057" y="96"/>
                    </a:lnTo>
                    <a:lnTo>
                      <a:pt x="2075" y="100"/>
                    </a:lnTo>
                    <a:lnTo>
                      <a:pt x="2092" y="104"/>
                    </a:lnTo>
                    <a:lnTo>
                      <a:pt x="2106" y="108"/>
                    </a:lnTo>
                    <a:lnTo>
                      <a:pt x="2120" y="113"/>
                    </a:lnTo>
                    <a:lnTo>
                      <a:pt x="2131" y="118"/>
                    </a:lnTo>
                    <a:lnTo>
                      <a:pt x="2140" y="122"/>
                    </a:lnTo>
                    <a:lnTo>
                      <a:pt x="2167" y="31"/>
                    </a:lnTo>
                    <a:lnTo>
                      <a:pt x="2155" y="25"/>
                    </a:lnTo>
                    <a:lnTo>
                      <a:pt x="2139" y="20"/>
                    </a:lnTo>
                    <a:lnTo>
                      <a:pt x="2124" y="14"/>
                    </a:lnTo>
                    <a:lnTo>
                      <a:pt x="2106" y="9"/>
                    </a:lnTo>
                    <a:lnTo>
                      <a:pt x="2087" y="6"/>
                    </a:lnTo>
                    <a:lnTo>
                      <a:pt x="2065" y="3"/>
                    </a:lnTo>
                    <a:lnTo>
                      <a:pt x="2043" y="1"/>
                    </a:lnTo>
                    <a:lnTo>
                      <a:pt x="2019" y="0"/>
                    </a:lnTo>
                    <a:lnTo>
                      <a:pt x="1994" y="1"/>
                    </a:lnTo>
                    <a:lnTo>
                      <a:pt x="1971" y="4"/>
                    </a:lnTo>
                    <a:lnTo>
                      <a:pt x="1948" y="8"/>
                    </a:lnTo>
                    <a:lnTo>
                      <a:pt x="1928" y="14"/>
                    </a:lnTo>
                    <a:lnTo>
                      <a:pt x="1908" y="22"/>
                    </a:lnTo>
                    <a:lnTo>
                      <a:pt x="1890" y="30"/>
                    </a:lnTo>
                    <a:lnTo>
                      <a:pt x="1873" y="40"/>
                    </a:lnTo>
                    <a:lnTo>
                      <a:pt x="1859" y="51"/>
                    </a:lnTo>
                    <a:lnTo>
                      <a:pt x="1845" y="64"/>
                    </a:lnTo>
                    <a:lnTo>
                      <a:pt x="1833" y="77"/>
                    </a:lnTo>
                    <a:lnTo>
                      <a:pt x="1823" y="93"/>
                    </a:lnTo>
                    <a:lnTo>
                      <a:pt x="1815" y="108"/>
                    </a:lnTo>
                    <a:lnTo>
                      <a:pt x="1808" y="124"/>
                    </a:lnTo>
                    <a:lnTo>
                      <a:pt x="1803" y="142"/>
                    </a:lnTo>
                    <a:lnTo>
                      <a:pt x="1800" y="159"/>
                    </a:lnTo>
                    <a:lnTo>
                      <a:pt x="1799" y="179"/>
                    </a:lnTo>
                    <a:lnTo>
                      <a:pt x="1800" y="194"/>
                    </a:lnTo>
                    <a:lnTo>
                      <a:pt x="1802" y="211"/>
                    </a:lnTo>
                    <a:lnTo>
                      <a:pt x="1806" y="225"/>
                    </a:lnTo>
                    <a:lnTo>
                      <a:pt x="1811" y="240"/>
                    </a:lnTo>
                    <a:lnTo>
                      <a:pt x="1818" y="253"/>
                    </a:lnTo>
                    <a:lnTo>
                      <a:pt x="1825" y="265"/>
                    </a:lnTo>
                    <a:lnTo>
                      <a:pt x="1834" y="277"/>
                    </a:lnTo>
                    <a:lnTo>
                      <a:pt x="1844" y="288"/>
                    </a:lnTo>
                    <a:lnTo>
                      <a:pt x="1857" y="299"/>
                    </a:lnTo>
                    <a:lnTo>
                      <a:pt x="1869" y="310"/>
                    </a:lnTo>
                    <a:lnTo>
                      <a:pt x="1882" y="319"/>
                    </a:lnTo>
                    <a:lnTo>
                      <a:pt x="1898" y="328"/>
                    </a:lnTo>
                    <a:lnTo>
                      <a:pt x="1913" y="336"/>
                    </a:lnTo>
                    <a:lnTo>
                      <a:pt x="1931" y="345"/>
                    </a:lnTo>
                    <a:lnTo>
                      <a:pt x="1948" y="352"/>
                    </a:lnTo>
                    <a:lnTo>
                      <a:pt x="1967" y="359"/>
                    </a:lnTo>
                    <a:lnTo>
                      <a:pt x="1994" y="369"/>
                    </a:lnTo>
                    <a:lnTo>
                      <a:pt x="2017" y="381"/>
                    </a:lnTo>
                    <a:lnTo>
                      <a:pt x="2027" y="386"/>
                    </a:lnTo>
                    <a:lnTo>
                      <a:pt x="2036" y="392"/>
                    </a:lnTo>
                    <a:lnTo>
                      <a:pt x="2044" y="397"/>
                    </a:lnTo>
                    <a:lnTo>
                      <a:pt x="2051" y="403"/>
                    </a:lnTo>
                    <a:lnTo>
                      <a:pt x="2057" y="409"/>
                    </a:lnTo>
                    <a:lnTo>
                      <a:pt x="2062" y="417"/>
                    </a:lnTo>
                    <a:lnTo>
                      <a:pt x="2067" y="423"/>
                    </a:lnTo>
                    <a:lnTo>
                      <a:pt x="2070" y="430"/>
                    </a:lnTo>
                    <a:lnTo>
                      <a:pt x="2073" y="437"/>
                    </a:lnTo>
                    <a:lnTo>
                      <a:pt x="2075" y="445"/>
                    </a:lnTo>
                    <a:lnTo>
                      <a:pt x="2077" y="454"/>
                    </a:lnTo>
                    <a:lnTo>
                      <a:pt x="2077" y="462"/>
                    </a:lnTo>
                    <a:lnTo>
                      <a:pt x="2077" y="471"/>
                    </a:lnTo>
                    <a:lnTo>
                      <a:pt x="2074" y="480"/>
                    </a:lnTo>
                    <a:lnTo>
                      <a:pt x="2072" y="489"/>
                    </a:lnTo>
                    <a:lnTo>
                      <a:pt x="2069" y="497"/>
                    </a:lnTo>
                    <a:lnTo>
                      <a:pt x="2065" y="504"/>
                    </a:lnTo>
                    <a:lnTo>
                      <a:pt x="2060" y="511"/>
                    </a:lnTo>
                    <a:lnTo>
                      <a:pt x="2054" y="517"/>
                    </a:lnTo>
                    <a:lnTo>
                      <a:pt x="2048" y="524"/>
                    </a:lnTo>
                    <a:lnTo>
                      <a:pt x="2040" y="529"/>
                    </a:lnTo>
                    <a:lnTo>
                      <a:pt x="2031" y="533"/>
                    </a:lnTo>
                    <a:lnTo>
                      <a:pt x="2022" y="537"/>
                    </a:lnTo>
                    <a:lnTo>
                      <a:pt x="2012" y="540"/>
                    </a:lnTo>
                    <a:lnTo>
                      <a:pt x="2002" y="543"/>
                    </a:lnTo>
                    <a:lnTo>
                      <a:pt x="1989" y="545"/>
                    </a:lnTo>
                    <a:lnTo>
                      <a:pt x="1977" y="546"/>
                    </a:lnTo>
                    <a:lnTo>
                      <a:pt x="1965" y="546"/>
                    </a:lnTo>
                    <a:lnTo>
                      <a:pt x="1943" y="546"/>
                    </a:lnTo>
                    <a:lnTo>
                      <a:pt x="1921" y="543"/>
                    </a:lnTo>
                    <a:lnTo>
                      <a:pt x="1901" y="540"/>
                    </a:lnTo>
                    <a:lnTo>
                      <a:pt x="1881" y="535"/>
                    </a:lnTo>
                    <a:lnTo>
                      <a:pt x="1863" y="529"/>
                    </a:lnTo>
                    <a:lnTo>
                      <a:pt x="1845" y="523"/>
                    </a:lnTo>
                    <a:lnTo>
                      <a:pt x="1829" y="514"/>
                    </a:lnTo>
                    <a:lnTo>
                      <a:pt x="1815" y="507"/>
                    </a:lnTo>
                    <a:lnTo>
                      <a:pt x="1789" y="601"/>
                    </a:lnTo>
                    <a:close/>
                    <a:moveTo>
                      <a:pt x="1300" y="631"/>
                    </a:moveTo>
                    <a:lnTo>
                      <a:pt x="1300" y="408"/>
                    </a:lnTo>
                    <a:lnTo>
                      <a:pt x="1300" y="371"/>
                    </a:lnTo>
                    <a:lnTo>
                      <a:pt x="1299" y="335"/>
                    </a:lnTo>
                    <a:lnTo>
                      <a:pt x="1299" y="301"/>
                    </a:lnTo>
                    <a:lnTo>
                      <a:pt x="1298" y="269"/>
                    </a:lnTo>
                    <a:lnTo>
                      <a:pt x="1298" y="237"/>
                    </a:lnTo>
                    <a:lnTo>
                      <a:pt x="1297" y="205"/>
                    </a:lnTo>
                    <a:lnTo>
                      <a:pt x="1295" y="175"/>
                    </a:lnTo>
                    <a:lnTo>
                      <a:pt x="1294" y="144"/>
                    </a:lnTo>
                    <a:lnTo>
                      <a:pt x="1297" y="144"/>
                    </a:lnTo>
                    <a:lnTo>
                      <a:pt x="1308" y="170"/>
                    </a:lnTo>
                    <a:lnTo>
                      <a:pt x="1321" y="198"/>
                    </a:lnTo>
                    <a:lnTo>
                      <a:pt x="1335" y="224"/>
                    </a:lnTo>
                    <a:lnTo>
                      <a:pt x="1348" y="251"/>
                    </a:lnTo>
                    <a:lnTo>
                      <a:pt x="1362" y="279"/>
                    </a:lnTo>
                    <a:lnTo>
                      <a:pt x="1378" y="306"/>
                    </a:lnTo>
                    <a:lnTo>
                      <a:pt x="1392" y="332"/>
                    </a:lnTo>
                    <a:lnTo>
                      <a:pt x="1408" y="358"/>
                    </a:lnTo>
                    <a:lnTo>
                      <a:pt x="1569" y="631"/>
                    </a:lnTo>
                    <a:lnTo>
                      <a:pt x="1686" y="631"/>
                    </a:lnTo>
                    <a:lnTo>
                      <a:pt x="1686" y="10"/>
                    </a:lnTo>
                    <a:lnTo>
                      <a:pt x="1582" y="10"/>
                    </a:lnTo>
                    <a:lnTo>
                      <a:pt x="1582" y="226"/>
                    </a:lnTo>
                    <a:lnTo>
                      <a:pt x="1582" y="261"/>
                    </a:lnTo>
                    <a:lnTo>
                      <a:pt x="1582" y="295"/>
                    </a:lnTo>
                    <a:lnTo>
                      <a:pt x="1583" y="328"/>
                    </a:lnTo>
                    <a:lnTo>
                      <a:pt x="1584" y="360"/>
                    </a:lnTo>
                    <a:lnTo>
                      <a:pt x="1585" y="391"/>
                    </a:lnTo>
                    <a:lnTo>
                      <a:pt x="1587" y="422"/>
                    </a:lnTo>
                    <a:lnTo>
                      <a:pt x="1589" y="453"/>
                    </a:lnTo>
                    <a:lnTo>
                      <a:pt x="1592" y="484"/>
                    </a:lnTo>
                    <a:lnTo>
                      <a:pt x="1589" y="485"/>
                    </a:lnTo>
                    <a:lnTo>
                      <a:pt x="1578" y="459"/>
                    </a:lnTo>
                    <a:lnTo>
                      <a:pt x="1567" y="433"/>
                    </a:lnTo>
                    <a:lnTo>
                      <a:pt x="1555" y="407"/>
                    </a:lnTo>
                    <a:lnTo>
                      <a:pt x="1541" y="381"/>
                    </a:lnTo>
                    <a:lnTo>
                      <a:pt x="1528" y="355"/>
                    </a:lnTo>
                    <a:lnTo>
                      <a:pt x="1513" y="328"/>
                    </a:lnTo>
                    <a:lnTo>
                      <a:pt x="1499" y="302"/>
                    </a:lnTo>
                    <a:lnTo>
                      <a:pt x="1484" y="277"/>
                    </a:lnTo>
                    <a:lnTo>
                      <a:pt x="1324" y="10"/>
                    </a:lnTo>
                    <a:lnTo>
                      <a:pt x="1195" y="10"/>
                    </a:lnTo>
                    <a:lnTo>
                      <a:pt x="1195" y="631"/>
                    </a:lnTo>
                    <a:lnTo>
                      <a:pt x="1300" y="631"/>
                    </a:lnTo>
                    <a:close/>
                    <a:moveTo>
                      <a:pt x="804" y="550"/>
                    </a:moveTo>
                    <a:lnTo>
                      <a:pt x="795" y="549"/>
                    </a:lnTo>
                    <a:lnTo>
                      <a:pt x="785" y="549"/>
                    </a:lnTo>
                    <a:lnTo>
                      <a:pt x="776" y="547"/>
                    </a:lnTo>
                    <a:lnTo>
                      <a:pt x="766" y="545"/>
                    </a:lnTo>
                    <a:lnTo>
                      <a:pt x="757" y="543"/>
                    </a:lnTo>
                    <a:lnTo>
                      <a:pt x="749" y="540"/>
                    </a:lnTo>
                    <a:lnTo>
                      <a:pt x="741" y="536"/>
                    </a:lnTo>
                    <a:lnTo>
                      <a:pt x="733" y="532"/>
                    </a:lnTo>
                    <a:lnTo>
                      <a:pt x="724" y="527"/>
                    </a:lnTo>
                    <a:lnTo>
                      <a:pt x="717" y="523"/>
                    </a:lnTo>
                    <a:lnTo>
                      <a:pt x="710" y="516"/>
                    </a:lnTo>
                    <a:lnTo>
                      <a:pt x="703" y="510"/>
                    </a:lnTo>
                    <a:lnTo>
                      <a:pt x="690" y="497"/>
                    </a:lnTo>
                    <a:lnTo>
                      <a:pt x="679" y="482"/>
                    </a:lnTo>
                    <a:lnTo>
                      <a:pt x="668" y="466"/>
                    </a:lnTo>
                    <a:lnTo>
                      <a:pt x="660" y="449"/>
                    </a:lnTo>
                    <a:lnTo>
                      <a:pt x="651" y="430"/>
                    </a:lnTo>
                    <a:lnTo>
                      <a:pt x="645" y="410"/>
                    </a:lnTo>
                    <a:lnTo>
                      <a:pt x="640" y="389"/>
                    </a:lnTo>
                    <a:lnTo>
                      <a:pt x="637" y="367"/>
                    </a:lnTo>
                    <a:lnTo>
                      <a:pt x="634" y="346"/>
                    </a:lnTo>
                    <a:lnTo>
                      <a:pt x="634" y="322"/>
                    </a:lnTo>
                    <a:lnTo>
                      <a:pt x="634" y="299"/>
                    </a:lnTo>
                    <a:lnTo>
                      <a:pt x="636" y="277"/>
                    </a:lnTo>
                    <a:lnTo>
                      <a:pt x="640" y="255"/>
                    </a:lnTo>
                    <a:lnTo>
                      <a:pt x="645" y="235"/>
                    </a:lnTo>
                    <a:lnTo>
                      <a:pt x="651" y="214"/>
                    </a:lnTo>
                    <a:lnTo>
                      <a:pt x="659" y="194"/>
                    </a:lnTo>
                    <a:lnTo>
                      <a:pt x="668" y="177"/>
                    </a:lnTo>
                    <a:lnTo>
                      <a:pt x="677" y="160"/>
                    </a:lnTo>
                    <a:lnTo>
                      <a:pt x="689" y="145"/>
                    </a:lnTo>
                    <a:lnTo>
                      <a:pt x="702" y="132"/>
                    </a:lnTo>
                    <a:lnTo>
                      <a:pt x="709" y="126"/>
                    </a:lnTo>
                    <a:lnTo>
                      <a:pt x="716" y="119"/>
                    </a:lnTo>
                    <a:lnTo>
                      <a:pt x="723" y="114"/>
                    </a:lnTo>
                    <a:lnTo>
                      <a:pt x="732" y="109"/>
                    </a:lnTo>
                    <a:lnTo>
                      <a:pt x="740" y="105"/>
                    </a:lnTo>
                    <a:lnTo>
                      <a:pt x="748" y="102"/>
                    </a:lnTo>
                    <a:lnTo>
                      <a:pt x="757" y="99"/>
                    </a:lnTo>
                    <a:lnTo>
                      <a:pt x="766" y="96"/>
                    </a:lnTo>
                    <a:lnTo>
                      <a:pt x="776" y="94"/>
                    </a:lnTo>
                    <a:lnTo>
                      <a:pt x="786" y="92"/>
                    </a:lnTo>
                    <a:lnTo>
                      <a:pt x="795" y="91"/>
                    </a:lnTo>
                    <a:lnTo>
                      <a:pt x="807" y="91"/>
                    </a:lnTo>
                    <a:lnTo>
                      <a:pt x="817" y="91"/>
                    </a:lnTo>
                    <a:lnTo>
                      <a:pt x="827" y="92"/>
                    </a:lnTo>
                    <a:lnTo>
                      <a:pt x="836" y="94"/>
                    </a:lnTo>
                    <a:lnTo>
                      <a:pt x="846" y="96"/>
                    </a:lnTo>
                    <a:lnTo>
                      <a:pt x="855" y="99"/>
                    </a:lnTo>
                    <a:lnTo>
                      <a:pt x="864" y="102"/>
                    </a:lnTo>
                    <a:lnTo>
                      <a:pt x="872" y="106"/>
                    </a:lnTo>
                    <a:lnTo>
                      <a:pt x="881" y="110"/>
                    </a:lnTo>
                    <a:lnTo>
                      <a:pt x="889" y="114"/>
                    </a:lnTo>
                    <a:lnTo>
                      <a:pt x="896" y="120"/>
                    </a:lnTo>
                    <a:lnTo>
                      <a:pt x="903" y="126"/>
                    </a:lnTo>
                    <a:lnTo>
                      <a:pt x="910" y="132"/>
                    </a:lnTo>
                    <a:lnTo>
                      <a:pt x="923" y="145"/>
                    </a:lnTo>
                    <a:lnTo>
                      <a:pt x="934" y="160"/>
                    </a:lnTo>
                    <a:lnTo>
                      <a:pt x="944" y="177"/>
                    </a:lnTo>
                    <a:lnTo>
                      <a:pt x="952" y="194"/>
                    </a:lnTo>
                    <a:lnTo>
                      <a:pt x="961" y="214"/>
                    </a:lnTo>
                    <a:lnTo>
                      <a:pt x="967" y="234"/>
                    </a:lnTo>
                    <a:lnTo>
                      <a:pt x="971" y="254"/>
                    </a:lnTo>
                    <a:lnTo>
                      <a:pt x="974" y="275"/>
                    </a:lnTo>
                    <a:lnTo>
                      <a:pt x="976" y="296"/>
                    </a:lnTo>
                    <a:lnTo>
                      <a:pt x="977" y="318"/>
                    </a:lnTo>
                    <a:lnTo>
                      <a:pt x="976" y="343"/>
                    </a:lnTo>
                    <a:lnTo>
                      <a:pt x="974" y="365"/>
                    </a:lnTo>
                    <a:lnTo>
                      <a:pt x="971" y="388"/>
                    </a:lnTo>
                    <a:lnTo>
                      <a:pt x="966" y="409"/>
                    </a:lnTo>
                    <a:lnTo>
                      <a:pt x="960" y="430"/>
                    </a:lnTo>
                    <a:lnTo>
                      <a:pt x="951" y="449"/>
                    </a:lnTo>
                    <a:lnTo>
                      <a:pt x="943" y="467"/>
                    </a:lnTo>
                    <a:lnTo>
                      <a:pt x="933" y="482"/>
                    </a:lnTo>
                    <a:lnTo>
                      <a:pt x="921" y="498"/>
                    </a:lnTo>
                    <a:lnTo>
                      <a:pt x="908" y="511"/>
                    </a:lnTo>
                    <a:lnTo>
                      <a:pt x="901" y="517"/>
                    </a:lnTo>
                    <a:lnTo>
                      <a:pt x="894" y="523"/>
                    </a:lnTo>
                    <a:lnTo>
                      <a:pt x="887" y="528"/>
                    </a:lnTo>
                    <a:lnTo>
                      <a:pt x="878" y="532"/>
                    </a:lnTo>
                    <a:lnTo>
                      <a:pt x="870" y="536"/>
                    </a:lnTo>
                    <a:lnTo>
                      <a:pt x="862" y="540"/>
                    </a:lnTo>
                    <a:lnTo>
                      <a:pt x="854" y="543"/>
                    </a:lnTo>
                    <a:lnTo>
                      <a:pt x="845" y="545"/>
                    </a:lnTo>
                    <a:lnTo>
                      <a:pt x="835" y="547"/>
                    </a:lnTo>
                    <a:lnTo>
                      <a:pt x="826" y="549"/>
                    </a:lnTo>
                    <a:lnTo>
                      <a:pt x="816" y="549"/>
                    </a:lnTo>
                    <a:lnTo>
                      <a:pt x="805" y="550"/>
                    </a:lnTo>
                    <a:lnTo>
                      <a:pt x="804" y="550"/>
                    </a:lnTo>
                    <a:close/>
                    <a:moveTo>
                      <a:pt x="802" y="641"/>
                    </a:moveTo>
                    <a:lnTo>
                      <a:pt x="818" y="641"/>
                    </a:lnTo>
                    <a:lnTo>
                      <a:pt x="833" y="640"/>
                    </a:lnTo>
                    <a:lnTo>
                      <a:pt x="849" y="638"/>
                    </a:lnTo>
                    <a:lnTo>
                      <a:pt x="863" y="636"/>
                    </a:lnTo>
                    <a:lnTo>
                      <a:pt x="878" y="633"/>
                    </a:lnTo>
                    <a:lnTo>
                      <a:pt x="893" y="629"/>
                    </a:lnTo>
                    <a:lnTo>
                      <a:pt x="906" y="624"/>
                    </a:lnTo>
                    <a:lnTo>
                      <a:pt x="920" y="619"/>
                    </a:lnTo>
                    <a:lnTo>
                      <a:pt x="933" y="613"/>
                    </a:lnTo>
                    <a:lnTo>
                      <a:pt x="946" y="607"/>
                    </a:lnTo>
                    <a:lnTo>
                      <a:pt x="959" y="600"/>
                    </a:lnTo>
                    <a:lnTo>
                      <a:pt x="970" y="593"/>
                    </a:lnTo>
                    <a:lnTo>
                      <a:pt x="982" y="584"/>
                    </a:lnTo>
                    <a:lnTo>
                      <a:pt x="993" y="575"/>
                    </a:lnTo>
                    <a:lnTo>
                      <a:pt x="1004" y="566"/>
                    </a:lnTo>
                    <a:lnTo>
                      <a:pt x="1013" y="556"/>
                    </a:lnTo>
                    <a:lnTo>
                      <a:pt x="1023" y="545"/>
                    </a:lnTo>
                    <a:lnTo>
                      <a:pt x="1033" y="533"/>
                    </a:lnTo>
                    <a:lnTo>
                      <a:pt x="1041" y="522"/>
                    </a:lnTo>
                    <a:lnTo>
                      <a:pt x="1049" y="509"/>
                    </a:lnTo>
                    <a:lnTo>
                      <a:pt x="1056" y="496"/>
                    </a:lnTo>
                    <a:lnTo>
                      <a:pt x="1063" y="482"/>
                    </a:lnTo>
                    <a:lnTo>
                      <a:pt x="1070" y="468"/>
                    </a:lnTo>
                    <a:lnTo>
                      <a:pt x="1076" y="453"/>
                    </a:lnTo>
                    <a:lnTo>
                      <a:pt x="1081" y="437"/>
                    </a:lnTo>
                    <a:lnTo>
                      <a:pt x="1085" y="422"/>
                    </a:lnTo>
                    <a:lnTo>
                      <a:pt x="1089" y="405"/>
                    </a:lnTo>
                    <a:lnTo>
                      <a:pt x="1092" y="388"/>
                    </a:lnTo>
                    <a:lnTo>
                      <a:pt x="1094" y="370"/>
                    </a:lnTo>
                    <a:lnTo>
                      <a:pt x="1096" y="352"/>
                    </a:lnTo>
                    <a:lnTo>
                      <a:pt x="1097" y="333"/>
                    </a:lnTo>
                    <a:lnTo>
                      <a:pt x="1097" y="314"/>
                    </a:lnTo>
                    <a:lnTo>
                      <a:pt x="1097" y="297"/>
                    </a:lnTo>
                    <a:lnTo>
                      <a:pt x="1096" y="281"/>
                    </a:lnTo>
                    <a:lnTo>
                      <a:pt x="1095" y="265"/>
                    </a:lnTo>
                    <a:lnTo>
                      <a:pt x="1093" y="250"/>
                    </a:lnTo>
                    <a:lnTo>
                      <a:pt x="1090" y="235"/>
                    </a:lnTo>
                    <a:lnTo>
                      <a:pt x="1087" y="219"/>
                    </a:lnTo>
                    <a:lnTo>
                      <a:pt x="1083" y="205"/>
                    </a:lnTo>
                    <a:lnTo>
                      <a:pt x="1078" y="190"/>
                    </a:lnTo>
                    <a:lnTo>
                      <a:pt x="1073" y="176"/>
                    </a:lnTo>
                    <a:lnTo>
                      <a:pt x="1068" y="163"/>
                    </a:lnTo>
                    <a:lnTo>
                      <a:pt x="1061" y="149"/>
                    </a:lnTo>
                    <a:lnTo>
                      <a:pt x="1054" y="137"/>
                    </a:lnTo>
                    <a:lnTo>
                      <a:pt x="1047" y="124"/>
                    </a:lnTo>
                    <a:lnTo>
                      <a:pt x="1039" y="113"/>
                    </a:lnTo>
                    <a:lnTo>
                      <a:pt x="1031" y="102"/>
                    </a:lnTo>
                    <a:lnTo>
                      <a:pt x="1021" y="91"/>
                    </a:lnTo>
                    <a:lnTo>
                      <a:pt x="1012" y="80"/>
                    </a:lnTo>
                    <a:lnTo>
                      <a:pt x="1002" y="71"/>
                    </a:lnTo>
                    <a:lnTo>
                      <a:pt x="991" y="62"/>
                    </a:lnTo>
                    <a:lnTo>
                      <a:pt x="980" y="52"/>
                    </a:lnTo>
                    <a:lnTo>
                      <a:pt x="969" y="44"/>
                    </a:lnTo>
                    <a:lnTo>
                      <a:pt x="957" y="37"/>
                    </a:lnTo>
                    <a:lnTo>
                      <a:pt x="944" y="30"/>
                    </a:lnTo>
                    <a:lnTo>
                      <a:pt x="932" y="24"/>
                    </a:lnTo>
                    <a:lnTo>
                      <a:pt x="917" y="19"/>
                    </a:lnTo>
                    <a:lnTo>
                      <a:pt x="904" y="13"/>
                    </a:lnTo>
                    <a:lnTo>
                      <a:pt x="890" y="9"/>
                    </a:lnTo>
                    <a:lnTo>
                      <a:pt x="874" y="6"/>
                    </a:lnTo>
                    <a:lnTo>
                      <a:pt x="859" y="3"/>
                    </a:lnTo>
                    <a:lnTo>
                      <a:pt x="844" y="2"/>
                    </a:lnTo>
                    <a:lnTo>
                      <a:pt x="827" y="0"/>
                    </a:lnTo>
                    <a:lnTo>
                      <a:pt x="811" y="0"/>
                    </a:lnTo>
                    <a:lnTo>
                      <a:pt x="794" y="0"/>
                    </a:lnTo>
                    <a:lnTo>
                      <a:pt x="778" y="2"/>
                    </a:lnTo>
                    <a:lnTo>
                      <a:pt x="762" y="3"/>
                    </a:lnTo>
                    <a:lnTo>
                      <a:pt x="747" y="6"/>
                    </a:lnTo>
                    <a:lnTo>
                      <a:pt x="733" y="9"/>
                    </a:lnTo>
                    <a:lnTo>
                      <a:pt x="718" y="13"/>
                    </a:lnTo>
                    <a:lnTo>
                      <a:pt x="704" y="19"/>
                    </a:lnTo>
                    <a:lnTo>
                      <a:pt x="690" y="24"/>
                    </a:lnTo>
                    <a:lnTo>
                      <a:pt x="677" y="30"/>
                    </a:lnTo>
                    <a:lnTo>
                      <a:pt x="665" y="37"/>
                    </a:lnTo>
                    <a:lnTo>
                      <a:pt x="652" y="44"/>
                    </a:lnTo>
                    <a:lnTo>
                      <a:pt x="640" y="52"/>
                    </a:lnTo>
                    <a:lnTo>
                      <a:pt x="629" y="62"/>
                    </a:lnTo>
                    <a:lnTo>
                      <a:pt x="617" y="71"/>
                    </a:lnTo>
                    <a:lnTo>
                      <a:pt x="607" y="80"/>
                    </a:lnTo>
                    <a:lnTo>
                      <a:pt x="597" y="92"/>
                    </a:lnTo>
                    <a:lnTo>
                      <a:pt x="588" y="102"/>
                    </a:lnTo>
                    <a:lnTo>
                      <a:pt x="578" y="114"/>
                    </a:lnTo>
                    <a:lnTo>
                      <a:pt x="570" y="126"/>
                    </a:lnTo>
                    <a:lnTo>
                      <a:pt x="562" y="139"/>
                    </a:lnTo>
                    <a:lnTo>
                      <a:pt x="555" y="151"/>
                    </a:lnTo>
                    <a:lnTo>
                      <a:pt x="549" y="166"/>
                    </a:lnTo>
                    <a:lnTo>
                      <a:pt x="542" y="179"/>
                    </a:lnTo>
                    <a:lnTo>
                      <a:pt x="536" y="194"/>
                    </a:lnTo>
                    <a:lnTo>
                      <a:pt x="531" y="209"/>
                    </a:lnTo>
                    <a:lnTo>
                      <a:pt x="527" y="224"/>
                    </a:lnTo>
                    <a:lnTo>
                      <a:pt x="524" y="241"/>
                    </a:lnTo>
                    <a:lnTo>
                      <a:pt x="521" y="256"/>
                    </a:lnTo>
                    <a:lnTo>
                      <a:pt x="518" y="273"/>
                    </a:lnTo>
                    <a:lnTo>
                      <a:pt x="517" y="290"/>
                    </a:lnTo>
                    <a:lnTo>
                      <a:pt x="516" y="308"/>
                    </a:lnTo>
                    <a:lnTo>
                      <a:pt x="515" y="325"/>
                    </a:lnTo>
                    <a:lnTo>
                      <a:pt x="516" y="342"/>
                    </a:lnTo>
                    <a:lnTo>
                      <a:pt x="517" y="359"/>
                    </a:lnTo>
                    <a:lnTo>
                      <a:pt x="518" y="374"/>
                    </a:lnTo>
                    <a:lnTo>
                      <a:pt x="520" y="391"/>
                    </a:lnTo>
                    <a:lnTo>
                      <a:pt x="523" y="406"/>
                    </a:lnTo>
                    <a:lnTo>
                      <a:pt x="526" y="422"/>
                    </a:lnTo>
                    <a:lnTo>
                      <a:pt x="530" y="436"/>
                    </a:lnTo>
                    <a:lnTo>
                      <a:pt x="535" y="452"/>
                    </a:lnTo>
                    <a:lnTo>
                      <a:pt x="540" y="465"/>
                    </a:lnTo>
                    <a:lnTo>
                      <a:pt x="547" y="479"/>
                    </a:lnTo>
                    <a:lnTo>
                      <a:pt x="553" y="492"/>
                    </a:lnTo>
                    <a:lnTo>
                      <a:pt x="559" y="505"/>
                    </a:lnTo>
                    <a:lnTo>
                      <a:pt x="567" y="517"/>
                    </a:lnTo>
                    <a:lnTo>
                      <a:pt x="575" y="529"/>
                    </a:lnTo>
                    <a:lnTo>
                      <a:pt x="584" y="540"/>
                    </a:lnTo>
                    <a:lnTo>
                      <a:pt x="593" y="551"/>
                    </a:lnTo>
                    <a:lnTo>
                      <a:pt x="602" y="562"/>
                    </a:lnTo>
                    <a:lnTo>
                      <a:pt x="612" y="571"/>
                    </a:lnTo>
                    <a:lnTo>
                      <a:pt x="623" y="580"/>
                    </a:lnTo>
                    <a:lnTo>
                      <a:pt x="634" y="588"/>
                    </a:lnTo>
                    <a:lnTo>
                      <a:pt x="645" y="597"/>
                    </a:lnTo>
                    <a:lnTo>
                      <a:pt x="658" y="604"/>
                    </a:lnTo>
                    <a:lnTo>
                      <a:pt x="670" y="611"/>
                    </a:lnTo>
                    <a:lnTo>
                      <a:pt x="682" y="617"/>
                    </a:lnTo>
                    <a:lnTo>
                      <a:pt x="696" y="622"/>
                    </a:lnTo>
                    <a:lnTo>
                      <a:pt x="710" y="628"/>
                    </a:lnTo>
                    <a:lnTo>
                      <a:pt x="724" y="632"/>
                    </a:lnTo>
                    <a:lnTo>
                      <a:pt x="739" y="635"/>
                    </a:lnTo>
                    <a:lnTo>
                      <a:pt x="753" y="638"/>
                    </a:lnTo>
                    <a:lnTo>
                      <a:pt x="769" y="640"/>
                    </a:lnTo>
                    <a:lnTo>
                      <a:pt x="785" y="641"/>
                    </a:lnTo>
                    <a:lnTo>
                      <a:pt x="801" y="641"/>
                    </a:lnTo>
                    <a:lnTo>
                      <a:pt x="802" y="641"/>
                    </a:lnTo>
                    <a:close/>
                    <a:moveTo>
                      <a:pt x="458" y="523"/>
                    </a:moveTo>
                    <a:lnTo>
                      <a:pt x="447" y="528"/>
                    </a:lnTo>
                    <a:lnTo>
                      <a:pt x="434" y="532"/>
                    </a:lnTo>
                    <a:lnTo>
                      <a:pt x="418" y="536"/>
                    </a:lnTo>
                    <a:lnTo>
                      <a:pt x="403" y="539"/>
                    </a:lnTo>
                    <a:lnTo>
                      <a:pt x="386" y="542"/>
                    </a:lnTo>
                    <a:lnTo>
                      <a:pt x="370" y="544"/>
                    </a:lnTo>
                    <a:lnTo>
                      <a:pt x="352" y="545"/>
                    </a:lnTo>
                    <a:lnTo>
                      <a:pt x="335" y="545"/>
                    </a:lnTo>
                    <a:lnTo>
                      <a:pt x="323" y="545"/>
                    </a:lnTo>
                    <a:lnTo>
                      <a:pt x="310" y="544"/>
                    </a:lnTo>
                    <a:lnTo>
                      <a:pt x="298" y="543"/>
                    </a:lnTo>
                    <a:lnTo>
                      <a:pt x="287" y="541"/>
                    </a:lnTo>
                    <a:lnTo>
                      <a:pt x="275" y="539"/>
                    </a:lnTo>
                    <a:lnTo>
                      <a:pt x="265" y="537"/>
                    </a:lnTo>
                    <a:lnTo>
                      <a:pt x="254" y="534"/>
                    </a:lnTo>
                    <a:lnTo>
                      <a:pt x="243" y="530"/>
                    </a:lnTo>
                    <a:lnTo>
                      <a:pt x="234" y="526"/>
                    </a:lnTo>
                    <a:lnTo>
                      <a:pt x="225" y="522"/>
                    </a:lnTo>
                    <a:lnTo>
                      <a:pt x="216" y="516"/>
                    </a:lnTo>
                    <a:lnTo>
                      <a:pt x="207" y="511"/>
                    </a:lnTo>
                    <a:lnTo>
                      <a:pt x="198" y="505"/>
                    </a:lnTo>
                    <a:lnTo>
                      <a:pt x="191" y="499"/>
                    </a:lnTo>
                    <a:lnTo>
                      <a:pt x="183" y="492"/>
                    </a:lnTo>
                    <a:lnTo>
                      <a:pt x="177" y="486"/>
                    </a:lnTo>
                    <a:lnTo>
                      <a:pt x="169" y="477"/>
                    </a:lnTo>
                    <a:lnTo>
                      <a:pt x="163" y="470"/>
                    </a:lnTo>
                    <a:lnTo>
                      <a:pt x="157" y="462"/>
                    </a:lnTo>
                    <a:lnTo>
                      <a:pt x="152" y="453"/>
                    </a:lnTo>
                    <a:lnTo>
                      <a:pt x="147" y="443"/>
                    </a:lnTo>
                    <a:lnTo>
                      <a:pt x="142" y="434"/>
                    </a:lnTo>
                    <a:lnTo>
                      <a:pt x="138" y="425"/>
                    </a:lnTo>
                    <a:lnTo>
                      <a:pt x="134" y="415"/>
                    </a:lnTo>
                    <a:lnTo>
                      <a:pt x="127" y="393"/>
                    </a:lnTo>
                    <a:lnTo>
                      <a:pt x="123" y="371"/>
                    </a:lnTo>
                    <a:lnTo>
                      <a:pt x="120" y="347"/>
                    </a:lnTo>
                    <a:lnTo>
                      <a:pt x="119" y="322"/>
                    </a:lnTo>
                    <a:lnTo>
                      <a:pt x="119" y="309"/>
                    </a:lnTo>
                    <a:lnTo>
                      <a:pt x="120" y="295"/>
                    </a:lnTo>
                    <a:lnTo>
                      <a:pt x="122" y="282"/>
                    </a:lnTo>
                    <a:lnTo>
                      <a:pt x="123" y="270"/>
                    </a:lnTo>
                    <a:lnTo>
                      <a:pt x="125" y="257"/>
                    </a:lnTo>
                    <a:lnTo>
                      <a:pt x="128" y="246"/>
                    </a:lnTo>
                    <a:lnTo>
                      <a:pt x="131" y="235"/>
                    </a:lnTo>
                    <a:lnTo>
                      <a:pt x="136" y="223"/>
                    </a:lnTo>
                    <a:lnTo>
                      <a:pt x="140" y="213"/>
                    </a:lnTo>
                    <a:lnTo>
                      <a:pt x="145" y="203"/>
                    </a:lnTo>
                    <a:lnTo>
                      <a:pt x="149" y="193"/>
                    </a:lnTo>
                    <a:lnTo>
                      <a:pt x="155" y="184"/>
                    </a:lnTo>
                    <a:lnTo>
                      <a:pt x="160" y="176"/>
                    </a:lnTo>
                    <a:lnTo>
                      <a:pt x="167" y="168"/>
                    </a:lnTo>
                    <a:lnTo>
                      <a:pt x="174" y="159"/>
                    </a:lnTo>
                    <a:lnTo>
                      <a:pt x="181" y="152"/>
                    </a:lnTo>
                    <a:lnTo>
                      <a:pt x="188" y="145"/>
                    </a:lnTo>
                    <a:lnTo>
                      <a:pt x="196" y="139"/>
                    </a:lnTo>
                    <a:lnTo>
                      <a:pt x="204" y="133"/>
                    </a:lnTo>
                    <a:lnTo>
                      <a:pt x="213" y="127"/>
                    </a:lnTo>
                    <a:lnTo>
                      <a:pt x="221" y="121"/>
                    </a:lnTo>
                    <a:lnTo>
                      <a:pt x="230" y="117"/>
                    </a:lnTo>
                    <a:lnTo>
                      <a:pt x="239" y="112"/>
                    </a:lnTo>
                    <a:lnTo>
                      <a:pt x="250" y="109"/>
                    </a:lnTo>
                    <a:lnTo>
                      <a:pt x="270" y="102"/>
                    </a:lnTo>
                    <a:lnTo>
                      <a:pt x="291" y="98"/>
                    </a:lnTo>
                    <a:lnTo>
                      <a:pt x="313" y="95"/>
                    </a:lnTo>
                    <a:lnTo>
                      <a:pt x="337" y="94"/>
                    </a:lnTo>
                    <a:lnTo>
                      <a:pt x="355" y="95"/>
                    </a:lnTo>
                    <a:lnTo>
                      <a:pt x="373" y="96"/>
                    </a:lnTo>
                    <a:lnTo>
                      <a:pt x="389" y="98"/>
                    </a:lnTo>
                    <a:lnTo>
                      <a:pt x="405" y="101"/>
                    </a:lnTo>
                    <a:lnTo>
                      <a:pt x="420" y="105"/>
                    </a:lnTo>
                    <a:lnTo>
                      <a:pt x="434" y="109"/>
                    </a:lnTo>
                    <a:lnTo>
                      <a:pt x="446" y="113"/>
                    </a:lnTo>
                    <a:lnTo>
                      <a:pt x="457" y="118"/>
                    </a:lnTo>
                    <a:lnTo>
                      <a:pt x="482" y="28"/>
                    </a:lnTo>
                    <a:lnTo>
                      <a:pt x="473" y="24"/>
                    </a:lnTo>
                    <a:lnTo>
                      <a:pt x="459" y="19"/>
                    </a:lnTo>
                    <a:lnTo>
                      <a:pt x="444" y="13"/>
                    </a:lnTo>
                    <a:lnTo>
                      <a:pt x="426" y="9"/>
                    </a:lnTo>
                    <a:lnTo>
                      <a:pt x="406" y="6"/>
                    </a:lnTo>
                    <a:lnTo>
                      <a:pt x="383" y="3"/>
                    </a:lnTo>
                    <a:lnTo>
                      <a:pt x="359" y="1"/>
                    </a:lnTo>
                    <a:lnTo>
                      <a:pt x="332" y="0"/>
                    </a:lnTo>
                    <a:lnTo>
                      <a:pt x="314" y="1"/>
                    </a:lnTo>
                    <a:lnTo>
                      <a:pt x="297" y="2"/>
                    </a:lnTo>
                    <a:lnTo>
                      <a:pt x="280" y="4"/>
                    </a:lnTo>
                    <a:lnTo>
                      <a:pt x="263" y="6"/>
                    </a:lnTo>
                    <a:lnTo>
                      <a:pt x="247" y="9"/>
                    </a:lnTo>
                    <a:lnTo>
                      <a:pt x="231" y="13"/>
                    </a:lnTo>
                    <a:lnTo>
                      <a:pt x="216" y="17"/>
                    </a:lnTo>
                    <a:lnTo>
                      <a:pt x="200" y="23"/>
                    </a:lnTo>
                    <a:lnTo>
                      <a:pt x="185" y="29"/>
                    </a:lnTo>
                    <a:lnTo>
                      <a:pt x="172" y="35"/>
                    </a:lnTo>
                    <a:lnTo>
                      <a:pt x="157" y="42"/>
                    </a:lnTo>
                    <a:lnTo>
                      <a:pt x="144" y="50"/>
                    </a:lnTo>
                    <a:lnTo>
                      <a:pt x="130" y="59"/>
                    </a:lnTo>
                    <a:lnTo>
                      <a:pt x="118" y="68"/>
                    </a:lnTo>
                    <a:lnTo>
                      <a:pt x="107" y="77"/>
                    </a:lnTo>
                    <a:lnTo>
                      <a:pt x="94" y="87"/>
                    </a:lnTo>
                    <a:lnTo>
                      <a:pt x="84" y="99"/>
                    </a:lnTo>
                    <a:lnTo>
                      <a:pt x="74" y="110"/>
                    </a:lnTo>
                    <a:lnTo>
                      <a:pt x="65" y="122"/>
                    </a:lnTo>
                    <a:lnTo>
                      <a:pt x="55" y="135"/>
                    </a:lnTo>
                    <a:lnTo>
                      <a:pt x="47" y="148"/>
                    </a:lnTo>
                    <a:lnTo>
                      <a:pt x="39" y="162"/>
                    </a:lnTo>
                    <a:lnTo>
                      <a:pt x="32" y="176"/>
                    </a:lnTo>
                    <a:lnTo>
                      <a:pt x="26" y="190"/>
                    </a:lnTo>
                    <a:lnTo>
                      <a:pt x="19" y="206"/>
                    </a:lnTo>
                    <a:lnTo>
                      <a:pt x="14" y="222"/>
                    </a:lnTo>
                    <a:lnTo>
                      <a:pt x="10" y="239"/>
                    </a:lnTo>
                    <a:lnTo>
                      <a:pt x="6" y="255"/>
                    </a:lnTo>
                    <a:lnTo>
                      <a:pt x="4" y="273"/>
                    </a:lnTo>
                    <a:lnTo>
                      <a:pt x="2" y="290"/>
                    </a:lnTo>
                    <a:lnTo>
                      <a:pt x="1" y="309"/>
                    </a:lnTo>
                    <a:lnTo>
                      <a:pt x="0" y="328"/>
                    </a:lnTo>
                    <a:lnTo>
                      <a:pt x="1" y="346"/>
                    </a:lnTo>
                    <a:lnTo>
                      <a:pt x="2" y="362"/>
                    </a:lnTo>
                    <a:lnTo>
                      <a:pt x="3" y="380"/>
                    </a:lnTo>
                    <a:lnTo>
                      <a:pt x="6" y="395"/>
                    </a:lnTo>
                    <a:lnTo>
                      <a:pt x="9" y="412"/>
                    </a:lnTo>
                    <a:lnTo>
                      <a:pt x="12" y="427"/>
                    </a:lnTo>
                    <a:lnTo>
                      <a:pt x="16" y="441"/>
                    </a:lnTo>
                    <a:lnTo>
                      <a:pt x="22" y="457"/>
                    </a:lnTo>
                    <a:lnTo>
                      <a:pt x="28" y="470"/>
                    </a:lnTo>
                    <a:lnTo>
                      <a:pt x="34" y="484"/>
                    </a:lnTo>
                    <a:lnTo>
                      <a:pt x="41" y="497"/>
                    </a:lnTo>
                    <a:lnTo>
                      <a:pt x="48" y="509"/>
                    </a:lnTo>
                    <a:lnTo>
                      <a:pt x="56" y="522"/>
                    </a:lnTo>
                    <a:lnTo>
                      <a:pt x="66" y="534"/>
                    </a:lnTo>
                    <a:lnTo>
                      <a:pt x="75" y="544"/>
                    </a:lnTo>
                    <a:lnTo>
                      <a:pt x="84" y="555"/>
                    </a:lnTo>
                    <a:lnTo>
                      <a:pt x="95" y="565"/>
                    </a:lnTo>
                    <a:lnTo>
                      <a:pt x="106" y="574"/>
                    </a:lnTo>
                    <a:lnTo>
                      <a:pt x="118" y="583"/>
                    </a:lnTo>
                    <a:lnTo>
                      <a:pt x="130" y="592"/>
                    </a:lnTo>
                    <a:lnTo>
                      <a:pt x="143" y="599"/>
                    </a:lnTo>
                    <a:lnTo>
                      <a:pt x="156" y="606"/>
                    </a:lnTo>
                    <a:lnTo>
                      <a:pt x="169" y="612"/>
                    </a:lnTo>
                    <a:lnTo>
                      <a:pt x="184" y="618"/>
                    </a:lnTo>
                    <a:lnTo>
                      <a:pt x="199" y="623"/>
                    </a:lnTo>
                    <a:lnTo>
                      <a:pt x="215" y="628"/>
                    </a:lnTo>
                    <a:lnTo>
                      <a:pt x="230" y="632"/>
                    </a:lnTo>
                    <a:lnTo>
                      <a:pt x="247" y="635"/>
                    </a:lnTo>
                    <a:lnTo>
                      <a:pt x="263" y="637"/>
                    </a:lnTo>
                    <a:lnTo>
                      <a:pt x="280" y="639"/>
                    </a:lnTo>
                    <a:lnTo>
                      <a:pt x="298" y="640"/>
                    </a:lnTo>
                    <a:lnTo>
                      <a:pt x="316" y="641"/>
                    </a:lnTo>
                    <a:lnTo>
                      <a:pt x="344" y="640"/>
                    </a:lnTo>
                    <a:lnTo>
                      <a:pt x="370" y="638"/>
                    </a:lnTo>
                    <a:lnTo>
                      <a:pt x="393" y="635"/>
                    </a:lnTo>
                    <a:lnTo>
                      <a:pt x="415" y="632"/>
                    </a:lnTo>
                    <a:lnTo>
                      <a:pt x="435" y="628"/>
                    </a:lnTo>
                    <a:lnTo>
                      <a:pt x="451" y="622"/>
                    </a:lnTo>
                    <a:lnTo>
                      <a:pt x="465" y="617"/>
                    </a:lnTo>
                    <a:lnTo>
                      <a:pt x="478" y="612"/>
                    </a:lnTo>
                    <a:lnTo>
                      <a:pt x="458" y="5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bg1"/>
                  </a:solidFill>
                  <a:latin typeface="Myriad Pro"/>
                </a:endParaRPr>
              </a:p>
            </p:txBody>
          </p:sp>
          <p:sp>
            <p:nvSpPr>
              <p:cNvPr id="34" name="Freeform 33"/>
              <p:cNvSpPr>
                <a:spLocks noEditPoints="1"/>
              </p:cNvSpPr>
              <p:nvPr/>
            </p:nvSpPr>
            <p:spPr bwMode="auto">
              <a:xfrm>
                <a:off x="1409510" y="392855"/>
                <a:ext cx="878871" cy="92839"/>
              </a:xfrm>
              <a:custGeom>
                <a:avLst/>
                <a:gdLst/>
                <a:ahLst/>
                <a:cxnLst>
                  <a:cxn ang="0">
                    <a:pos x="805" y="637"/>
                  </a:cxn>
                  <a:cxn ang="0">
                    <a:pos x="996" y="219"/>
                  </a:cxn>
                  <a:cxn ang="0">
                    <a:pos x="1304" y="357"/>
                  </a:cxn>
                  <a:cxn ang="0">
                    <a:pos x="1069" y="644"/>
                  </a:cxn>
                  <a:cxn ang="0">
                    <a:pos x="1040" y="573"/>
                  </a:cxn>
                  <a:cxn ang="0">
                    <a:pos x="1182" y="280"/>
                  </a:cxn>
                  <a:cxn ang="0">
                    <a:pos x="1457" y="426"/>
                  </a:cxn>
                  <a:cxn ang="0">
                    <a:pos x="1680" y="639"/>
                  </a:cxn>
                  <a:cxn ang="0">
                    <a:pos x="1384" y="480"/>
                  </a:cxn>
                  <a:cxn ang="0">
                    <a:pos x="1565" y="178"/>
                  </a:cxn>
                  <a:cxn ang="0">
                    <a:pos x="1772" y="419"/>
                  </a:cxn>
                  <a:cxn ang="0">
                    <a:pos x="1479" y="300"/>
                  </a:cxn>
                  <a:cxn ang="0">
                    <a:pos x="2054" y="179"/>
                  </a:cxn>
                  <a:cxn ang="0">
                    <a:pos x="2260" y="188"/>
                  </a:cxn>
                  <a:cxn ang="0">
                    <a:pos x="2257" y="15"/>
                  </a:cxn>
                  <a:cxn ang="0">
                    <a:pos x="2523" y="568"/>
                  </a:cxn>
                  <a:cxn ang="0">
                    <a:pos x="2483" y="627"/>
                  </a:cxn>
                  <a:cxn ang="0">
                    <a:pos x="2395" y="282"/>
                  </a:cxn>
                  <a:cxn ang="0">
                    <a:pos x="2669" y="201"/>
                  </a:cxn>
                  <a:cxn ang="0">
                    <a:pos x="2657" y="282"/>
                  </a:cxn>
                  <a:cxn ang="0">
                    <a:pos x="2858" y="220"/>
                  </a:cxn>
                  <a:cxn ang="0">
                    <a:pos x="3192" y="222"/>
                  </a:cxn>
                  <a:cxn ang="0">
                    <a:pos x="3092" y="249"/>
                  </a:cxn>
                  <a:cxn ang="0">
                    <a:pos x="3666" y="632"/>
                  </a:cxn>
                  <a:cxn ang="0">
                    <a:pos x="3354" y="500"/>
                  </a:cxn>
                  <a:cxn ang="0">
                    <a:pos x="3484" y="195"/>
                  </a:cxn>
                  <a:cxn ang="0">
                    <a:pos x="3516" y="256"/>
                  </a:cxn>
                  <a:cxn ang="0">
                    <a:pos x="3592" y="581"/>
                  </a:cxn>
                  <a:cxn ang="0">
                    <a:pos x="4055" y="577"/>
                  </a:cxn>
                  <a:cxn ang="0">
                    <a:pos x="3803" y="567"/>
                  </a:cxn>
                  <a:cxn ang="0">
                    <a:pos x="3854" y="210"/>
                  </a:cxn>
                  <a:cxn ang="0">
                    <a:pos x="4132" y="281"/>
                  </a:cxn>
                  <a:cxn ang="0">
                    <a:pos x="3947" y="237"/>
                  </a:cxn>
                  <a:cxn ang="0">
                    <a:pos x="4571" y="638"/>
                  </a:cxn>
                  <a:cxn ang="0">
                    <a:pos x="4425" y="355"/>
                  </a:cxn>
                  <a:cxn ang="0">
                    <a:pos x="4692" y="179"/>
                  </a:cxn>
                  <a:cxn ang="0">
                    <a:pos x="4503" y="378"/>
                  </a:cxn>
                  <a:cxn ang="0">
                    <a:pos x="4914" y="445"/>
                  </a:cxn>
                  <a:cxn ang="0">
                    <a:pos x="5116" y="642"/>
                  </a:cxn>
                  <a:cxn ang="0">
                    <a:pos x="4837" y="469"/>
                  </a:cxn>
                  <a:cxn ang="0">
                    <a:pos x="5032" y="177"/>
                  </a:cxn>
                  <a:cxn ang="0">
                    <a:pos x="5225" y="427"/>
                  </a:cxn>
                  <a:cxn ang="0">
                    <a:pos x="4929" y="310"/>
                  </a:cxn>
                  <a:cxn ang="0">
                    <a:pos x="5520" y="177"/>
                  </a:cxn>
                  <a:cxn ang="0">
                    <a:pos x="5849" y="249"/>
                  </a:cxn>
                  <a:cxn ang="0">
                    <a:pos x="5745" y="644"/>
                  </a:cxn>
                  <a:cxn ang="0">
                    <a:pos x="6173" y="588"/>
                  </a:cxn>
                  <a:cxn ang="0">
                    <a:pos x="5907" y="543"/>
                  </a:cxn>
                  <a:cxn ang="0">
                    <a:pos x="6173" y="317"/>
                  </a:cxn>
                  <a:cxn ang="0">
                    <a:pos x="6044" y="179"/>
                  </a:cxn>
                  <a:cxn ang="0">
                    <a:pos x="6022" y="438"/>
                  </a:cxn>
                  <a:cxn ang="0">
                    <a:pos x="6118" y="573"/>
                  </a:cxn>
                  <a:cxn ang="0">
                    <a:pos x="6379" y="72"/>
                  </a:cxn>
                  <a:cxn ang="0">
                    <a:pos x="6454" y="99"/>
                  </a:cxn>
                  <a:cxn ang="0">
                    <a:pos x="6815" y="177"/>
                  </a:cxn>
                  <a:cxn ang="0">
                    <a:pos x="6901" y="333"/>
                  </a:cxn>
                  <a:cxn ang="0">
                    <a:pos x="6691" y="329"/>
                  </a:cxn>
                  <a:cxn ang="0">
                    <a:pos x="7278" y="580"/>
                  </a:cxn>
                  <a:cxn ang="0">
                    <a:pos x="7137" y="188"/>
                  </a:cxn>
                  <a:cxn ang="0">
                    <a:pos x="7541" y="759"/>
                  </a:cxn>
                  <a:cxn ang="0">
                    <a:pos x="7366" y="188"/>
                  </a:cxn>
                  <a:cxn ang="0">
                    <a:pos x="7881" y="532"/>
                  </a:cxn>
                  <a:cxn ang="0">
                    <a:pos x="7920" y="642"/>
                  </a:cxn>
                </a:cxnLst>
                <a:rect l="0" t="0" r="r" b="b"/>
                <a:pathLst>
                  <a:path w="7953" h="842">
                    <a:moveTo>
                      <a:pt x="324" y="277"/>
                    </a:moveTo>
                    <a:lnTo>
                      <a:pt x="324" y="344"/>
                    </a:lnTo>
                    <a:lnTo>
                      <a:pt x="81" y="344"/>
                    </a:lnTo>
                    <a:lnTo>
                      <a:pt x="81" y="569"/>
                    </a:lnTo>
                    <a:lnTo>
                      <a:pt x="352" y="569"/>
                    </a:lnTo>
                    <a:lnTo>
                      <a:pt x="352" y="637"/>
                    </a:lnTo>
                    <a:lnTo>
                      <a:pt x="0" y="637"/>
                    </a:lnTo>
                    <a:lnTo>
                      <a:pt x="0" y="11"/>
                    </a:lnTo>
                    <a:lnTo>
                      <a:pt x="338" y="11"/>
                    </a:lnTo>
                    <a:lnTo>
                      <a:pt x="338" y="79"/>
                    </a:lnTo>
                    <a:lnTo>
                      <a:pt x="81" y="79"/>
                    </a:lnTo>
                    <a:lnTo>
                      <a:pt x="81" y="277"/>
                    </a:lnTo>
                    <a:lnTo>
                      <a:pt x="324" y="277"/>
                    </a:lnTo>
                    <a:close/>
                    <a:moveTo>
                      <a:pt x="401" y="188"/>
                    </a:moveTo>
                    <a:lnTo>
                      <a:pt x="492" y="188"/>
                    </a:lnTo>
                    <a:lnTo>
                      <a:pt x="556" y="284"/>
                    </a:lnTo>
                    <a:lnTo>
                      <a:pt x="566" y="300"/>
                    </a:lnTo>
                    <a:lnTo>
                      <a:pt x="578" y="317"/>
                    </a:lnTo>
                    <a:lnTo>
                      <a:pt x="589" y="337"/>
                    </a:lnTo>
                    <a:lnTo>
                      <a:pt x="601" y="357"/>
                    </a:lnTo>
                    <a:lnTo>
                      <a:pt x="604" y="357"/>
                    </a:lnTo>
                    <a:lnTo>
                      <a:pt x="614" y="340"/>
                    </a:lnTo>
                    <a:lnTo>
                      <a:pt x="625" y="321"/>
                    </a:lnTo>
                    <a:lnTo>
                      <a:pt x="636" y="303"/>
                    </a:lnTo>
                    <a:lnTo>
                      <a:pt x="649" y="283"/>
                    </a:lnTo>
                    <a:lnTo>
                      <a:pt x="712" y="188"/>
                    </a:lnTo>
                    <a:lnTo>
                      <a:pt x="800" y="188"/>
                    </a:lnTo>
                    <a:lnTo>
                      <a:pt x="646" y="405"/>
                    </a:lnTo>
                    <a:lnTo>
                      <a:pt x="805" y="637"/>
                    </a:lnTo>
                    <a:lnTo>
                      <a:pt x="712" y="637"/>
                    </a:lnTo>
                    <a:lnTo>
                      <a:pt x="646" y="535"/>
                    </a:lnTo>
                    <a:lnTo>
                      <a:pt x="635" y="520"/>
                    </a:lnTo>
                    <a:lnTo>
                      <a:pt x="624" y="501"/>
                    </a:lnTo>
                    <a:lnTo>
                      <a:pt x="612" y="481"/>
                    </a:lnTo>
                    <a:lnTo>
                      <a:pt x="598" y="457"/>
                    </a:lnTo>
                    <a:lnTo>
                      <a:pt x="596" y="457"/>
                    </a:lnTo>
                    <a:lnTo>
                      <a:pt x="588" y="472"/>
                    </a:lnTo>
                    <a:lnTo>
                      <a:pt x="578" y="490"/>
                    </a:lnTo>
                    <a:lnTo>
                      <a:pt x="564" y="511"/>
                    </a:lnTo>
                    <a:lnTo>
                      <a:pt x="549" y="535"/>
                    </a:lnTo>
                    <a:lnTo>
                      <a:pt x="484" y="637"/>
                    </a:lnTo>
                    <a:lnTo>
                      <a:pt x="394" y="637"/>
                    </a:lnTo>
                    <a:lnTo>
                      <a:pt x="553" y="408"/>
                    </a:lnTo>
                    <a:lnTo>
                      <a:pt x="401" y="188"/>
                    </a:lnTo>
                    <a:close/>
                    <a:moveTo>
                      <a:pt x="883" y="820"/>
                    </a:moveTo>
                    <a:lnTo>
                      <a:pt x="883" y="334"/>
                    </a:lnTo>
                    <a:lnTo>
                      <a:pt x="883" y="298"/>
                    </a:lnTo>
                    <a:lnTo>
                      <a:pt x="882" y="261"/>
                    </a:lnTo>
                    <a:lnTo>
                      <a:pt x="881" y="224"/>
                    </a:lnTo>
                    <a:lnTo>
                      <a:pt x="880" y="188"/>
                    </a:lnTo>
                    <a:lnTo>
                      <a:pt x="953" y="188"/>
                    </a:lnTo>
                    <a:lnTo>
                      <a:pt x="957" y="265"/>
                    </a:lnTo>
                    <a:lnTo>
                      <a:pt x="958" y="265"/>
                    </a:lnTo>
                    <a:lnTo>
                      <a:pt x="965" y="255"/>
                    </a:lnTo>
                    <a:lnTo>
                      <a:pt x="972" y="244"/>
                    </a:lnTo>
                    <a:lnTo>
                      <a:pt x="979" y="235"/>
                    </a:lnTo>
                    <a:lnTo>
                      <a:pt x="988" y="227"/>
                    </a:lnTo>
                    <a:lnTo>
                      <a:pt x="996" y="219"/>
                    </a:lnTo>
                    <a:lnTo>
                      <a:pt x="1005" y="211"/>
                    </a:lnTo>
                    <a:lnTo>
                      <a:pt x="1014" y="205"/>
                    </a:lnTo>
                    <a:lnTo>
                      <a:pt x="1024" y="199"/>
                    </a:lnTo>
                    <a:lnTo>
                      <a:pt x="1034" y="194"/>
                    </a:lnTo>
                    <a:lnTo>
                      <a:pt x="1045" y="190"/>
                    </a:lnTo>
                    <a:lnTo>
                      <a:pt x="1055" y="186"/>
                    </a:lnTo>
                    <a:lnTo>
                      <a:pt x="1068" y="183"/>
                    </a:lnTo>
                    <a:lnTo>
                      <a:pt x="1079" y="181"/>
                    </a:lnTo>
                    <a:lnTo>
                      <a:pt x="1091" y="178"/>
                    </a:lnTo>
                    <a:lnTo>
                      <a:pt x="1105" y="177"/>
                    </a:lnTo>
                    <a:lnTo>
                      <a:pt x="1118" y="177"/>
                    </a:lnTo>
                    <a:lnTo>
                      <a:pt x="1138" y="178"/>
                    </a:lnTo>
                    <a:lnTo>
                      <a:pt x="1157" y="182"/>
                    </a:lnTo>
                    <a:lnTo>
                      <a:pt x="1166" y="184"/>
                    </a:lnTo>
                    <a:lnTo>
                      <a:pt x="1176" y="187"/>
                    </a:lnTo>
                    <a:lnTo>
                      <a:pt x="1185" y="190"/>
                    </a:lnTo>
                    <a:lnTo>
                      <a:pt x="1193" y="193"/>
                    </a:lnTo>
                    <a:lnTo>
                      <a:pt x="1201" y="198"/>
                    </a:lnTo>
                    <a:lnTo>
                      <a:pt x="1210" y="202"/>
                    </a:lnTo>
                    <a:lnTo>
                      <a:pt x="1218" y="207"/>
                    </a:lnTo>
                    <a:lnTo>
                      <a:pt x="1225" y="213"/>
                    </a:lnTo>
                    <a:lnTo>
                      <a:pt x="1240" y="226"/>
                    </a:lnTo>
                    <a:lnTo>
                      <a:pt x="1254" y="241"/>
                    </a:lnTo>
                    <a:lnTo>
                      <a:pt x="1266" y="258"/>
                    </a:lnTo>
                    <a:lnTo>
                      <a:pt x="1277" y="275"/>
                    </a:lnTo>
                    <a:lnTo>
                      <a:pt x="1287" y="294"/>
                    </a:lnTo>
                    <a:lnTo>
                      <a:pt x="1294" y="314"/>
                    </a:lnTo>
                    <a:lnTo>
                      <a:pt x="1300" y="335"/>
                    </a:lnTo>
                    <a:lnTo>
                      <a:pt x="1304" y="357"/>
                    </a:lnTo>
                    <a:lnTo>
                      <a:pt x="1307" y="381"/>
                    </a:lnTo>
                    <a:lnTo>
                      <a:pt x="1308" y="406"/>
                    </a:lnTo>
                    <a:lnTo>
                      <a:pt x="1307" y="434"/>
                    </a:lnTo>
                    <a:lnTo>
                      <a:pt x="1304" y="460"/>
                    </a:lnTo>
                    <a:lnTo>
                      <a:pt x="1302" y="473"/>
                    </a:lnTo>
                    <a:lnTo>
                      <a:pt x="1299" y="485"/>
                    </a:lnTo>
                    <a:lnTo>
                      <a:pt x="1296" y="497"/>
                    </a:lnTo>
                    <a:lnTo>
                      <a:pt x="1292" y="509"/>
                    </a:lnTo>
                    <a:lnTo>
                      <a:pt x="1288" y="520"/>
                    </a:lnTo>
                    <a:lnTo>
                      <a:pt x="1283" y="530"/>
                    </a:lnTo>
                    <a:lnTo>
                      <a:pt x="1278" y="541"/>
                    </a:lnTo>
                    <a:lnTo>
                      <a:pt x="1272" y="551"/>
                    </a:lnTo>
                    <a:lnTo>
                      <a:pt x="1266" y="560"/>
                    </a:lnTo>
                    <a:lnTo>
                      <a:pt x="1260" y="569"/>
                    </a:lnTo>
                    <a:lnTo>
                      <a:pt x="1253" y="579"/>
                    </a:lnTo>
                    <a:lnTo>
                      <a:pt x="1245" y="587"/>
                    </a:lnTo>
                    <a:lnTo>
                      <a:pt x="1231" y="601"/>
                    </a:lnTo>
                    <a:lnTo>
                      <a:pt x="1215" y="614"/>
                    </a:lnTo>
                    <a:lnTo>
                      <a:pt x="1207" y="619"/>
                    </a:lnTo>
                    <a:lnTo>
                      <a:pt x="1198" y="624"/>
                    </a:lnTo>
                    <a:lnTo>
                      <a:pt x="1190" y="628"/>
                    </a:lnTo>
                    <a:lnTo>
                      <a:pt x="1181" y="632"/>
                    </a:lnTo>
                    <a:lnTo>
                      <a:pt x="1163" y="638"/>
                    </a:lnTo>
                    <a:lnTo>
                      <a:pt x="1144" y="643"/>
                    </a:lnTo>
                    <a:lnTo>
                      <a:pt x="1123" y="647"/>
                    </a:lnTo>
                    <a:lnTo>
                      <a:pt x="1103" y="648"/>
                    </a:lnTo>
                    <a:lnTo>
                      <a:pt x="1091" y="647"/>
                    </a:lnTo>
                    <a:lnTo>
                      <a:pt x="1079" y="646"/>
                    </a:lnTo>
                    <a:lnTo>
                      <a:pt x="1069" y="644"/>
                    </a:lnTo>
                    <a:lnTo>
                      <a:pt x="1058" y="642"/>
                    </a:lnTo>
                    <a:lnTo>
                      <a:pt x="1048" y="640"/>
                    </a:lnTo>
                    <a:lnTo>
                      <a:pt x="1038" y="637"/>
                    </a:lnTo>
                    <a:lnTo>
                      <a:pt x="1029" y="633"/>
                    </a:lnTo>
                    <a:lnTo>
                      <a:pt x="1019" y="629"/>
                    </a:lnTo>
                    <a:lnTo>
                      <a:pt x="1011" y="625"/>
                    </a:lnTo>
                    <a:lnTo>
                      <a:pt x="1003" y="620"/>
                    </a:lnTo>
                    <a:lnTo>
                      <a:pt x="996" y="614"/>
                    </a:lnTo>
                    <a:lnTo>
                      <a:pt x="989" y="607"/>
                    </a:lnTo>
                    <a:lnTo>
                      <a:pt x="981" y="600"/>
                    </a:lnTo>
                    <a:lnTo>
                      <a:pt x="975" y="593"/>
                    </a:lnTo>
                    <a:lnTo>
                      <a:pt x="969" y="585"/>
                    </a:lnTo>
                    <a:lnTo>
                      <a:pt x="964" y="577"/>
                    </a:lnTo>
                    <a:lnTo>
                      <a:pt x="964" y="820"/>
                    </a:lnTo>
                    <a:lnTo>
                      <a:pt x="883" y="820"/>
                    </a:lnTo>
                    <a:close/>
                    <a:moveTo>
                      <a:pt x="964" y="377"/>
                    </a:moveTo>
                    <a:lnTo>
                      <a:pt x="964" y="454"/>
                    </a:lnTo>
                    <a:lnTo>
                      <a:pt x="964" y="468"/>
                    </a:lnTo>
                    <a:lnTo>
                      <a:pt x="966" y="480"/>
                    </a:lnTo>
                    <a:lnTo>
                      <a:pt x="969" y="492"/>
                    </a:lnTo>
                    <a:lnTo>
                      <a:pt x="972" y="504"/>
                    </a:lnTo>
                    <a:lnTo>
                      <a:pt x="977" y="515"/>
                    </a:lnTo>
                    <a:lnTo>
                      <a:pt x="983" y="525"/>
                    </a:lnTo>
                    <a:lnTo>
                      <a:pt x="991" y="535"/>
                    </a:lnTo>
                    <a:lnTo>
                      <a:pt x="1000" y="546"/>
                    </a:lnTo>
                    <a:lnTo>
                      <a:pt x="1009" y="554"/>
                    </a:lnTo>
                    <a:lnTo>
                      <a:pt x="1018" y="562"/>
                    </a:lnTo>
                    <a:lnTo>
                      <a:pt x="1029" y="568"/>
                    </a:lnTo>
                    <a:lnTo>
                      <a:pt x="1040" y="573"/>
                    </a:lnTo>
                    <a:lnTo>
                      <a:pt x="1051" y="578"/>
                    </a:lnTo>
                    <a:lnTo>
                      <a:pt x="1064" y="581"/>
                    </a:lnTo>
                    <a:lnTo>
                      <a:pt x="1077" y="583"/>
                    </a:lnTo>
                    <a:lnTo>
                      <a:pt x="1090" y="583"/>
                    </a:lnTo>
                    <a:lnTo>
                      <a:pt x="1106" y="583"/>
                    </a:lnTo>
                    <a:lnTo>
                      <a:pt x="1120" y="580"/>
                    </a:lnTo>
                    <a:lnTo>
                      <a:pt x="1133" y="577"/>
                    </a:lnTo>
                    <a:lnTo>
                      <a:pt x="1147" y="571"/>
                    </a:lnTo>
                    <a:lnTo>
                      <a:pt x="1159" y="564"/>
                    </a:lnTo>
                    <a:lnTo>
                      <a:pt x="1170" y="556"/>
                    </a:lnTo>
                    <a:lnTo>
                      <a:pt x="1181" y="547"/>
                    </a:lnTo>
                    <a:lnTo>
                      <a:pt x="1190" y="535"/>
                    </a:lnTo>
                    <a:lnTo>
                      <a:pt x="1198" y="523"/>
                    </a:lnTo>
                    <a:lnTo>
                      <a:pt x="1205" y="510"/>
                    </a:lnTo>
                    <a:lnTo>
                      <a:pt x="1212" y="495"/>
                    </a:lnTo>
                    <a:lnTo>
                      <a:pt x="1217" y="480"/>
                    </a:lnTo>
                    <a:lnTo>
                      <a:pt x="1221" y="463"/>
                    </a:lnTo>
                    <a:lnTo>
                      <a:pt x="1224" y="447"/>
                    </a:lnTo>
                    <a:lnTo>
                      <a:pt x="1226" y="428"/>
                    </a:lnTo>
                    <a:lnTo>
                      <a:pt x="1226" y="410"/>
                    </a:lnTo>
                    <a:lnTo>
                      <a:pt x="1226" y="392"/>
                    </a:lnTo>
                    <a:lnTo>
                      <a:pt x="1224" y="376"/>
                    </a:lnTo>
                    <a:lnTo>
                      <a:pt x="1221" y="360"/>
                    </a:lnTo>
                    <a:lnTo>
                      <a:pt x="1218" y="345"/>
                    </a:lnTo>
                    <a:lnTo>
                      <a:pt x="1213" y="331"/>
                    </a:lnTo>
                    <a:lnTo>
                      <a:pt x="1206" y="317"/>
                    </a:lnTo>
                    <a:lnTo>
                      <a:pt x="1200" y="305"/>
                    </a:lnTo>
                    <a:lnTo>
                      <a:pt x="1192" y="293"/>
                    </a:lnTo>
                    <a:lnTo>
                      <a:pt x="1182" y="280"/>
                    </a:lnTo>
                    <a:lnTo>
                      <a:pt x="1172" y="271"/>
                    </a:lnTo>
                    <a:lnTo>
                      <a:pt x="1160" y="262"/>
                    </a:lnTo>
                    <a:lnTo>
                      <a:pt x="1149" y="255"/>
                    </a:lnTo>
                    <a:lnTo>
                      <a:pt x="1136" y="249"/>
                    </a:lnTo>
                    <a:lnTo>
                      <a:pt x="1122" y="245"/>
                    </a:lnTo>
                    <a:lnTo>
                      <a:pt x="1108" y="243"/>
                    </a:lnTo>
                    <a:lnTo>
                      <a:pt x="1092" y="242"/>
                    </a:lnTo>
                    <a:lnTo>
                      <a:pt x="1082" y="243"/>
                    </a:lnTo>
                    <a:lnTo>
                      <a:pt x="1072" y="244"/>
                    </a:lnTo>
                    <a:lnTo>
                      <a:pt x="1062" y="246"/>
                    </a:lnTo>
                    <a:lnTo>
                      <a:pt x="1052" y="249"/>
                    </a:lnTo>
                    <a:lnTo>
                      <a:pt x="1042" y="254"/>
                    </a:lnTo>
                    <a:lnTo>
                      <a:pt x="1033" y="258"/>
                    </a:lnTo>
                    <a:lnTo>
                      <a:pt x="1024" y="264"/>
                    </a:lnTo>
                    <a:lnTo>
                      <a:pt x="1015" y="270"/>
                    </a:lnTo>
                    <a:lnTo>
                      <a:pt x="1007" y="277"/>
                    </a:lnTo>
                    <a:lnTo>
                      <a:pt x="999" y="285"/>
                    </a:lnTo>
                    <a:lnTo>
                      <a:pt x="993" y="294"/>
                    </a:lnTo>
                    <a:lnTo>
                      <a:pt x="987" y="303"/>
                    </a:lnTo>
                    <a:lnTo>
                      <a:pt x="981" y="312"/>
                    </a:lnTo>
                    <a:lnTo>
                      <a:pt x="976" y="321"/>
                    </a:lnTo>
                    <a:lnTo>
                      <a:pt x="972" y="333"/>
                    </a:lnTo>
                    <a:lnTo>
                      <a:pt x="969" y="344"/>
                    </a:lnTo>
                    <a:lnTo>
                      <a:pt x="967" y="353"/>
                    </a:lnTo>
                    <a:lnTo>
                      <a:pt x="965" y="363"/>
                    </a:lnTo>
                    <a:lnTo>
                      <a:pt x="964" y="370"/>
                    </a:lnTo>
                    <a:lnTo>
                      <a:pt x="964" y="377"/>
                    </a:lnTo>
                    <a:close/>
                    <a:moveTo>
                      <a:pt x="1771" y="427"/>
                    </a:moveTo>
                    <a:lnTo>
                      <a:pt x="1457" y="426"/>
                    </a:lnTo>
                    <a:lnTo>
                      <a:pt x="1458" y="445"/>
                    </a:lnTo>
                    <a:lnTo>
                      <a:pt x="1460" y="463"/>
                    </a:lnTo>
                    <a:lnTo>
                      <a:pt x="1464" y="480"/>
                    </a:lnTo>
                    <a:lnTo>
                      <a:pt x="1469" y="495"/>
                    </a:lnTo>
                    <a:lnTo>
                      <a:pt x="1477" y="510"/>
                    </a:lnTo>
                    <a:lnTo>
                      <a:pt x="1484" y="523"/>
                    </a:lnTo>
                    <a:lnTo>
                      <a:pt x="1493" y="535"/>
                    </a:lnTo>
                    <a:lnTo>
                      <a:pt x="1504" y="546"/>
                    </a:lnTo>
                    <a:lnTo>
                      <a:pt x="1515" y="554"/>
                    </a:lnTo>
                    <a:lnTo>
                      <a:pt x="1526" y="562"/>
                    </a:lnTo>
                    <a:lnTo>
                      <a:pt x="1537" y="568"/>
                    </a:lnTo>
                    <a:lnTo>
                      <a:pt x="1551" y="573"/>
                    </a:lnTo>
                    <a:lnTo>
                      <a:pt x="1564" y="577"/>
                    </a:lnTo>
                    <a:lnTo>
                      <a:pt x="1578" y="580"/>
                    </a:lnTo>
                    <a:lnTo>
                      <a:pt x="1594" y="582"/>
                    </a:lnTo>
                    <a:lnTo>
                      <a:pt x="1610" y="582"/>
                    </a:lnTo>
                    <a:lnTo>
                      <a:pt x="1628" y="582"/>
                    </a:lnTo>
                    <a:lnTo>
                      <a:pt x="1644" y="581"/>
                    </a:lnTo>
                    <a:lnTo>
                      <a:pt x="1660" y="579"/>
                    </a:lnTo>
                    <a:lnTo>
                      <a:pt x="1676" y="577"/>
                    </a:lnTo>
                    <a:lnTo>
                      <a:pt x="1690" y="573"/>
                    </a:lnTo>
                    <a:lnTo>
                      <a:pt x="1706" y="569"/>
                    </a:lnTo>
                    <a:lnTo>
                      <a:pt x="1720" y="564"/>
                    </a:lnTo>
                    <a:lnTo>
                      <a:pt x="1735" y="559"/>
                    </a:lnTo>
                    <a:lnTo>
                      <a:pt x="1748" y="618"/>
                    </a:lnTo>
                    <a:lnTo>
                      <a:pt x="1733" y="624"/>
                    </a:lnTo>
                    <a:lnTo>
                      <a:pt x="1715" y="630"/>
                    </a:lnTo>
                    <a:lnTo>
                      <a:pt x="1698" y="635"/>
                    </a:lnTo>
                    <a:lnTo>
                      <a:pt x="1680" y="639"/>
                    </a:lnTo>
                    <a:lnTo>
                      <a:pt x="1661" y="642"/>
                    </a:lnTo>
                    <a:lnTo>
                      <a:pt x="1641" y="644"/>
                    </a:lnTo>
                    <a:lnTo>
                      <a:pt x="1621" y="646"/>
                    </a:lnTo>
                    <a:lnTo>
                      <a:pt x="1599" y="647"/>
                    </a:lnTo>
                    <a:lnTo>
                      <a:pt x="1574" y="646"/>
                    </a:lnTo>
                    <a:lnTo>
                      <a:pt x="1551" y="642"/>
                    </a:lnTo>
                    <a:lnTo>
                      <a:pt x="1539" y="640"/>
                    </a:lnTo>
                    <a:lnTo>
                      <a:pt x="1528" y="637"/>
                    </a:lnTo>
                    <a:lnTo>
                      <a:pt x="1518" y="634"/>
                    </a:lnTo>
                    <a:lnTo>
                      <a:pt x="1507" y="631"/>
                    </a:lnTo>
                    <a:lnTo>
                      <a:pt x="1497" y="627"/>
                    </a:lnTo>
                    <a:lnTo>
                      <a:pt x="1488" y="622"/>
                    </a:lnTo>
                    <a:lnTo>
                      <a:pt x="1479" y="617"/>
                    </a:lnTo>
                    <a:lnTo>
                      <a:pt x="1469" y="612"/>
                    </a:lnTo>
                    <a:lnTo>
                      <a:pt x="1461" y="605"/>
                    </a:lnTo>
                    <a:lnTo>
                      <a:pt x="1453" y="598"/>
                    </a:lnTo>
                    <a:lnTo>
                      <a:pt x="1445" y="592"/>
                    </a:lnTo>
                    <a:lnTo>
                      <a:pt x="1438" y="584"/>
                    </a:lnTo>
                    <a:lnTo>
                      <a:pt x="1430" y="576"/>
                    </a:lnTo>
                    <a:lnTo>
                      <a:pt x="1423" y="567"/>
                    </a:lnTo>
                    <a:lnTo>
                      <a:pt x="1417" y="559"/>
                    </a:lnTo>
                    <a:lnTo>
                      <a:pt x="1412" y="551"/>
                    </a:lnTo>
                    <a:lnTo>
                      <a:pt x="1406" y="542"/>
                    </a:lnTo>
                    <a:lnTo>
                      <a:pt x="1402" y="531"/>
                    </a:lnTo>
                    <a:lnTo>
                      <a:pt x="1397" y="522"/>
                    </a:lnTo>
                    <a:lnTo>
                      <a:pt x="1393" y="512"/>
                    </a:lnTo>
                    <a:lnTo>
                      <a:pt x="1389" y="501"/>
                    </a:lnTo>
                    <a:lnTo>
                      <a:pt x="1386" y="490"/>
                    </a:lnTo>
                    <a:lnTo>
                      <a:pt x="1384" y="480"/>
                    </a:lnTo>
                    <a:lnTo>
                      <a:pt x="1382" y="469"/>
                    </a:lnTo>
                    <a:lnTo>
                      <a:pt x="1379" y="445"/>
                    </a:lnTo>
                    <a:lnTo>
                      <a:pt x="1378" y="419"/>
                    </a:lnTo>
                    <a:lnTo>
                      <a:pt x="1379" y="394"/>
                    </a:lnTo>
                    <a:lnTo>
                      <a:pt x="1382" y="370"/>
                    </a:lnTo>
                    <a:lnTo>
                      <a:pt x="1386" y="346"/>
                    </a:lnTo>
                    <a:lnTo>
                      <a:pt x="1392" y="324"/>
                    </a:lnTo>
                    <a:lnTo>
                      <a:pt x="1397" y="313"/>
                    </a:lnTo>
                    <a:lnTo>
                      <a:pt x="1401" y="303"/>
                    </a:lnTo>
                    <a:lnTo>
                      <a:pt x="1406" y="293"/>
                    </a:lnTo>
                    <a:lnTo>
                      <a:pt x="1411" y="282"/>
                    </a:lnTo>
                    <a:lnTo>
                      <a:pt x="1416" y="273"/>
                    </a:lnTo>
                    <a:lnTo>
                      <a:pt x="1422" y="264"/>
                    </a:lnTo>
                    <a:lnTo>
                      <a:pt x="1428" y="255"/>
                    </a:lnTo>
                    <a:lnTo>
                      <a:pt x="1436" y="246"/>
                    </a:lnTo>
                    <a:lnTo>
                      <a:pt x="1443" y="238"/>
                    </a:lnTo>
                    <a:lnTo>
                      <a:pt x="1451" y="230"/>
                    </a:lnTo>
                    <a:lnTo>
                      <a:pt x="1458" y="223"/>
                    </a:lnTo>
                    <a:lnTo>
                      <a:pt x="1466" y="217"/>
                    </a:lnTo>
                    <a:lnTo>
                      <a:pt x="1476" y="210"/>
                    </a:lnTo>
                    <a:lnTo>
                      <a:pt x="1484" y="204"/>
                    </a:lnTo>
                    <a:lnTo>
                      <a:pt x="1493" y="199"/>
                    </a:lnTo>
                    <a:lnTo>
                      <a:pt x="1502" y="195"/>
                    </a:lnTo>
                    <a:lnTo>
                      <a:pt x="1513" y="191"/>
                    </a:lnTo>
                    <a:lnTo>
                      <a:pt x="1522" y="187"/>
                    </a:lnTo>
                    <a:lnTo>
                      <a:pt x="1532" y="185"/>
                    </a:lnTo>
                    <a:lnTo>
                      <a:pt x="1543" y="182"/>
                    </a:lnTo>
                    <a:lnTo>
                      <a:pt x="1554" y="179"/>
                    </a:lnTo>
                    <a:lnTo>
                      <a:pt x="1565" y="178"/>
                    </a:lnTo>
                    <a:lnTo>
                      <a:pt x="1576" y="177"/>
                    </a:lnTo>
                    <a:lnTo>
                      <a:pt x="1589" y="177"/>
                    </a:lnTo>
                    <a:lnTo>
                      <a:pt x="1601" y="177"/>
                    </a:lnTo>
                    <a:lnTo>
                      <a:pt x="1612" y="178"/>
                    </a:lnTo>
                    <a:lnTo>
                      <a:pt x="1624" y="181"/>
                    </a:lnTo>
                    <a:lnTo>
                      <a:pt x="1635" y="183"/>
                    </a:lnTo>
                    <a:lnTo>
                      <a:pt x="1645" y="185"/>
                    </a:lnTo>
                    <a:lnTo>
                      <a:pt x="1655" y="188"/>
                    </a:lnTo>
                    <a:lnTo>
                      <a:pt x="1665" y="192"/>
                    </a:lnTo>
                    <a:lnTo>
                      <a:pt x="1675" y="196"/>
                    </a:lnTo>
                    <a:lnTo>
                      <a:pt x="1683" y="201"/>
                    </a:lnTo>
                    <a:lnTo>
                      <a:pt x="1692" y="206"/>
                    </a:lnTo>
                    <a:lnTo>
                      <a:pt x="1701" y="212"/>
                    </a:lnTo>
                    <a:lnTo>
                      <a:pt x="1708" y="220"/>
                    </a:lnTo>
                    <a:lnTo>
                      <a:pt x="1716" y="227"/>
                    </a:lnTo>
                    <a:lnTo>
                      <a:pt x="1723" y="234"/>
                    </a:lnTo>
                    <a:lnTo>
                      <a:pt x="1729" y="242"/>
                    </a:lnTo>
                    <a:lnTo>
                      <a:pt x="1736" y="251"/>
                    </a:lnTo>
                    <a:lnTo>
                      <a:pt x="1745" y="266"/>
                    </a:lnTo>
                    <a:lnTo>
                      <a:pt x="1753" y="281"/>
                    </a:lnTo>
                    <a:lnTo>
                      <a:pt x="1759" y="298"/>
                    </a:lnTo>
                    <a:lnTo>
                      <a:pt x="1764" y="314"/>
                    </a:lnTo>
                    <a:lnTo>
                      <a:pt x="1768" y="332"/>
                    </a:lnTo>
                    <a:lnTo>
                      <a:pt x="1772" y="349"/>
                    </a:lnTo>
                    <a:lnTo>
                      <a:pt x="1774" y="369"/>
                    </a:lnTo>
                    <a:lnTo>
                      <a:pt x="1774" y="388"/>
                    </a:lnTo>
                    <a:lnTo>
                      <a:pt x="1774" y="400"/>
                    </a:lnTo>
                    <a:lnTo>
                      <a:pt x="1773" y="410"/>
                    </a:lnTo>
                    <a:lnTo>
                      <a:pt x="1772" y="419"/>
                    </a:lnTo>
                    <a:lnTo>
                      <a:pt x="1771" y="427"/>
                    </a:lnTo>
                    <a:close/>
                    <a:moveTo>
                      <a:pt x="1457" y="368"/>
                    </a:moveTo>
                    <a:lnTo>
                      <a:pt x="1696" y="368"/>
                    </a:lnTo>
                    <a:lnTo>
                      <a:pt x="1696" y="355"/>
                    </a:lnTo>
                    <a:lnTo>
                      <a:pt x="1694" y="344"/>
                    </a:lnTo>
                    <a:lnTo>
                      <a:pt x="1692" y="332"/>
                    </a:lnTo>
                    <a:lnTo>
                      <a:pt x="1690" y="321"/>
                    </a:lnTo>
                    <a:lnTo>
                      <a:pt x="1687" y="311"/>
                    </a:lnTo>
                    <a:lnTo>
                      <a:pt x="1683" y="301"/>
                    </a:lnTo>
                    <a:lnTo>
                      <a:pt x="1678" y="292"/>
                    </a:lnTo>
                    <a:lnTo>
                      <a:pt x="1673" y="282"/>
                    </a:lnTo>
                    <a:lnTo>
                      <a:pt x="1666" y="271"/>
                    </a:lnTo>
                    <a:lnTo>
                      <a:pt x="1656" y="262"/>
                    </a:lnTo>
                    <a:lnTo>
                      <a:pt x="1646" y="254"/>
                    </a:lnTo>
                    <a:lnTo>
                      <a:pt x="1636" y="247"/>
                    </a:lnTo>
                    <a:lnTo>
                      <a:pt x="1624" y="242"/>
                    </a:lnTo>
                    <a:lnTo>
                      <a:pt x="1611" y="239"/>
                    </a:lnTo>
                    <a:lnTo>
                      <a:pt x="1597" y="237"/>
                    </a:lnTo>
                    <a:lnTo>
                      <a:pt x="1583" y="236"/>
                    </a:lnTo>
                    <a:lnTo>
                      <a:pt x="1568" y="237"/>
                    </a:lnTo>
                    <a:lnTo>
                      <a:pt x="1555" y="239"/>
                    </a:lnTo>
                    <a:lnTo>
                      <a:pt x="1542" y="242"/>
                    </a:lnTo>
                    <a:lnTo>
                      <a:pt x="1531" y="247"/>
                    </a:lnTo>
                    <a:lnTo>
                      <a:pt x="1520" y="254"/>
                    </a:lnTo>
                    <a:lnTo>
                      <a:pt x="1510" y="261"/>
                    </a:lnTo>
                    <a:lnTo>
                      <a:pt x="1500" y="270"/>
                    </a:lnTo>
                    <a:lnTo>
                      <a:pt x="1491" y="280"/>
                    </a:lnTo>
                    <a:lnTo>
                      <a:pt x="1485" y="290"/>
                    </a:lnTo>
                    <a:lnTo>
                      <a:pt x="1479" y="300"/>
                    </a:lnTo>
                    <a:lnTo>
                      <a:pt x="1474" y="310"/>
                    </a:lnTo>
                    <a:lnTo>
                      <a:pt x="1468" y="320"/>
                    </a:lnTo>
                    <a:lnTo>
                      <a:pt x="1464" y="332"/>
                    </a:lnTo>
                    <a:lnTo>
                      <a:pt x="1461" y="343"/>
                    </a:lnTo>
                    <a:lnTo>
                      <a:pt x="1459" y="355"/>
                    </a:lnTo>
                    <a:lnTo>
                      <a:pt x="1457" y="368"/>
                    </a:lnTo>
                    <a:close/>
                    <a:moveTo>
                      <a:pt x="1875" y="637"/>
                    </a:moveTo>
                    <a:lnTo>
                      <a:pt x="1875" y="328"/>
                    </a:lnTo>
                    <a:lnTo>
                      <a:pt x="1875" y="291"/>
                    </a:lnTo>
                    <a:lnTo>
                      <a:pt x="1874" y="256"/>
                    </a:lnTo>
                    <a:lnTo>
                      <a:pt x="1873" y="221"/>
                    </a:lnTo>
                    <a:lnTo>
                      <a:pt x="1872" y="188"/>
                    </a:lnTo>
                    <a:lnTo>
                      <a:pt x="1944" y="188"/>
                    </a:lnTo>
                    <a:lnTo>
                      <a:pt x="1946" y="276"/>
                    </a:lnTo>
                    <a:lnTo>
                      <a:pt x="1950" y="276"/>
                    </a:lnTo>
                    <a:lnTo>
                      <a:pt x="1954" y="265"/>
                    </a:lnTo>
                    <a:lnTo>
                      <a:pt x="1959" y="255"/>
                    </a:lnTo>
                    <a:lnTo>
                      <a:pt x="1964" y="245"/>
                    </a:lnTo>
                    <a:lnTo>
                      <a:pt x="1970" y="236"/>
                    </a:lnTo>
                    <a:lnTo>
                      <a:pt x="1976" y="227"/>
                    </a:lnTo>
                    <a:lnTo>
                      <a:pt x="1983" y="219"/>
                    </a:lnTo>
                    <a:lnTo>
                      <a:pt x="1991" y="211"/>
                    </a:lnTo>
                    <a:lnTo>
                      <a:pt x="2000" y="204"/>
                    </a:lnTo>
                    <a:lnTo>
                      <a:pt x="2008" y="198"/>
                    </a:lnTo>
                    <a:lnTo>
                      <a:pt x="2017" y="193"/>
                    </a:lnTo>
                    <a:lnTo>
                      <a:pt x="2026" y="188"/>
                    </a:lnTo>
                    <a:lnTo>
                      <a:pt x="2036" y="185"/>
                    </a:lnTo>
                    <a:lnTo>
                      <a:pt x="2045" y="182"/>
                    </a:lnTo>
                    <a:lnTo>
                      <a:pt x="2054" y="179"/>
                    </a:lnTo>
                    <a:lnTo>
                      <a:pt x="2064" y="177"/>
                    </a:lnTo>
                    <a:lnTo>
                      <a:pt x="2075" y="177"/>
                    </a:lnTo>
                    <a:lnTo>
                      <a:pt x="2087" y="178"/>
                    </a:lnTo>
                    <a:lnTo>
                      <a:pt x="2097" y="181"/>
                    </a:lnTo>
                    <a:lnTo>
                      <a:pt x="2097" y="258"/>
                    </a:lnTo>
                    <a:lnTo>
                      <a:pt x="2084" y="256"/>
                    </a:lnTo>
                    <a:lnTo>
                      <a:pt x="2069" y="255"/>
                    </a:lnTo>
                    <a:lnTo>
                      <a:pt x="2055" y="256"/>
                    </a:lnTo>
                    <a:lnTo>
                      <a:pt x="2043" y="258"/>
                    </a:lnTo>
                    <a:lnTo>
                      <a:pt x="2032" y="261"/>
                    </a:lnTo>
                    <a:lnTo>
                      <a:pt x="2020" y="266"/>
                    </a:lnTo>
                    <a:lnTo>
                      <a:pt x="2010" y="272"/>
                    </a:lnTo>
                    <a:lnTo>
                      <a:pt x="2000" y="280"/>
                    </a:lnTo>
                    <a:lnTo>
                      <a:pt x="1990" y="290"/>
                    </a:lnTo>
                    <a:lnTo>
                      <a:pt x="1982" y="300"/>
                    </a:lnTo>
                    <a:lnTo>
                      <a:pt x="1976" y="310"/>
                    </a:lnTo>
                    <a:lnTo>
                      <a:pt x="1971" y="321"/>
                    </a:lnTo>
                    <a:lnTo>
                      <a:pt x="1966" y="333"/>
                    </a:lnTo>
                    <a:lnTo>
                      <a:pt x="1963" y="344"/>
                    </a:lnTo>
                    <a:lnTo>
                      <a:pt x="1960" y="356"/>
                    </a:lnTo>
                    <a:lnTo>
                      <a:pt x="1958" y="370"/>
                    </a:lnTo>
                    <a:lnTo>
                      <a:pt x="1957" y="383"/>
                    </a:lnTo>
                    <a:lnTo>
                      <a:pt x="1955" y="398"/>
                    </a:lnTo>
                    <a:lnTo>
                      <a:pt x="1955" y="637"/>
                    </a:lnTo>
                    <a:lnTo>
                      <a:pt x="1875" y="637"/>
                    </a:lnTo>
                    <a:close/>
                    <a:moveTo>
                      <a:pt x="2260" y="637"/>
                    </a:moveTo>
                    <a:lnTo>
                      <a:pt x="2178" y="637"/>
                    </a:lnTo>
                    <a:lnTo>
                      <a:pt x="2178" y="188"/>
                    </a:lnTo>
                    <a:lnTo>
                      <a:pt x="2260" y="188"/>
                    </a:lnTo>
                    <a:lnTo>
                      <a:pt x="2260" y="637"/>
                    </a:lnTo>
                    <a:close/>
                    <a:moveTo>
                      <a:pt x="2219" y="105"/>
                    </a:moveTo>
                    <a:lnTo>
                      <a:pt x="2217" y="105"/>
                    </a:lnTo>
                    <a:lnTo>
                      <a:pt x="2206" y="104"/>
                    </a:lnTo>
                    <a:lnTo>
                      <a:pt x="2197" y="101"/>
                    </a:lnTo>
                    <a:lnTo>
                      <a:pt x="2193" y="99"/>
                    </a:lnTo>
                    <a:lnTo>
                      <a:pt x="2189" y="96"/>
                    </a:lnTo>
                    <a:lnTo>
                      <a:pt x="2185" y="93"/>
                    </a:lnTo>
                    <a:lnTo>
                      <a:pt x="2181" y="90"/>
                    </a:lnTo>
                    <a:lnTo>
                      <a:pt x="2174" y="82"/>
                    </a:lnTo>
                    <a:lnTo>
                      <a:pt x="2170" y="72"/>
                    </a:lnTo>
                    <a:lnTo>
                      <a:pt x="2167" y="63"/>
                    </a:lnTo>
                    <a:lnTo>
                      <a:pt x="2166" y="52"/>
                    </a:lnTo>
                    <a:lnTo>
                      <a:pt x="2167" y="42"/>
                    </a:lnTo>
                    <a:lnTo>
                      <a:pt x="2170" y="32"/>
                    </a:lnTo>
                    <a:lnTo>
                      <a:pt x="2174" y="23"/>
                    </a:lnTo>
                    <a:lnTo>
                      <a:pt x="2182" y="16"/>
                    </a:lnTo>
                    <a:lnTo>
                      <a:pt x="2185" y="12"/>
                    </a:lnTo>
                    <a:lnTo>
                      <a:pt x="2189" y="9"/>
                    </a:lnTo>
                    <a:lnTo>
                      <a:pt x="2194" y="6"/>
                    </a:lnTo>
                    <a:lnTo>
                      <a:pt x="2198" y="4"/>
                    </a:lnTo>
                    <a:lnTo>
                      <a:pt x="2208" y="2"/>
                    </a:lnTo>
                    <a:lnTo>
                      <a:pt x="2220" y="0"/>
                    </a:lnTo>
                    <a:lnTo>
                      <a:pt x="2230" y="2"/>
                    </a:lnTo>
                    <a:lnTo>
                      <a:pt x="2240" y="4"/>
                    </a:lnTo>
                    <a:lnTo>
                      <a:pt x="2244" y="6"/>
                    </a:lnTo>
                    <a:lnTo>
                      <a:pt x="2249" y="9"/>
                    </a:lnTo>
                    <a:lnTo>
                      <a:pt x="2253" y="12"/>
                    </a:lnTo>
                    <a:lnTo>
                      <a:pt x="2257" y="15"/>
                    </a:lnTo>
                    <a:lnTo>
                      <a:pt x="2263" y="23"/>
                    </a:lnTo>
                    <a:lnTo>
                      <a:pt x="2268" y="31"/>
                    </a:lnTo>
                    <a:lnTo>
                      <a:pt x="2270" y="42"/>
                    </a:lnTo>
                    <a:lnTo>
                      <a:pt x="2271" y="52"/>
                    </a:lnTo>
                    <a:lnTo>
                      <a:pt x="2270" y="63"/>
                    </a:lnTo>
                    <a:lnTo>
                      <a:pt x="2268" y="72"/>
                    </a:lnTo>
                    <a:lnTo>
                      <a:pt x="2263" y="82"/>
                    </a:lnTo>
                    <a:lnTo>
                      <a:pt x="2257" y="90"/>
                    </a:lnTo>
                    <a:lnTo>
                      <a:pt x="2253" y="93"/>
                    </a:lnTo>
                    <a:lnTo>
                      <a:pt x="2249" y="96"/>
                    </a:lnTo>
                    <a:lnTo>
                      <a:pt x="2244" y="99"/>
                    </a:lnTo>
                    <a:lnTo>
                      <a:pt x="2240" y="101"/>
                    </a:lnTo>
                    <a:lnTo>
                      <a:pt x="2235" y="103"/>
                    </a:lnTo>
                    <a:lnTo>
                      <a:pt x="2230" y="104"/>
                    </a:lnTo>
                    <a:lnTo>
                      <a:pt x="2224" y="104"/>
                    </a:lnTo>
                    <a:lnTo>
                      <a:pt x="2219" y="105"/>
                    </a:lnTo>
                    <a:close/>
                    <a:moveTo>
                      <a:pt x="2755" y="427"/>
                    </a:moveTo>
                    <a:lnTo>
                      <a:pt x="2441" y="426"/>
                    </a:lnTo>
                    <a:lnTo>
                      <a:pt x="2443" y="445"/>
                    </a:lnTo>
                    <a:lnTo>
                      <a:pt x="2446" y="463"/>
                    </a:lnTo>
                    <a:lnTo>
                      <a:pt x="2449" y="480"/>
                    </a:lnTo>
                    <a:lnTo>
                      <a:pt x="2454" y="495"/>
                    </a:lnTo>
                    <a:lnTo>
                      <a:pt x="2461" y="510"/>
                    </a:lnTo>
                    <a:lnTo>
                      <a:pt x="2469" y="523"/>
                    </a:lnTo>
                    <a:lnTo>
                      <a:pt x="2478" y="535"/>
                    </a:lnTo>
                    <a:lnTo>
                      <a:pt x="2489" y="546"/>
                    </a:lnTo>
                    <a:lnTo>
                      <a:pt x="2499" y="554"/>
                    </a:lnTo>
                    <a:lnTo>
                      <a:pt x="2510" y="562"/>
                    </a:lnTo>
                    <a:lnTo>
                      <a:pt x="2523" y="568"/>
                    </a:lnTo>
                    <a:lnTo>
                      <a:pt x="2535" y="573"/>
                    </a:lnTo>
                    <a:lnTo>
                      <a:pt x="2548" y="577"/>
                    </a:lnTo>
                    <a:lnTo>
                      <a:pt x="2564" y="580"/>
                    </a:lnTo>
                    <a:lnTo>
                      <a:pt x="2579" y="582"/>
                    </a:lnTo>
                    <a:lnTo>
                      <a:pt x="2595" y="582"/>
                    </a:lnTo>
                    <a:lnTo>
                      <a:pt x="2612" y="582"/>
                    </a:lnTo>
                    <a:lnTo>
                      <a:pt x="2628" y="581"/>
                    </a:lnTo>
                    <a:lnTo>
                      <a:pt x="2644" y="579"/>
                    </a:lnTo>
                    <a:lnTo>
                      <a:pt x="2660" y="577"/>
                    </a:lnTo>
                    <a:lnTo>
                      <a:pt x="2676" y="573"/>
                    </a:lnTo>
                    <a:lnTo>
                      <a:pt x="2690" y="569"/>
                    </a:lnTo>
                    <a:lnTo>
                      <a:pt x="2705" y="564"/>
                    </a:lnTo>
                    <a:lnTo>
                      <a:pt x="2719" y="559"/>
                    </a:lnTo>
                    <a:lnTo>
                      <a:pt x="2732" y="618"/>
                    </a:lnTo>
                    <a:lnTo>
                      <a:pt x="2717" y="624"/>
                    </a:lnTo>
                    <a:lnTo>
                      <a:pt x="2700" y="630"/>
                    </a:lnTo>
                    <a:lnTo>
                      <a:pt x="2683" y="635"/>
                    </a:lnTo>
                    <a:lnTo>
                      <a:pt x="2664" y="639"/>
                    </a:lnTo>
                    <a:lnTo>
                      <a:pt x="2645" y="642"/>
                    </a:lnTo>
                    <a:lnTo>
                      <a:pt x="2625" y="644"/>
                    </a:lnTo>
                    <a:lnTo>
                      <a:pt x="2605" y="646"/>
                    </a:lnTo>
                    <a:lnTo>
                      <a:pt x="2583" y="647"/>
                    </a:lnTo>
                    <a:lnTo>
                      <a:pt x="2559" y="646"/>
                    </a:lnTo>
                    <a:lnTo>
                      <a:pt x="2535" y="642"/>
                    </a:lnTo>
                    <a:lnTo>
                      <a:pt x="2524" y="640"/>
                    </a:lnTo>
                    <a:lnTo>
                      <a:pt x="2512" y="637"/>
                    </a:lnTo>
                    <a:lnTo>
                      <a:pt x="2502" y="634"/>
                    </a:lnTo>
                    <a:lnTo>
                      <a:pt x="2492" y="631"/>
                    </a:lnTo>
                    <a:lnTo>
                      <a:pt x="2483" y="627"/>
                    </a:lnTo>
                    <a:lnTo>
                      <a:pt x="2472" y="622"/>
                    </a:lnTo>
                    <a:lnTo>
                      <a:pt x="2463" y="617"/>
                    </a:lnTo>
                    <a:lnTo>
                      <a:pt x="2455" y="612"/>
                    </a:lnTo>
                    <a:lnTo>
                      <a:pt x="2446" y="605"/>
                    </a:lnTo>
                    <a:lnTo>
                      <a:pt x="2437" y="598"/>
                    </a:lnTo>
                    <a:lnTo>
                      <a:pt x="2429" y="592"/>
                    </a:lnTo>
                    <a:lnTo>
                      <a:pt x="2422" y="584"/>
                    </a:lnTo>
                    <a:lnTo>
                      <a:pt x="2415" y="576"/>
                    </a:lnTo>
                    <a:lnTo>
                      <a:pt x="2409" y="567"/>
                    </a:lnTo>
                    <a:lnTo>
                      <a:pt x="2401" y="559"/>
                    </a:lnTo>
                    <a:lnTo>
                      <a:pt x="2396" y="551"/>
                    </a:lnTo>
                    <a:lnTo>
                      <a:pt x="2391" y="542"/>
                    </a:lnTo>
                    <a:lnTo>
                      <a:pt x="2386" y="531"/>
                    </a:lnTo>
                    <a:lnTo>
                      <a:pt x="2382" y="522"/>
                    </a:lnTo>
                    <a:lnTo>
                      <a:pt x="2378" y="512"/>
                    </a:lnTo>
                    <a:lnTo>
                      <a:pt x="2374" y="501"/>
                    </a:lnTo>
                    <a:lnTo>
                      <a:pt x="2371" y="490"/>
                    </a:lnTo>
                    <a:lnTo>
                      <a:pt x="2369" y="480"/>
                    </a:lnTo>
                    <a:lnTo>
                      <a:pt x="2366" y="469"/>
                    </a:lnTo>
                    <a:lnTo>
                      <a:pt x="2363" y="445"/>
                    </a:lnTo>
                    <a:lnTo>
                      <a:pt x="2362" y="419"/>
                    </a:lnTo>
                    <a:lnTo>
                      <a:pt x="2363" y="394"/>
                    </a:lnTo>
                    <a:lnTo>
                      <a:pt x="2366" y="370"/>
                    </a:lnTo>
                    <a:lnTo>
                      <a:pt x="2371" y="346"/>
                    </a:lnTo>
                    <a:lnTo>
                      <a:pt x="2377" y="324"/>
                    </a:lnTo>
                    <a:lnTo>
                      <a:pt x="2381" y="313"/>
                    </a:lnTo>
                    <a:lnTo>
                      <a:pt x="2385" y="303"/>
                    </a:lnTo>
                    <a:lnTo>
                      <a:pt x="2390" y="293"/>
                    </a:lnTo>
                    <a:lnTo>
                      <a:pt x="2395" y="282"/>
                    </a:lnTo>
                    <a:lnTo>
                      <a:pt x="2400" y="273"/>
                    </a:lnTo>
                    <a:lnTo>
                      <a:pt x="2407" y="264"/>
                    </a:lnTo>
                    <a:lnTo>
                      <a:pt x="2414" y="255"/>
                    </a:lnTo>
                    <a:lnTo>
                      <a:pt x="2420" y="246"/>
                    </a:lnTo>
                    <a:lnTo>
                      <a:pt x="2427" y="238"/>
                    </a:lnTo>
                    <a:lnTo>
                      <a:pt x="2435" y="230"/>
                    </a:lnTo>
                    <a:lnTo>
                      <a:pt x="2444" y="223"/>
                    </a:lnTo>
                    <a:lnTo>
                      <a:pt x="2452" y="217"/>
                    </a:lnTo>
                    <a:lnTo>
                      <a:pt x="2460" y="210"/>
                    </a:lnTo>
                    <a:lnTo>
                      <a:pt x="2468" y="204"/>
                    </a:lnTo>
                    <a:lnTo>
                      <a:pt x="2477" y="199"/>
                    </a:lnTo>
                    <a:lnTo>
                      <a:pt x="2487" y="195"/>
                    </a:lnTo>
                    <a:lnTo>
                      <a:pt x="2497" y="191"/>
                    </a:lnTo>
                    <a:lnTo>
                      <a:pt x="2507" y="187"/>
                    </a:lnTo>
                    <a:lnTo>
                      <a:pt x="2518" y="185"/>
                    </a:lnTo>
                    <a:lnTo>
                      <a:pt x="2528" y="182"/>
                    </a:lnTo>
                    <a:lnTo>
                      <a:pt x="2539" y="179"/>
                    </a:lnTo>
                    <a:lnTo>
                      <a:pt x="2549" y="178"/>
                    </a:lnTo>
                    <a:lnTo>
                      <a:pt x="2562" y="177"/>
                    </a:lnTo>
                    <a:lnTo>
                      <a:pt x="2573" y="177"/>
                    </a:lnTo>
                    <a:lnTo>
                      <a:pt x="2585" y="177"/>
                    </a:lnTo>
                    <a:lnTo>
                      <a:pt x="2597" y="178"/>
                    </a:lnTo>
                    <a:lnTo>
                      <a:pt x="2608" y="181"/>
                    </a:lnTo>
                    <a:lnTo>
                      <a:pt x="2619" y="183"/>
                    </a:lnTo>
                    <a:lnTo>
                      <a:pt x="2630" y="185"/>
                    </a:lnTo>
                    <a:lnTo>
                      <a:pt x="2640" y="188"/>
                    </a:lnTo>
                    <a:lnTo>
                      <a:pt x="2650" y="192"/>
                    </a:lnTo>
                    <a:lnTo>
                      <a:pt x="2659" y="196"/>
                    </a:lnTo>
                    <a:lnTo>
                      <a:pt x="2669" y="201"/>
                    </a:lnTo>
                    <a:lnTo>
                      <a:pt x="2677" y="206"/>
                    </a:lnTo>
                    <a:lnTo>
                      <a:pt x="2685" y="212"/>
                    </a:lnTo>
                    <a:lnTo>
                      <a:pt x="2693" y="220"/>
                    </a:lnTo>
                    <a:lnTo>
                      <a:pt x="2700" y="227"/>
                    </a:lnTo>
                    <a:lnTo>
                      <a:pt x="2708" y="234"/>
                    </a:lnTo>
                    <a:lnTo>
                      <a:pt x="2714" y="242"/>
                    </a:lnTo>
                    <a:lnTo>
                      <a:pt x="2721" y="251"/>
                    </a:lnTo>
                    <a:lnTo>
                      <a:pt x="2729" y="266"/>
                    </a:lnTo>
                    <a:lnTo>
                      <a:pt x="2737" y="281"/>
                    </a:lnTo>
                    <a:lnTo>
                      <a:pt x="2744" y="298"/>
                    </a:lnTo>
                    <a:lnTo>
                      <a:pt x="2749" y="314"/>
                    </a:lnTo>
                    <a:lnTo>
                      <a:pt x="2753" y="332"/>
                    </a:lnTo>
                    <a:lnTo>
                      <a:pt x="2756" y="349"/>
                    </a:lnTo>
                    <a:lnTo>
                      <a:pt x="2758" y="369"/>
                    </a:lnTo>
                    <a:lnTo>
                      <a:pt x="2759" y="388"/>
                    </a:lnTo>
                    <a:lnTo>
                      <a:pt x="2758" y="400"/>
                    </a:lnTo>
                    <a:lnTo>
                      <a:pt x="2758" y="410"/>
                    </a:lnTo>
                    <a:lnTo>
                      <a:pt x="2757" y="419"/>
                    </a:lnTo>
                    <a:lnTo>
                      <a:pt x="2755" y="427"/>
                    </a:lnTo>
                    <a:close/>
                    <a:moveTo>
                      <a:pt x="2441" y="368"/>
                    </a:moveTo>
                    <a:lnTo>
                      <a:pt x="2680" y="368"/>
                    </a:lnTo>
                    <a:lnTo>
                      <a:pt x="2680" y="355"/>
                    </a:lnTo>
                    <a:lnTo>
                      <a:pt x="2679" y="344"/>
                    </a:lnTo>
                    <a:lnTo>
                      <a:pt x="2677" y="332"/>
                    </a:lnTo>
                    <a:lnTo>
                      <a:pt x="2675" y="321"/>
                    </a:lnTo>
                    <a:lnTo>
                      <a:pt x="2672" y="311"/>
                    </a:lnTo>
                    <a:lnTo>
                      <a:pt x="2668" y="301"/>
                    </a:lnTo>
                    <a:lnTo>
                      <a:pt x="2663" y="292"/>
                    </a:lnTo>
                    <a:lnTo>
                      <a:pt x="2657" y="282"/>
                    </a:lnTo>
                    <a:lnTo>
                      <a:pt x="2650" y="271"/>
                    </a:lnTo>
                    <a:lnTo>
                      <a:pt x="2641" y="262"/>
                    </a:lnTo>
                    <a:lnTo>
                      <a:pt x="2632" y="254"/>
                    </a:lnTo>
                    <a:lnTo>
                      <a:pt x="2620" y="247"/>
                    </a:lnTo>
                    <a:lnTo>
                      <a:pt x="2609" y="242"/>
                    </a:lnTo>
                    <a:lnTo>
                      <a:pt x="2596" y="239"/>
                    </a:lnTo>
                    <a:lnTo>
                      <a:pt x="2581" y="237"/>
                    </a:lnTo>
                    <a:lnTo>
                      <a:pt x="2567" y="236"/>
                    </a:lnTo>
                    <a:lnTo>
                      <a:pt x="2552" y="237"/>
                    </a:lnTo>
                    <a:lnTo>
                      <a:pt x="2540" y="239"/>
                    </a:lnTo>
                    <a:lnTo>
                      <a:pt x="2528" y="242"/>
                    </a:lnTo>
                    <a:lnTo>
                      <a:pt x="2515" y="247"/>
                    </a:lnTo>
                    <a:lnTo>
                      <a:pt x="2504" y="254"/>
                    </a:lnTo>
                    <a:lnTo>
                      <a:pt x="2494" y="261"/>
                    </a:lnTo>
                    <a:lnTo>
                      <a:pt x="2485" y="270"/>
                    </a:lnTo>
                    <a:lnTo>
                      <a:pt x="2475" y="280"/>
                    </a:lnTo>
                    <a:lnTo>
                      <a:pt x="2469" y="290"/>
                    </a:lnTo>
                    <a:lnTo>
                      <a:pt x="2463" y="300"/>
                    </a:lnTo>
                    <a:lnTo>
                      <a:pt x="2458" y="310"/>
                    </a:lnTo>
                    <a:lnTo>
                      <a:pt x="2454" y="320"/>
                    </a:lnTo>
                    <a:lnTo>
                      <a:pt x="2450" y="332"/>
                    </a:lnTo>
                    <a:lnTo>
                      <a:pt x="2446" y="343"/>
                    </a:lnTo>
                    <a:lnTo>
                      <a:pt x="2444" y="355"/>
                    </a:lnTo>
                    <a:lnTo>
                      <a:pt x="2441" y="368"/>
                    </a:lnTo>
                    <a:close/>
                    <a:moveTo>
                      <a:pt x="2860" y="637"/>
                    </a:moveTo>
                    <a:lnTo>
                      <a:pt x="2860" y="309"/>
                    </a:lnTo>
                    <a:lnTo>
                      <a:pt x="2860" y="280"/>
                    </a:lnTo>
                    <a:lnTo>
                      <a:pt x="2859" y="250"/>
                    </a:lnTo>
                    <a:lnTo>
                      <a:pt x="2858" y="220"/>
                    </a:lnTo>
                    <a:lnTo>
                      <a:pt x="2856" y="188"/>
                    </a:lnTo>
                    <a:lnTo>
                      <a:pt x="2929" y="188"/>
                    </a:lnTo>
                    <a:lnTo>
                      <a:pt x="2933" y="262"/>
                    </a:lnTo>
                    <a:lnTo>
                      <a:pt x="2935" y="262"/>
                    </a:lnTo>
                    <a:lnTo>
                      <a:pt x="2940" y="254"/>
                    </a:lnTo>
                    <a:lnTo>
                      <a:pt x="2945" y="245"/>
                    </a:lnTo>
                    <a:lnTo>
                      <a:pt x="2951" y="237"/>
                    </a:lnTo>
                    <a:lnTo>
                      <a:pt x="2958" y="230"/>
                    </a:lnTo>
                    <a:lnTo>
                      <a:pt x="2964" y="223"/>
                    </a:lnTo>
                    <a:lnTo>
                      <a:pt x="2973" y="217"/>
                    </a:lnTo>
                    <a:lnTo>
                      <a:pt x="2981" y="210"/>
                    </a:lnTo>
                    <a:lnTo>
                      <a:pt x="2989" y="204"/>
                    </a:lnTo>
                    <a:lnTo>
                      <a:pt x="3000" y="198"/>
                    </a:lnTo>
                    <a:lnTo>
                      <a:pt x="3011" y="193"/>
                    </a:lnTo>
                    <a:lnTo>
                      <a:pt x="3022" y="188"/>
                    </a:lnTo>
                    <a:lnTo>
                      <a:pt x="3033" y="185"/>
                    </a:lnTo>
                    <a:lnTo>
                      <a:pt x="3046" y="182"/>
                    </a:lnTo>
                    <a:lnTo>
                      <a:pt x="3058" y="179"/>
                    </a:lnTo>
                    <a:lnTo>
                      <a:pt x="3070" y="177"/>
                    </a:lnTo>
                    <a:lnTo>
                      <a:pt x="3084" y="177"/>
                    </a:lnTo>
                    <a:lnTo>
                      <a:pt x="3098" y="178"/>
                    </a:lnTo>
                    <a:lnTo>
                      <a:pt x="3112" y="179"/>
                    </a:lnTo>
                    <a:lnTo>
                      <a:pt x="3126" y="183"/>
                    </a:lnTo>
                    <a:lnTo>
                      <a:pt x="3139" y="187"/>
                    </a:lnTo>
                    <a:lnTo>
                      <a:pt x="3151" y="192"/>
                    </a:lnTo>
                    <a:lnTo>
                      <a:pt x="3163" y="199"/>
                    </a:lnTo>
                    <a:lnTo>
                      <a:pt x="3174" y="206"/>
                    </a:lnTo>
                    <a:lnTo>
                      <a:pt x="3185" y="215"/>
                    </a:lnTo>
                    <a:lnTo>
                      <a:pt x="3192" y="222"/>
                    </a:lnTo>
                    <a:lnTo>
                      <a:pt x="3199" y="229"/>
                    </a:lnTo>
                    <a:lnTo>
                      <a:pt x="3205" y="236"/>
                    </a:lnTo>
                    <a:lnTo>
                      <a:pt x="3210" y="244"/>
                    </a:lnTo>
                    <a:lnTo>
                      <a:pt x="3215" y="251"/>
                    </a:lnTo>
                    <a:lnTo>
                      <a:pt x="3219" y="261"/>
                    </a:lnTo>
                    <a:lnTo>
                      <a:pt x="3223" y="269"/>
                    </a:lnTo>
                    <a:lnTo>
                      <a:pt x="3228" y="279"/>
                    </a:lnTo>
                    <a:lnTo>
                      <a:pt x="3231" y="289"/>
                    </a:lnTo>
                    <a:lnTo>
                      <a:pt x="3234" y="299"/>
                    </a:lnTo>
                    <a:lnTo>
                      <a:pt x="3236" y="309"/>
                    </a:lnTo>
                    <a:lnTo>
                      <a:pt x="3238" y="320"/>
                    </a:lnTo>
                    <a:lnTo>
                      <a:pt x="3241" y="344"/>
                    </a:lnTo>
                    <a:lnTo>
                      <a:pt x="3242" y="369"/>
                    </a:lnTo>
                    <a:lnTo>
                      <a:pt x="3242" y="637"/>
                    </a:lnTo>
                    <a:lnTo>
                      <a:pt x="3160" y="637"/>
                    </a:lnTo>
                    <a:lnTo>
                      <a:pt x="3160" y="378"/>
                    </a:lnTo>
                    <a:lnTo>
                      <a:pt x="3160" y="362"/>
                    </a:lnTo>
                    <a:lnTo>
                      <a:pt x="3159" y="346"/>
                    </a:lnTo>
                    <a:lnTo>
                      <a:pt x="3157" y="333"/>
                    </a:lnTo>
                    <a:lnTo>
                      <a:pt x="3154" y="319"/>
                    </a:lnTo>
                    <a:lnTo>
                      <a:pt x="3150" y="307"/>
                    </a:lnTo>
                    <a:lnTo>
                      <a:pt x="3145" y="297"/>
                    </a:lnTo>
                    <a:lnTo>
                      <a:pt x="3140" y="286"/>
                    </a:lnTo>
                    <a:lnTo>
                      <a:pt x="3134" y="277"/>
                    </a:lnTo>
                    <a:lnTo>
                      <a:pt x="3127" y="270"/>
                    </a:lnTo>
                    <a:lnTo>
                      <a:pt x="3120" y="263"/>
                    </a:lnTo>
                    <a:lnTo>
                      <a:pt x="3111" y="258"/>
                    </a:lnTo>
                    <a:lnTo>
                      <a:pt x="3102" y="253"/>
                    </a:lnTo>
                    <a:lnTo>
                      <a:pt x="3092" y="249"/>
                    </a:lnTo>
                    <a:lnTo>
                      <a:pt x="3081" y="246"/>
                    </a:lnTo>
                    <a:lnTo>
                      <a:pt x="3069" y="244"/>
                    </a:lnTo>
                    <a:lnTo>
                      <a:pt x="3056" y="244"/>
                    </a:lnTo>
                    <a:lnTo>
                      <a:pt x="3047" y="244"/>
                    </a:lnTo>
                    <a:lnTo>
                      <a:pt x="3037" y="245"/>
                    </a:lnTo>
                    <a:lnTo>
                      <a:pt x="3028" y="247"/>
                    </a:lnTo>
                    <a:lnTo>
                      <a:pt x="3020" y="250"/>
                    </a:lnTo>
                    <a:lnTo>
                      <a:pt x="3012" y="254"/>
                    </a:lnTo>
                    <a:lnTo>
                      <a:pt x="3004" y="258"/>
                    </a:lnTo>
                    <a:lnTo>
                      <a:pt x="2995" y="263"/>
                    </a:lnTo>
                    <a:lnTo>
                      <a:pt x="2988" y="268"/>
                    </a:lnTo>
                    <a:lnTo>
                      <a:pt x="2981" y="274"/>
                    </a:lnTo>
                    <a:lnTo>
                      <a:pt x="2974" y="281"/>
                    </a:lnTo>
                    <a:lnTo>
                      <a:pt x="2968" y="289"/>
                    </a:lnTo>
                    <a:lnTo>
                      <a:pt x="2962" y="296"/>
                    </a:lnTo>
                    <a:lnTo>
                      <a:pt x="2958" y="303"/>
                    </a:lnTo>
                    <a:lnTo>
                      <a:pt x="2953" y="311"/>
                    </a:lnTo>
                    <a:lnTo>
                      <a:pt x="2950" y="319"/>
                    </a:lnTo>
                    <a:lnTo>
                      <a:pt x="2947" y="329"/>
                    </a:lnTo>
                    <a:lnTo>
                      <a:pt x="2945" y="337"/>
                    </a:lnTo>
                    <a:lnTo>
                      <a:pt x="2943" y="346"/>
                    </a:lnTo>
                    <a:lnTo>
                      <a:pt x="2942" y="356"/>
                    </a:lnTo>
                    <a:lnTo>
                      <a:pt x="2942" y="367"/>
                    </a:lnTo>
                    <a:lnTo>
                      <a:pt x="2942" y="637"/>
                    </a:lnTo>
                    <a:lnTo>
                      <a:pt x="2860" y="637"/>
                    </a:lnTo>
                    <a:close/>
                    <a:moveTo>
                      <a:pt x="3680" y="559"/>
                    </a:moveTo>
                    <a:lnTo>
                      <a:pt x="3694" y="620"/>
                    </a:lnTo>
                    <a:lnTo>
                      <a:pt x="3681" y="627"/>
                    </a:lnTo>
                    <a:lnTo>
                      <a:pt x="3666" y="632"/>
                    </a:lnTo>
                    <a:lnTo>
                      <a:pt x="3651" y="636"/>
                    </a:lnTo>
                    <a:lnTo>
                      <a:pt x="3635" y="640"/>
                    </a:lnTo>
                    <a:lnTo>
                      <a:pt x="3619" y="643"/>
                    </a:lnTo>
                    <a:lnTo>
                      <a:pt x="3602" y="646"/>
                    </a:lnTo>
                    <a:lnTo>
                      <a:pt x="3584" y="647"/>
                    </a:lnTo>
                    <a:lnTo>
                      <a:pt x="3566" y="648"/>
                    </a:lnTo>
                    <a:lnTo>
                      <a:pt x="3541" y="647"/>
                    </a:lnTo>
                    <a:lnTo>
                      <a:pt x="3517" y="643"/>
                    </a:lnTo>
                    <a:lnTo>
                      <a:pt x="3506" y="641"/>
                    </a:lnTo>
                    <a:lnTo>
                      <a:pt x="3495" y="638"/>
                    </a:lnTo>
                    <a:lnTo>
                      <a:pt x="3484" y="635"/>
                    </a:lnTo>
                    <a:lnTo>
                      <a:pt x="3474" y="631"/>
                    </a:lnTo>
                    <a:lnTo>
                      <a:pt x="3464" y="627"/>
                    </a:lnTo>
                    <a:lnTo>
                      <a:pt x="3455" y="623"/>
                    </a:lnTo>
                    <a:lnTo>
                      <a:pt x="3445" y="618"/>
                    </a:lnTo>
                    <a:lnTo>
                      <a:pt x="3436" y="612"/>
                    </a:lnTo>
                    <a:lnTo>
                      <a:pt x="3427" y="605"/>
                    </a:lnTo>
                    <a:lnTo>
                      <a:pt x="3419" y="599"/>
                    </a:lnTo>
                    <a:lnTo>
                      <a:pt x="3410" y="592"/>
                    </a:lnTo>
                    <a:lnTo>
                      <a:pt x="3403" y="584"/>
                    </a:lnTo>
                    <a:lnTo>
                      <a:pt x="3395" y="576"/>
                    </a:lnTo>
                    <a:lnTo>
                      <a:pt x="3389" y="567"/>
                    </a:lnTo>
                    <a:lnTo>
                      <a:pt x="3382" y="559"/>
                    </a:lnTo>
                    <a:lnTo>
                      <a:pt x="3377" y="550"/>
                    </a:lnTo>
                    <a:lnTo>
                      <a:pt x="3370" y="541"/>
                    </a:lnTo>
                    <a:lnTo>
                      <a:pt x="3365" y="531"/>
                    </a:lnTo>
                    <a:lnTo>
                      <a:pt x="3361" y="521"/>
                    </a:lnTo>
                    <a:lnTo>
                      <a:pt x="3357" y="511"/>
                    </a:lnTo>
                    <a:lnTo>
                      <a:pt x="3354" y="500"/>
                    </a:lnTo>
                    <a:lnTo>
                      <a:pt x="3351" y="489"/>
                    </a:lnTo>
                    <a:lnTo>
                      <a:pt x="3348" y="478"/>
                    </a:lnTo>
                    <a:lnTo>
                      <a:pt x="3346" y="467"/>
                    </a:lnTo>
                    <a:lnTo>
                      <a:pt x="3343" y="442"/>
                    </a:lnTo>
                    <a:lnTo>
                      <a:pt x="3342" y="417"/>
                    </a:lnTo>
                    <a:lnTo>
                      <a:pt x="3342" y="404"/>
                    </a:lnTo>
                    <a:lnTo>
                      <a:pt x="3343" y="391"/>
                    </a:lnTo>
                    <a:lnTo>
                      <a:pt x="3344" y="379"/>
                    </a:lnTo>
                    <a:lnTo>
                      <a:pt x="3346" y="367"/>
                    </a:lnTo>
                    <a:lnTo>
                      <a:pt x="3348" y="355"/>
                    </a:lnTo>
                    <a:lnTo>
                      <a:pt x="3351" y="344"/>
                    </a:lnTo>
                    <a:lnTo>
                      <a:pt x="3354" y="333"/>
                    </a:lnTo>
                    <a:lnTo>
                      <a:pt x="3358" y="321"/>
                    </a:lnTo>
                    <a:lnTo>
                      <a:pt x="3363" y="311"/>
                    </a:lnTo>
                    <a:lnTo>
                      <a:pt x="3367" y="301"/>
                    </a:lnTo>
                    <a:lnTo>
                      <a:pt x="3373" y="291"/>
                    </a:lnTo>
                    <a:lnTo>
                      <a:pt x="3379" y="281"/>
                    </a:lnTo>
                    <a:lnTo>
                      <a:pt x="3386" y="272"/>
                    </a:lnTo>
                    <a:lnTo>
                      <a:pt x="3393" y="263"/>
                    </a:lnTo>
                    <a:lnTo>
                      <a:pt x="3400" y="254"/>
                    </a:lnTo>
                    <a:lnTo>
                      <a:pt x="3408" y="245"/>
                    </a:lnTo>
                    <a:lnTo>
                      <a:pt x="3417" y="237"/>
                    </a:lnTo>
                    <a:lnTo>
                      <a:pt x="3425" y="230"/>
                    </a:lnTo>
                    <a:lnTo>
                      <a:pt x="3434" y="223"/>
                    </a:lnTo>
                    <a:lnTo>
                      <a:pt x="3443" y="215"/>
                    </a:lnTo>
                    <a:lnTo>
                      <a:pt x="3454" y="210"/>
                    </a:lnTo>
                    <a:lnTo>
                      <a:pt x="3464" y="204"/>
                    </a:lnTo>
                    <a:lnTo>
                      <a:pt x="3474" y="199"/>
                    </a:lnTo>
                    <a:lnTo>
                      <a:pt x="3484" y="195"/>
                    </a:lnTo>
                    <a:lnTo>
                      <a:pt x="3496" y="191"/>
                    </a:lnTo>
                    <a:lnTo>
                      <a:pt x="3507" y="188"/>
                    </a:lnTo>
                    <a:lnTo>
                      <a:pt x="3519" y="185"/>
                    </a:lnTo>
                    <a:lnTo>
                      <a:pt x="3532" y="183"/>
                    </a:lnTo>
                    <a:lnTo>
                      <a:pt x="3544" y="181"/>
                    </a:lnTo>
                    <a:lnTo>
                      <a:pt x="3556" y="179"/>
                    </a:lnTo>
                    <a:lnTo>
                      <a:pt x="3570" y="178"/>
                    </a:lnTo>
                    <a:lnTo>
                      <a:pt x="3583" y="178"/>
                    </a:lnTo>
                    <a:lnTo>
                      <a:pt x="3599" y="178"/>
                    </a:lnTo>
                    <a:lnTo>
                      <a:pt x="3616" y="179"/>
                    </a:lnTo>
                    <a:lnTo>
                      <a:pt x="3631" y="182"/>
                    </a:lnTo>
                    <a:lnTo>
                      <a:pt x="3646" y="185"/>
                    </a:lnTo>
                    <a:lnTo>
                      <a:pt x="3659" y="188"/>
                    </a:lnTo>
                    <a:lnTo>
                      <a:pt x="3672" y="192"/>
                    </a:lnTo>
                    <a:lnTo>
                      <a:pt x="3685" y="196"/>
                    </a:lnTo>
                    <a:lnTo>
                      <a:pt x="3696" y="201"/>
                    </a:lnTo>
                    <a:lnTo>
                      <a:pt x="3678" y="265"/>
                    </a:lnTo>
                    <a:lnTo>
                      <a:pt x="3667" y="260"/>
                    </a:lnTo>
                    <a:lnTo>
                      <a:pt x="3656" y="256"/>
                    </a:lnTo>
                    <a:lnTo>
                      <a:pt x="3646" y="251"/>
                    </a:lnTo>
                    <a:lnTo>
                      <a:pt x="3633" y="248"/>
                    </a:lnTo>
                    <a:lnTo>
                      <a:pt x="3622" y="246"/>
                    </a:lnTo>
                    <a:lnTo>
                      <a:pt x="3609" y="244"/>
                    </a:lnTo>
                    <a:lnTo>
                      <a:pt x="3596" y="243"/>
                    </a:lnTo>
                    <a:lnTo>
                      <a:pt x="3583" y="243"/>
                    </a:lnTo>
                    <a:lnTo>
                      <a:pt x="3565" y="244"/>
                    </a:lnTo>
                    <a:lnTo>
                      <a:pt x="3548" y="246"/>
                    </a:lnTo>
                    <a:lnTo>
                      <a:pt x="3532" y="250"/>
                    </a:lnTo>
                    <a:lnTo>
                      <a:pt x="3516" y="256"/>
                    </a:lnTo>
                    <a:lnTo>
                      <a:pt x="3502" y="263"/>
                    </a:lnTo>
                    <a:lnTo>
                      <a:pt x="3489" y="271"/>
                    </a:lnTo>
                    <a:lnTo>
                      <a:pt x="3476" y="281"/>
                    </a:lnTo>
                    <a:lnTo>
                      <a:pt x="3465" y="294"/>
                    </a:lnTo>
                    <a:lnTo>
                      <a:pt x="3456" y="305"/>
                    </a:lnTo>
                    <a:lnTo>
                      <a:pt x="3447" y="318"/>
                    </a:lnTo>
                    <a:lnTo>
                      <a:pt x="3440" y="332"/>
                    </a:lnTo>
                    <a:lnTo>
                      <a:pt x="3434" y="346"/>
                    </a:lnTo>
                    <a:lnTo>
                      <a:pt x="3430" y="362"/>
                    </a:lnTo>
                    <a:lnTo>
                      <a:pt x="3427" y="378"/>
                    </a:lnTo>
                    <a:lnTo>
                      <a:pt x="3425" y="396"/>
                    </a:lnTo>
                    <a:lnTo>
                      <a:pt x="3424" y="413"/>
                    </a:lnTo>
                    <a:lnTo>
                      <a:pt x="3425" y="432"/>
                    </a:lnTo>
                    <a:lnTo>
                      <a:pt x="3427" y="449"/>
                    </a:lnTo>
                    <a:lnTo>
                      <a:pt x="3430" y="467"/>
                    </a:lnTo>
                    <a:lnTo>
                      <a:pt x="3435" y="482"/>
                    </a:lnTo>
                    <a:lnTo>
                      <a:pt x="3441" y="496"/>
                    </a:lnTo>
                    <a:lnTo>
                      <a:pt x="3449" y="511"/>
                    </a:lnTo>
                    <a:lnTo>
                      <a:pt x="3458" y="523"/>
                    </a:lnTo>
                    <a:lnTo>
                      <a:pt x="3468" y="535"/>
                    </a:lnTo>
                    <a:lnTo>
                      <a:pt x="3479" y="546"/>
                    </a:lnTo>
                    <a:lnTo>
                      <a:pt x="3492" y="555"/>
                    </a:lnTo>
                    <a:lnTo>
                      <a:pt x="3505" y="563"/>
                    </a:lnTo>
                    <a:lnTo>
                      <a:pt x="3518" y="569"/>
                    </a:lnTo>
                    <a:lnTo>
                      <a:pt x="3533" y="575"/>
                    </a:lnTo>
                    <a:lnTo>
                      <a:pt x="3548" y="579"/>
                    </a:lnTo>
                    <a:lnTo>
                      <a:pt x="3564" y="581"/>
                    </a:lnTo>
                    <a:lnTo>
                      <a:pt x="3580" y="581"/>
                    </a:lnTo>
                    <a:lnTo>
                      <a:pt x="3592" y="581"/>
                    </a:lnTo>
                    <a:lnTo>
                      <a:pt x="3605" y="580"/>
                    </a:lnTo>
                    <a:lnTo>
                      <a:pt x="3618" y="578"/>
                    </a:lnTo>
                    <a:lnTo>
                      <a:pt x="3630" y="576"/>
                    </a:lnTo>
                    <a:lnTo>
                      <a:pt x="3643" y="572"/>
                    </a:lnTo>
                    <a:lnTo>
                      <a:pt x="3655" y="568"/>
                    </a:lnTo>
                    <a:lnTo>
                      <a:pt x="3667" y="564"/>
                    </a:lnTo>
                    <a:lnTo>
                      <a:pt x="3680" y="559"/>
                    </a:lnTo>
                    <a:close/>
                    <a:moveTo>
                      <a:pt x="4149" y="427"/>
                    </a:moveTo>
                    <a:lnTo>
                      <a:pt x="3836" y="426"/>
                    </a:lnTo>
                    <a:lnTo>
                      <a:pt x="3837" y="445"/>
                    </a:lnTo>
                    <a:lnTo>
                      <a:pt x="3840" y="463"/>
                    </a:lnTo>
                    <a:lnTo>
                      <a:pt x="3843" y="480"/>
                    </a:lnTo>
                    <a:lnTo>
                      <a:pt x="3848" y="495"/>
                    </a:lnTo>
                    <a:lnTo>
                      <a:pt x="3855" y="510"/>
                    </a:lnTo>
                    <a:lnTo>
                      <a:pt x="3864" y="523"/>
                    </a:lnTo>
                    <a:lnTo>
                      <a:pt x="3873" y="535"/>
                    </a:lnTo>
                    <a:lnTo>
                      <a:pt x="3883" y="546"/>
                    </a:lnTo>
                    <a:lnTo>
                      <a:pt x="3893" y="554"/>
                    </a:lnTo>
                    <a:lnTo>
                      <a:pt x="3905" y="562"/>
                    </a:lnTo>
                    <a:lnTo>
                      <a:pt x="3917" y="568"/>
                    </a:lnTo>
                    <a:lnTo>
                      <a:pt x="3929" y="573"/>
                    </a:lnTo>
                    <a:lnTo>
                      <a:pt x="3943" y="577"/>
                    </a:lnTo>
                    <a:lnTo>
                      <a:pt x="3958" y="580"/>
                    </a:lnTo>
                    <a:lnTo>
                      <a:pt x="3973" y="582"/>
                    </a:lnTo>
                    <a:lnTo>
                      <a:pt x="3989" y="582"/>
                    </a:lnTo>
                    <a:lnTo>
                      <a:pt x="4006" y="582"/>
                    </a:lnTo>
                    <a:lnTo>
                      <a:pt x="4023" y="581"/>
                    </a:lnTo>
                    <a:lnTo>
                      <a:pt x="4038" y="579"/>
                    </a:lnTo>
                    <a:lnTo>
                      <a:pt x="4055" y="577"/>
                    </a:lnTo>
                    <a:lnTo>
                      <a:pt x="4070" y="573"/>
                    </a:lnTo>
                    <a:lnTo>
                      <a:pt x="4084" y="569"/>
                    </a:lnTo>
                    <a:lnTo>
                      <a:pt x="4099" y="564"/>
                    </a:lnTo>
                    <a:lnTo>
                      <a:pt x="4113" y="559"/>
                    </a:lnTo>
                    <a:lnTo>
                      <a:pt x="4127" y="618"/>
                    </a:lnTo>
                    <a:lnTo>
                      <a:pt x="4111" y="624"/>
                    </a:lnTo>
                    <a:lnTo>
                      <a:pt x="4095" y="630"/>
                    </a:lnTo>
                    <a:lnTo>
                      <a:pt x="4077" y="635"/>
                    </a:lnTo>
                    <a:lnTo>
                      <a:pt x="4059" y="639"/>
                    </a:lnTo>
                    <a:lnTo>
                      <a:pt x="4039" y="642"/>
                    </a:lnTo>
                    <a:lnTo>
                      <a:pt x="4020" y="644"/>
                    </a:lnTo>
                    <a:lnTo>
                      <a:pt x="3999" y="646"/>
                    </a:lnTo>
                    <a:lnTo>
                      <a:pt x="3978" y="647"/>
                    </a:lnTo>
                    <a:lnTo>
                      <a:pt x="3953" y="646"/>
                    </a:lnTo>
                    <a:lnTo>
                      <a:pt x="3929" y="642"/>
                    </a:lnTo>
                    <a:lnTo>
                      <a:pt x="3918" y="640"/>
                    </a:lnTo>
                    <a:lnTo>
                      <a:pt x="3907" y="637"/>
                    </a:lnTo>
                    <a:lnTo>
                      <a:pt x="3896" y="634"/>
                    </a:lnTo>
                    <a:lnTo>
                      <a:pt x="3886" y="631"/>
                    </a:lnTo>
                    <a:lnTo>
                      <a:pt x="3877" y="627"/>
                    </a:lnTo>
                    <a:lnTo>
                      <a:pt x="3867" y="622"/>
                    </a:lnTo>
                    <a:lnTo>
                      <a:pt x="3857" y="617"/>
                    </a:lnTo>
                    <a:lnTo>
                      <a:pt x="3849" y="612"/>
                    </a:lnTo>
                    <a:lnTo>
                      <a:pt x="3840" y="605"/>
                    </a:lnTo>
                    <a:lnTo>
                      <a:pt x="3832" y="598"/>
                    </a:lnTo>
                    <a:lnTo>
                      <a:pt x="3823" y="592"/>
                    </a:lnTo>
                    <a:lnTo>
                      <a:pt x="3816" y="584"/>
                    </a:lnTo>
                    <a:lnTo>
                      <a:pt x="3809" y="576"/>
                    </a:lnTo>
                    <a:lnTo>
                      <a:pt x="3803" y="567"/>
                    </a:lnTo>
                    <a:lnTo>
                      <a:pt x="3796" y="559"/>
                    </a:lnTo>
                    <a:lnTo>
                      <a:pt x="3791" y="551"/>
                    </a:lnTo>
                    <a:lnTo>
                      <a:pt x="3785" y="542"/>
                    </a:lnTo>
                    <a:lnTo>
                      <a:pt x="3780" y="531"/>
                    </a:lnTo>
                    <a:lnTo>
                      <a:pt x="3776" y="522"/>
                    </a:lnTo>
                    <a:lnTo>
                      <a:pt x="3772" y="512"/>
                    </a:lnTo>
                    <a:lnTo>
                      <a:pt x="3768" y="501"/>
                    </a:lnTo>
                    <a:lnTo>
                      <a:pt x="3765" y="490"/>
                    </a:lnTo>
                    <a:lnTo>
                      <a:pt x="3763" y="480"/>
                    </a:lnTo>
                    <a:lnTo>
                      <a:pt x="3761" y="469"/>
                    </a:lnTo>
                    <a:lnTo>
                      <a:pt x="3758" y="445"/>
                    </a:lnTo>
                    <a:lnTo>
                      <a:pt x="3757" y="419"/>
                    </a:lnTo>
                    <a:lnTo>
                      <a:pt x="3758" y="394"/>
                    </a:lnTo>
                    <a:lnTo>
                      <a:pt x="3761" y="370"/>
                    </a:lnTo>
                    <a:lnTo>
                      <a:pt x="3765" y="346"/>
                    </a:lnTo>
                    <a:lnTo>
                      <a:pt x="3771" y="324"/>
                    </a:lnTo>
                    <a:lnTo>
                      <a:pt x="3775" y="313"/>
                    </a:lnTo>
                    <a:lnTo>
                      <a:pt x="3779" y="303"/>
                    </a:lnTo>
                    <a:lnTo>
                      <a:pt x="3784" y="293"/>
                    </a:lnTo>
                    <a:lnTo>
                      <a:pt x="3790" y="282"/>
                    </a:lnTo>
                    <a:lnTo>
                      <a:pt x="3795" y="273"/>
                    </a:lnTo>
                    <a:lnTo>
                      <a:pt x="3801" y="264"/>
                    </a:lnTo>
                    <a:lnTo>
                      <a:pt x="3808" y="255"/>
                    </a:lnTo>
                    <a:lnTo>
                      <a:pt x="3814" y="246"/>
                    </a:lnTo>
                    <a:lnTo>
                      <a:pt x="3821" y="238"/>
                    </a:lnTo>
                    <a:lnTo>
                      <a:pt x="3830" y="230"/>
                    </a:lnTo>
                    <a:lnTo>
                      <a:pt x="3838" y="223"/>
                    </a:lnTo>
                    <a:lnTo>
                      <a:pt x="3846" y="217"/>
                    </a:lnTo>
                    <a:lnTo>
                      <a:pt x="3854" y="210"/>
                    </a:lnTo>
                    <a:lnTo>
                      <a:pt x="3863" y="204"/>
                    </a:lnTo>
                    <a:lnTo>
                      <a:pt x="3872" y="199"/>
                    </a:lnTo>
                    <a:lnTo>
                      <a:pt x="3881" y="195"/>
                    </a:lnTo>
                    <a:lnTo>
                      <a:pt x="3891" y="191"/>
                    </a:lnTo>
                    <a:lnTo>
                      <a:pt x="3902" y="187"/>
                    </a:lnTo>
                    <a:lnTo>
                      <a:pt x="3912" y="185"/>
                    </a:lnTo>
                    <a:lnTo>
                      <a:pt x="3922" y="182"/>
                    </a:lnTo>
                    <a:lnTo>
                      <a:pt x="3933" y="179"/>
                    </a:lnTo>
                    <a:lnTo>
                      <a:pt x="3944" y="178"/>
                    </a:lnTo>
                    <a:lnTo>
                      <a:pt x="3956" y="177"/>
                    </a:lnTo>
                    <a:lnTo>
                      <a:pt x="3967" y="177"/>
                    </a:lnTo>
                    <a:lnTo>
                      <a:pt x="3980" y="177"/>
                    </a:lnTo>
                    <a:lnTo>
                      <a:pt x="3991" y="178"/>
                    </a:lnTo>
                    <a:lnTo>
                      <a:pt x="4002" y="181"/>
                    </a:lnTo>
                    <a:lnTo>
                      <a:pt x="4014" y="183"/>
                    </a:lnTo>
                    <a:lnTo>
                      <a:pt x="4024" y="185"/>
                    </a:lnTo>
                    <a:lnTo>
                      <a:pt x="4034" y="188"/>
                    </a:lnTo>
                    <a:lnTo>
                      <a:pt x="4044" y="192"/>
                    </a:lnTo>
                    <a:lnTo>
                      <a:pt x="4054" y="196"/>
                    </a:lnTo>
                    <a:lnTo>
                      <a:pt x="4063" y="201"/>
                    </a:lnTo>
                    <a:lnTo>
                      <a:pt x="4071" y="206"/>
                    </a:lnTo>
                    <a:lnTo>
                      <a:pt x="4079" y="212"/>
                    </a:lnTo>
                    <a:lnTo>
                      <a:pt x="4088" y="220"/>
                    </a:lnTo>
                    <a:lnTo>
                      <a:pt x="4095" y="227"/>
                    </a:lnTo>
                    <a:lnTo>
                      <a:pt x="4102" y="234"/>
                    </a:lnTo>
                    <a:lnTo>
                      <a:pt x="4108" y="242"/>
                    </a:lnTo>
                    <a:lnTo>
                      <a:pt x="4115" y="251"/>
                    </a:lnTo>
                    <a:lnTo>
                      <a:pt x="4124" y="266"/>
                    </a:lnTo>
                    <a:lnTo>
                      <a:pt x="4132" y="281"/>
                    </a:lnTo>
                    <a:lnTo>
                      <a:pt x="4138" y="298"/>
                    </a:lnTo>
                    <a:lnTo>
                      <a:pt x="4143" y="314"/>
                    </a:lnTo>
                    <a:lnTo>
                      <a:pt x="4147" y="332"/>
                    </a:lnTo>
                    <a:lnTo>
                      <a:pt x="4150" y="349"/>
                    </a:lnTo>
                    <a:lnTo>
                      <a:pt x="4152" y="369"/>
                    </a:lnTo>
                    <a:lnTo>
                      <a:pt x="4153" y="388"/>
                    </a:lnTo>
                    <a:lnTo>
                      <a:pt x="4152" y="400"/>
                    </a:lnTo>
                    <a:lnTo>
                      <a:pt x="4152" y="410"/>
                    </a:lnTo>
                    <a:lnTo>
                      <a:pt x="4151" y="419"/>
                    </a:lnTo>
                    <a:lnTo>
                      <a:pt x="4149" y="427"/>
                    </a:lnTo>
                    <a:close/>
                    <a:moveTo>
                      <a:pt x="3836" y="368"/>
                    </a:moveTo>
                    <a:lnTo>
                      <a:pt x="4074" y="368"/>
                    </a:lnTo>
                    <a:lnTo>
                      <a:pt x="4074" y="355"/>
                    </a:lnTo>
                    <a:lnTo>
                      <a:pt x="4073" y="344"/>
                    </a:lnTo>
                    <a:lnTo>
                      <a:pt x="4071" y="332"/>
                    </a:lnTo>
                    <a:lnTo>
                      <a:pt x="4069" y="321"/>
                    </a:lnTo>
                    <a:lnTo>
                      <a:pt x="4066" y="311"/>
                    </a:lnTo>
                    <a:lnTo>
                      <a:pt x="4062" y="301"/>
                    </a:lnTo>
                    <a:lnTo>
                      <a:pt x="4058" y="292"/>
                    </a:lnTo>
                    <a:lnTo>
                      <a:pt x="4052" y="282"/>
                    </a:lnTo>
                    <a:lnTo>
                      <a:pt x="4044" y="271"/>
                    </a:lnTo>
                    <a:lnTo>
                      <a:pt x="4035" y="262"/>
                    </a:lnTo>
                    <a:lnTo>
                      <a:pt x="4026" y="254"/>
                    </a:lnTo>
                    <a:lnTo>
                      <a:pt x="4015" y="247"/>
                    </a:lnTo>
                    <a:lnTo>
                      <a:pt x="4003" y="242"/>
                    </a:lnTo>
                    <a:lnTo>
                      <a:pt x="3990" y="239"/>
                    </a:lnTo>
                    <a:lnTo>
                      <a:pt x="3976" y="237"/>
                    </a:lnTo>
                    <a:lnTo>
                      <a:pt x="3961" y="236"/>
                    </a:lnTo>
                    <a:lnTo>
                      <a:pt x="3947" y="237"/>
                    </a:lnTo>
                    <a:lnTo>
                      <a:pt x="3934" y="239"/>
                    </a:lnTo>
                    <a:lnTo>
                      <a:pt x="3922" y="242"/>
                    </a:lnTo>
                    <a:lnTo>
                      <a:pt x="3910" y="247"/>
                    </a:lnTo>
                    <a:lnTo>
                      <a:pt x="3900" y="254"/>
                    </a:lnTo>
                    <a:lnTo>
                      <a:pt x="3888" y="261"/>
                    </a:lnTo>
                    <a:lnTo>
                      <a:pt x="3879" y="270"/>
                    </a:lnTo>
                    <a:lnTo>
                      <a:pt x="3870" y="280"/>
                    </a:lnTo>
                    <a:lnTo>
                      <a:pt x="3864" y="290"/>
                    </a:lnTo>
                    <a:lnTo>
                      <a:pt x="3857" y="300"/>
                    </a:lnTo>
                    <a:lnTo>
                      <a:pt x="3852" y="310"/>
                    </a:lnTo>
                    <a:lnTo>
                      <a:pt x="3848" y="320"/>
                    </a:lnTo>
                    <a:lnTo>
                      <a:pt x="3844" y="332"/>
                    </a:lnTo>
                    <a:lnTo>
                      <a:pt x="3840" y="343"/>
                    </a:lnTo>
                    <a:lnTo>
                      <a:pt x="3838" y="355"/>
                    </a:lnTo>
                    <a:lnTo>
                      <a:pt x="3836" y="368"/>
                    </a:lnTo>
                    <a:close/>
                    <a:moveTo>
                      <a:pt x="4756" y="559"/>
                    </a:moveTo>
                    <a:lnTo>
                      <a:pt x="4771" y="620"/>
                    </a:lnTo>
                    <a:lnTo>
                      <a:pt x="4756" y="627"/>
                    </a:lnTo>
                    <a:lnTo>
                      <a:pt x="4742" y="632"/>
                    </a:lnTo>
                    <a:lnTo>
                      <a:pt x="4728" y="636"/>
                    </a:lnTo>
                    <a:lnTo>
                      <a:pt x="4711" y="640"/>
                    </a:lnTo>
                    <a:lnTo>
                      <a:pt x="4695" y="643"/>
                    </a:lnTo>
                    <a:lnTo>
                      <a:pt x="4678" y="646"/>
                    </a:lnTo>
                    <a:lnTo>
                      <a:pt x="4660" y="647"/>
                    </a:lnTo>
                    <a:lnTo>
                      <a:pt x="4641" y="648"/>
                    </a:lnTo>
                    <a:lnTo>
                      <a:pt x="4617" y="647"/>
                    </a:lnTo>
                    <a:lnTo>
                      <a:pt x="4593" y="643"/>
                    </a:lnTo>
                    <a:lnTo>
                      <a:pt x="4582" y="641"/>
                    </a:lnTo>
                    <a:lnTo>
                      <a:pt x="4571" y="638"/>
                    </a:lnTo>
                    <a:lnTo>
                      <a:pt x="4560" y="635"/>
                    </a:lnTo>
                    <a:lnTo>
                      <a:pt x="4550" y="631"/>
                    </a:lnTo>
                    <a:lnTo>
                      <a:pt x="4541" y="627"/>
                    </a:lnTo>
                    <a:lnTo>
                      <a:pt x="4530" y="623"/>
                    </a:lnTo>
                    <a:lnTo>
                      <a:pt x="4521" y="618"/>
                    </a:lnTo>
                    <a:lnTo>
                      <a:pt x="4512" y="612"/>
                    </a:lnTo>
                    <a:lnTo>
                      <a:pt x="4504" y="605"/>
                    </a:lnTo>
                    <a:lnTo>
                      <a:pt x="4495" y="599"/>
                    </a:lnTo>
                    <a:lnTo>
                      <a:pt x="4487" y="592"/>
                    </a:lnTo>
                    <a:lnTo>
                      <a:pt x="4479" y="584"/>
                    </a:lnTo>
                    <a:lnTo>
                      <a:pt x="4472" y="576"/>
                    </a:lnTo>
                    <a:lnTo>
                      <a:pt x="4465" y="567"/>
                    </a:lnTo>
                    <a:lnTo>
                      <a:pt x="4458" y="559"/>
                    </a:lnTo>
                    <a:lnTo>
                      <a:pt x="4452" y="550"/>
                    </a:lnTo>
                    <a:lnTo>
                      <a:pt x="4447" y="541"/>
                    </a:lnTo>
                    <a:lnTo>
                      <a:pt x="4442" y="531"/>
                    </a:lnTo>
                    <a:lnTo>
                      <a:pt x="4437" y="521"/>
                    </a:lnTo>
                    <a:lnTo>
                      <a:pt x="4434" y="511"/>
                    </a:lnTo>
                    <a:lnTo>
                      <a:pt x="4430" y="500"/>
                    </a:lnTo>
                    <a:lnTo>
                      <a:pt x="4427" y="489"/>
                    </a:lnTo>
                    <a:lnTo>
                      <a:pt x="4424" y="478"/>
                    </a:lnTo>
                    <a:lnTo>
                      <a:pt x="4421" y="467"/>
                    </a:lnTo>
                    <a:lnTo>
                      <a:pt x="4419" y="442"/>
                    </a:lnTo>
                    <a:lnTo>
                      <a:pt x="4418" y="417"/>
                    </a:lnTo>
                    <a:lnTo>
                      <a:pt x="4418" y="404"/>
                    </a:lnTo>
                    <a:lnTo>
                      <a:pt x="4419" y="391"/>
                    </a:lnTo>
                    <a:lnTo>
                      <a:pt x="4420" y="379"/>
                    </a:lnTo>
                    <a:lnTo>
                      <a:pt x="4423" y="367"/>
                    </a:lnTo>
                    <a:lnTo>
                      <a:pt x="4425" y="355"/>
                    </a:lnTo>
                    <a:lnTo>
                      <a:pt x="4428" y="344"/>
                    </a:lnTo>
                    <a:lnTo>
                      <a:pt x="4431" y="333"/>
                    </a:lnTo>
                    <a:lnTo>
                      <a:pt x="4435" y="321"/>
                    </a:lnTo>
                    <a:lnTo>
                      <a:pt x="4439" y="311"/>
                    </a:lnTo>
                    <a:lnTo>
                      <a:pt x="4444" y="301"/>
                    </a:lnTo>
                    <a:lnTo>
                      <a:pt x="4449" y="291"/>
                    </a:lnTo>
                    <a:lnTo>
                      <a:pt x="4455" y="281"/>
                    </a:lnTo>
                    <a:lnTo>
                      <a:pt x="4462" y="272"/>
                    </a:lnTo>
                    <a:lnTo>
                      <a:pt x="4469" y="263"/>
                    </a:lnTo>
                    <a:lnTo>
                      <a:pt x="4476" y="254"/>
                    </a:lnTo>
                    <a:lnTo>
                      <a:pt x="4484" y="245"/>
                    </a:lnTo>
                    <a:lnTo>
                      <a:pt x="4492" y="237"/>
                    </a:lnTo>
                    <a:lnTo>
                      <a:pt x="4502" y="230"/>
                    </a:lnTo>
                    <a:lnTo>
                      <a:pt x="4511" y="223"/>
                    </a:lnTo>
                    <a:lnTo>
                      <a:pt x="4520" y="215"/>
                    </a:lnTo>
                    <a:lnTo>
                      <a:pt x="4529" y="210"/>
                    </a:lnTo>
                    <a:lnTo>
                      <a:pt x="4540" y="204"/>
                    </a:lnTo>
                    <a:lnTo>
                      <a:pt x="4550" y="199"/>
                    </a:lnTo>
                    <a:lnTo>
                      <a:pt x="4561" y="195"/>
                    </a:lnTo>
                    <a:lnTo>
                      <a:pt x="4573" y="191"/>
                    </a:lnTo>
                    <a:lnTo>
                      <a:pt x="4584" y="188"/>
                    </a:lnTo>
                    <a:lnTo>
                      <a:pt x="4595" y="185"/>
                    </a:lnTo>
                    <a:lnTo>
                      <a:pt x="4607" y="183"/>
                    </a:lnTo>
                    <a:lnTo>
                      <a:pt x="4620" y="181"/>
                    </a:lnTo>
                    <a:lnTo>
                      <a:pt x="4632" y="179"/>
                    </a:lnTo>
                    <a:lnTo>
                      <a:pt x="4645" y="178"/>
                    </a:lnTo>
                    <a:lnTo>
                      <a:pt x="4659" y="178"/>
                    </a:lnTo>
                    <a:lnTo>
                      <a:pt x="4676" y="178"/>
                    </a:lnTo>
                    <a:lnTo>
                      <a:pt x="4692" y="179"/>
                    </a:lnTo>
                    <a:lnTo>
                      <a:pt x="4707" y="182"/>
                    </a:lnTo>
                    <a:lnTo>
                      <a:pt x="4722" y="185"/>
                    </a:lnTo>
                    <a:lnTo>
                      <a:pt x="4736" y="188"/>
                    </a:lnTo>
                    <a:lnTo>
                      <a:pt x="4748" y="192"/>
                    </a:lnTo>
                    <a:lnTo>
                      <a:pt x="4761" y="196"/>
                    </a:lnTo>
                    <a:lnTo>
                      <a:pt x="4772" y="201"/>
                    </a:lnTo>
                    <a:lnTo>
                      <a:pt x="4753" y="265"/>
                    </a:lnTo>
                    <a:lnTo>
                      <a:pt x="4743" y="260"/>
                    </a:lnTo>
                    <a:lnTo>
                      <a:pt x="4733" y="256"/>
                    </a:lnTo>
                    <a:lnTo>
                      <a:pt x="4722" y="251"/>
                    </a:lnTo>
                    <a:lnTo>
                      <a:pt x="4710" y="248"/>
                    </a:lnTo>
                    <a:lnTo>
                      <a:pt x="4698" y="246"/>
                    </a:lnTo>
                    <a:lnTo>
                      <a:pt x="4686" y="244"/>
                    </a:lnTo>
                    <a:lnTo>
                      <a:pt x="4672" y="243"/>
                    </a:lnTo>
                    <a:lnTo>
                      <a:pt x="4659" y="243"/>
                    </a:lnTo>
                    <a:lnTo>
                      <a:pt x="4641" y="244"/>
                    </a:lnTo>
                    <a:lnTo>
                      <a:pt x="4624" y="246"/>
                    </a:lnTo>
                    <a:lnTo>
                      <a:pt x="4607" y="250"/>
                    </a:lnTo>
                    <a:lnTo>
                      <a:pt x="4593" y="256"/>
                    </a:lnTo>
                    <a:lnTo>
                      <a:pt x="4579" y="263"/>
                    </a:lnTo>
                    <a:lnTo>
                      <a:pt x="4565" y="271"/>
                    </a:lnTo>
                    <a:lnTo>
                      <a:pt x="4553" y="281"/>
                    </a:lnTo>
                    <a:lnTo>
                      <a:pt x="4542" y="294"/>
                    </a:lnTo>
                    <a:lnTo>
                      <a:pt x="4531" y="305"/>
                    </a:lnTo>
                    <a:lnTo>
                      <a:pt x="4523" y="318"/>
                    </a:lnTo>
                    <a:lnTo>
                      <a:pt x="4516" y="332"/>
                    </a:lnTo>
                    <a:lnTo>
                      <a:pt x="4511" y="346"/>
                    </a:lnTo>
                    <a:lnTo>
                      <a:pt x="4507" y="362"/>
                    </a:lnTo>
                    <a:lnTo>
                      <a:pt x="4503" y="378"/>
                    </a:lnTo>
                    <a:lnTo>
                      <a:pt x="4502" y="396"/>
                    </a:lnTo>
                    <a:lnTo>
                      <a:pt x="4501" y="413"/>
                    </a:lnTo>
                    <a:lnTo>
                      <a:pt x="4502" y="432"/>
                    </a:lnTo>
                    <a:lnTo>
                      <a:pt x="4504" y="449"/>
                    </a:lnTo>
                    <a:lnTo>
                      <a:pt x="4507" y="467"/>
                    </a:lnTo>
                    <a:lnTo>
                      <a:pt x="4512" y="482"/>
                    </a:lnTo>
                    <a:lnTo>
                      <a:pt x="4518" y="496"/>
                    </a:lnTo>
                    <a:lnTo>
                      <a:pt x="4525" y="511"/>
                    </a:lnTo>
                    <a:lnTo>
                      <a:pt x="4535" y="523"/>
                    </a:lnTo>
                    <a:lnTo>
                      <a:pt x="4545" y="535"/>
                    </a:lnTo>
                    <a:lnTo>
                      <a:pt x="4556" y="546"/>
                    </a:lnTo>
                    <a:lnTo>
                      <a:pt x="4568" y="555"/>
                    </a:lnTo>
                    <a:lnTo>
                      <a:pt x="4581" y="563"/>
                    </a:lnTo>
                    <a:lnTo>
                      <a:pt x="4594" y="569"/>
                    </a:lnTo>
                    <a:lnTo>
                      <a:pt x="4608" y="575"/>
                    </a:lnTo>
                    <a:lnTo>
                      <a:pt x="4624" y="579"/>
                    </a:lnTo>
                    <a:lnTo>
                      <a:pt x="4639" y="581"/>
                    </a:lnTo>
                    <a:lnTo>
                      <a:pt x="4657" y="581"/>
                    </a:lnTo>
                    <a:lnTo>
                      <a:pt x="4669" y="581"/>
                    </a:lnTo>
                    <a:lnTo>
                      <a:pt x="4681" y="580"/>
                    </a:lnTo>
                    <a:lnTo>
                      <a:pt x="4694" y="578"/>
                    </a:lnTo>
                    <a:lnTo>
                      <a:pt x="4706" y="576"/>
                    </a:lnTo>
                    <a:lnTo>
                      <a:pt x="4718" y="572"/>
                    </a:lnTo>
                    <a:lnTo>
                      <a:pt x="4732" y="568"/>
                    </a:lnTo>
                    <a:lnTo>
                      <a:pt x="4744" y="564"/>
                    </a:lnTo>
                    <a:lnTo>
                      <a:pt x="4756" y="559"/>
                    </a:lnTo>
                    <a:close/>
                    <a:moveTo>
                      <a:pt x="5225" y="427"/>
                    </a:moveTo>
                    <a:lnTo>
                      <a:pt x="4913" y="426"/>
                    </a:lnTo>
                    <a:lnTo>
                      <a:pt x="4914" y="445"/>
                    </a:lnTo>
                    <a:lnTo>
                      <a:pt x="4916" y="463"/>
                    </a:lnTo>
                    <a:lnTo>
                      <a:pt x="4920" y="480"/>
                    </a:lnTo>
                    <a:lnTo>
                      <a:pt x="4925" y="495"/>
                    </a:lnTo>
                    <a:lnTo>
                      <a:pt x="4931" y="510"/>
                    </a:lnTo>
                    <a:lnTo>
                      <a:pt x="4939" y="523"/>
                    </a:lnTo>
                    <a:lnTo>
                      <a:pt x="4949" y="535"/>
                    </a:lnTo>
                    <a:lnTo>
                      <a:pt x="4959" y="546"/>
                    </a:lnTo>
                    <a:lnTo>
                      <a:pt x="4969" y="554"/>
                    </a:lnTo>
                    <a:lnTo>
                      <a:pt x="4980" y="562"/>
                    </a:lnTo>
                    <a:lnTo>
                      <a:pt x="4993" y="568"/>
                    </a:lnTo>
                    <a:lnTo>
                      <a:pt x="5006" y="573"/>
                    </a:lnTo>
                    <a:lnTo>
                      <a:pt x="5019" y="577"/>
                    </a:lnTo>
                    <a:lnTo>
                      <a:pt x="5034" y="580"/>
                    </a:lnTo>
                    <a:lnTo>
                      <a:pt x="5049" y="582"/>
                    </a:lnTo>
                    <a:lnTo>
                      <a:pt x="5066" y="582"/>
                    </a:lnTo>
                    <a:lnTo>
                      <a:pt x="5082" y="582"/>
                    </a:lnTo>
                    <a:lnTo>
                      <a:pt x="5099" y="581"/>
                    </a:lnTo>
                    <a:lnTo>
                      <a:pt x="5115" y="579"/>
                    </a:lnTo>
                    <a:lnTo>
                      <a:pt x="5130" y="577"/>
                    </a:lnTo>
                    <a:lnTo>
                      <a:pt x="5146" y="573"/>
                    </a:lnTo>
                    <a:lnTo>
                      <a:pt x="5161" y="569"/>
                    </a:lnTo>
                    <a:lnTo>
                      <a:pt x="5176" y="564"/>
                    </a:lnTo>
                    <a:lnTo>
                      <a:pt x="5189" y="559"/>
                    </a:lnTo>
                    <a:lnTo>
                      <a:pt x="5203" y="618"/>
                    </a:lnTo>
                    <a:lnTo>
                      <a:pt x="5187" y="624"/>
                    </a:lnTo>
                    <a:lnTo>
                      <a:pt x="5171" y="630"/>
                    </a:lnTo>
                    <a:lnTo>
                      <a:pt x="5153" y="635"/>
                    </a:lnTo>
                    <a:lnTo>
                      <a:pt x="5135" y="639"/>
                    </a:lnTo>
                    <a:lnTo>
                      <a:pt x="5116" y="642"/>
                    </a:lnTo>
                    <a:lnTo>
                      <a:pt x="5096" y="644"/>
                    </a:lnTo>
                    <a:lnTo>
                      <a:pt x="5075" y="646"/>
                    </a:lnTo>
                    <a:lnTo>
                      <a:pt x="5054" y="647"/>
                    </a:lnTo>
                    <a:lnTo>
                      <a:pt x="5029" y="646"/>
                    </a:lnTo>
                    <a:lnTo>
                      <a:pt x="5006" y="642"/>
                    </a:lnTo>
                    <a:lnTo>
                      <a:pt x="4995" y="640"/>
                    </a:lnTo>
                    <a:lnTo>
                      <a:pt x="4984" y="637"/>
                    </a:lnTo>
                    <a:lnTo>
                      <a:pt x="4973" y="634"/>
                    </a:lnTo>
                    <a:lnTo>
                      <a:pt x="4963" y="631"/>
                    </a:lnTo>
                    <a:lnTo>
                      <a:pt x="4953" y="627"/>
                    </a:lnTo>
                    <a:lnTo>
                      <a:pt x="4943" y="622"/>
                    </a:lnTo>
                    <a:lnTo>
                      <a:pt x="4934" y="617"/>
                    </a:lnTo>
                    <a:lnTo>
                      <a:pt x="4925" y="612"/>
                    </a:lnTo>
                    <a:lnTo>
                      <a:pt x="4917" y="605"/>
                    </a:lnTo>
                    <a:lnTo>
                      <a:pt x="4909" y="598"/>
                    </a:lnTo>
                    <a:lnTo>
                      <a:pt x="4900" y="592"/>
                    </a:lnTo>
                    <a:lnTo>
                      <a:pt x="4893" y="584"/>
                    </a:lnTo>
                    <a:lnTo>
                      <a:pt x="4886" y="576"/>
                    </a:lnTo>
                    <a:lnTo>
                      <a:pt x="4879" y="567"/>
                    </a:lnTo>
                    <a:lnTo>
                      <a:pt x="4873" y="559"/>
                    </a:lnTo>
                    <a:lnTo>
                      <a:pt x="4866" y="551"/>
                    </a:lnTo>
                    <a:lnTo>
                      <a:pt x="4861" y="542"/>
                    </a:lnTo>
                    <a:lnTo>
                      <a:pt x="4856" y="531"/>
                    </a:lnTo>
                    <a:lnTo>
                      <a:pt x="4852" y="522"/>
                    </a:lnTo>
                    <a:lnTo>
                      <a:pt x="4848" y="512"/>
                    </a:lnTo>
                    <a:lnTo>
                      <a:pt x="4845" y="501"/>
                    </a:lnTo>
                    <a:lnTo>
                      <a:pt x="4842" y="490"/>
                    </a:lnTo>
                    <a:lnTo>
                      <a:pt x="4840" y="480"/>
                    </a:lnTo>
                    <a:lnTo>
                      <a:pt x="4837" y="469"/>
                    </a:lnTo>
                    <a:lnTo>
                      <a:pt x="4835" y="445"/>
                    </a:lnTo>
                    <a:lnTo>
                      <a:pt x="4834" y="419"/>
                    </a:lnTo>
                    <a:lnTo>
                      <a:pt x="4835" y="394"/>
                    </a:lnTo>
                    <a:lnTo>
                      <a:pt x="4837" y="370"/>
                    </a:lnTo>
                    <a:lnTo>
                      <a:pt x="4842" y="346"/>
                    </a:lnTo>
                    <a:lnTo>
                      <a:pt x="4848" y="324"/>
                    </a:lnTo>
                    <a:lnTo>
                      <a:pt x="4852" y="313"/>
                    </a:lnTo>
                    <a:lnTo>
                      <a:pt x="4856" y="303"/>
                    </a:lnTo>
                    <a:lnTo>
                      <a:pt x="4860" y="293"/>
                    </a:lnTo>
                    <a:lnTo>
                      <a:pt x="4865" y="282"/>
                    </a:lnTo>
                    <a:lnTo>
                      <a:pt x="4872" y="273"/>
                    </a:lnTo>
                    <a:lnTo>
                      <a:pt x="4878" y="264"/>
                    </a:lnTo>
                    <a:lnTo>
                      <a:pt x="4884" y="255"/>
                    </a:lnTo>
                    <a:lnTo>
                      <a:pt x="4891" y="246"/>
                    </a:lnTo>
                    <a:lnTo>
                      <a:pt x="4898" y="238"/>
                    </a:lnTo>
                    <a:lnTo>
                      <a:pt x="4905" y="230"/>
                    </a:lnTo>
                    <a:lnTo>
                      <a:pt x="4914" y="223"/>
                    </a:lnTo>
                    <a:lnTo>
                      <a:pt x="4922" y="217"/>
                    </a:lnTo>
                    <a:lnTo>
                      <a:pt x="4930" y="210"/>
                    </a:lnTo>
                    <a:lnTo>
                      <a:pt x="4939" y="204"/>
                    </a:lnTo>
                    <a:lnTo>
                      <a:pt x="4949" y="199"/>
                    </a:lnTo>
                    <a:lnTo>
                      <a:pt x="4958" y="195"/>
                    </a:lnTo>
                    <a:lnTo>
                      <a:pt x="4967" y="191"/>
                    </a:lnTo>
                    <a:lnTo>
                      <a:pt x="4977" y="187"/>
                    </a:lnTo>
                    <a:lnTo>
                      <a:pt x="4988" y="185"/>
                    </a:lnTo>
                    <a:lnTo>
                      <a:pt x="4999" y="182"/>
                    </a:lnTo>
                    <a:lnTo>
                      <a:pt x="5009" y="179"/>
                    </a:lnTo>
                    <a:lnTo>
                      <a:pt x="5021" y="178"/>
                    </a:lnTo>
                    <a:lnTo>
                      <a:pt x="5032" y="177"/>
                    </a:lnTo>
                    <a:lnTo>
                      <a:pt x="5044" y="177"/>
                    </a:lnTo>
                    <a:lnTo>
                      <a:pt x="5055" y="177"/>
                    </a:lnTo>
                    <a:lnTo>
                      <a:pt x="5068" y="178"/>
                    </a:lnTo>
                    <a:lnTo>
                      <a:pt x="5079" y="181"/>
                    </a:lnTo>
                    <a:lnTo>
                      <a:pt x="5090" y="183"/>
                    </a:lnTo>
                    <a:lnTo>
                      <a:pt x="5101" y="185"/>
                    </a:lnTo>
                    <a:lnTo>
                      <a:pt x="5111" y="188"/>
                    </a:lnTo>
                    <a:lnTo>
                      <a:pt x="5120" y="192"/>
                    </a:lnTo>
                    <a:lnTo>
                      <a:pt x="5129" y="196"/>
                    </a:lnTo>
                    <a:lnTo>
                      <a:pt x="5139" y="201"/>
                    </a:lnTo>
                    <a:lnTo>
                      <a:pt x="5148" y="206"/>
                    </a:lnTo>
                    <a:lnTo>
                      <a:pt x="5156" y="212"/>
                    </a:lnTo>
                    <a:lnTo>
                      <a:pt x="5163" y="220"/>
                    </a:lnTo>
                    <a:lnTo>
                      <a:pt x="5172" y="227"/>
                    </a:lnTo>
                    <a:lnTo>
                      <a:pt x="5178" y="234"/>
                    </a:lnTo>
                    <a:lnTo>
                      <a:pt x="5185" y="242"/>
                    </a:lnTo>
                    <a:lnTo>
                      <a:pt x="5191" y="251"/>
                    </a:lnTo>
                    <a:lnTo>
                      <a:pt x="5200" y="266"/>
                    </a:lnTo>
                    <a:lnTo>
                      <a:pt x="5208" y="281"/>
                    </a:lnTo>
                    <a:lnTo>
                      <a:pt x="5215" y="298"/>
                    </a:lnTo>
                    <a:lnTo>
                      <a:pt x="5220" y="314"/>
                    </a:lnTo>
                    <a:lnTo>
                      <a:pt x="5224" y="332"/>
                    </a:lnTo>
                    <a:lnTo>
                      <a:pt x="5227" y="349"/>
                    </a:lnTo>
                    <a:lnTo>
                      <a:pt x="5229" y="369"/>
                    </a:lnTo>
                    <a:lnTo>
                      <a:pt x="5229" y="388"/>
                    </a:lnTo>
                    <a:lnTo>
                      <a:pt x="5229" y="400"/>
                    </a:lnTo>
                    <a:lnTo>
                      <a:pt x="5228" y="410"/>
                    </a:lnTo>
                    <a:lnTo>
                      <a:pt x="5227" y="419"/>
                    </a:lnTo>
                    <a:lnTo>
                      <a:pt x="5225" y="427"/>
                    </a:lnTo>
                    <a:close/>
                    <a:moveTo>
                      <a:pt x="4913" y="368"/>
                    </a:moveTo>
                    <a:lnTo>
                      <a:pt x="5150" y="368"/>
                    </a:lnTo>
                    <a:lnTo>
                      <a:pt x="5150" y="355"/>
                    </a:lnTo>
                    <a:lnTo>
                      <a:pt x="5149" y="344"/>
                    </a:lnTo>
                    <a:lnTo>
                      <a:pt x="5148" y="332"/>
                    </a:lnTo>
                    <a:lnTo>
                      <a:pt x="5145" y="321"/>
                    </a:lnTo>
                    <a:lnTo>
                      <a:pt x="5142" y="311"/>
                    </a:lnTo>
                    <a:lnTo>
                      <a:pt x="5139" y="301"/>
                    </a:lnTo>
                    <a:lnTo>
                      <a:pt x="5134" y="292"/>
                    </a:lnTo>
                    <a:lnTo>
                      <a:pt x="5128" y="282"/>
                    </a:lnTo>
                    <a:lnTo>
                      <a:pt x="5120" y="271"/>
                    </a:lnTo>
                    <a:lnTo>
                      <a:pt x="5112" y="262"/>
                    </a:lnTo>
                    <a:lnTo>
                      <a:pt x="5102" y="254"/>
                    </a:lnTo>
                    <a:lnTo>
                      <a:pt x="5091" y="247"/>
                    </a:lnTo>
                    <a:lnTo>
                      <a:pt x="5079" y="242"/>
                    </a:lnTo>
                    <a:lnTo>
                      <a:pt x="5067" y="239"/>
                    </a:lnTo>
                    <a:lnTo>
                      <a:pt x="5052" y="237"/>
                    </a:lnTo>
                    <a:lnTo>
                      <a:pt x="5037" y="236"/>
                    </a:lnTo>
                    <a:lnTo>
                      <a:pt x="5024" y="237"/>
                    </a:lnTo>
                    <a:lnTo>
                      <a:pt x="5010" y="239"/>
                    </a:lnTo>
                    <a:lnTo>
                      <a:pt x="4998" y="242"/>
                    </a:lnTo>
                    <a:lnTo>
                      <a:pt x="4987" y="247"/>
                    </a:lnTo>
                    <a:lnTo>
                      <a:pt x="4975" y="254"/>
                    </a:lnTo>
                    <a:lnTo>
                      <a:pt x="4965" y="261"/>
                    </a:lnTo>
                    <a:lnTo>
                      <a:pt x="4956" y="270"/>
                    </a:lnTo>
                    <a:lnTo>
                      <a:pt x="4947" y="280"/>
                    </a:lnTo>
                    <a:lnTo>
                      <a:pt x="4940" y="290"/>
                    </a:lnTo>
                    <a:lnTo>
                      <a:pt x="4934" y="300"/>
                    </a:lnTo>
                    <a:lnTo>
                      <a:pt x="4929" y="310"/>
                    </a:lnTo>
                    <a:lnTo>
                      <a:pt x="4924" y="320"/>
                    </a:lnTo>
                    <a:lnTo>
                      <a:pt x="4920" y="332"/>
                    </a:lnTo>
                    <a:lnTo>
                      <a:pt x="4917" y="343"/>
                    </a:lnTo>
                    <a:lnTo>
                      <a:pt x="4914" y="355"/>
                    </a:lnTo>
                    <a:lnTo>
                      <a:pt x="4913" y="368"/>
                    </a:lnTo>
                    <a:close/>
                    <a:moveTo>
                      <a:pt x="5330" y="637"/>
                    </a:moveTo>
                    <a:lnTo>
                      <a:pt x="5330" y="328"/>
                    </a:lnTo>
                    <a:lnTo>
                      <a:pt x="5330" y="291"/>
                    </a:lnTo>
                    <a:lnTo>
                      <a:pt x="5330" y="256"/>
                    </a:lnTo>
                    <a:lnTo>
                      <a:pt x="5329" y="221"/>
                    </a:lnTo>
                    <a:lnTo>
                      <a:pt x="5328" y="188"/>
                    </a:lnTo>
                    <a:lnTo>
                      <a:pt x="5399" y="188"/>
                    </a:lnTo>
                    <a:lnTo>
                      <a:pt x="5402" y="276"/>
                    </a:lnTo>
                    <a:lnTo>
                      <a:pt x="5406" y="276"/>
                    </a:lnTo>
                    <a:lnTo>
                      <a:pt x="5409" y="265"/>
                    </a:lnTo>
                    <a:lnTo>
                      <a:pt x="5414" y="255"/>
                    </a:lnTo>
                    <a:lnTo>
                      <a:pt x="5419" y="245"/>
                    </a:lnTo>
                    <a:lnTo>
                      <a:pt x="5425" y="236"/>
                    </a:lnTo>
                    <a:lnTo>
                      <a:pt x="5432" y="227"/>
                    </a:lnTo>
                    <a:lnTo>
                      <a:pt x="5439" y="219"/>
                    </a:lnTo>
                    <a:lnTo>
                      <a:pt x="5446" y="211"/>
                    </a:lnTo>
                    <a:lnTo>
                      <a:pt x="5454" y="204"/>
                    </a:lnTo>
                    <a:lnTo>
                      <a:pt x="5463" y="198"/>
                    </a:lnTo>
                    <a:lnTo>
                      <a:pt x="5472" y="193"/>
                    </a:lnTo>
                    <a:lnTo>
                      <a:pt x="5481" y="188"/>
                    </a:lnTo>
                    <a:lnTo>
                      <a:pt x="5490" y="185"/>
                    </a:lnTo>
                    <a:lnTo>
                      <a:pt x="5500" y="182"/>
                    </a:lnTo>
                    <a:lnTo>
                      <a:pt x="5510" y="179"/>
                    </a:lnTo>
                    <a:lnTo>
                      <a:pt x="5520" y="177"/>
                    </a:lnTo>
                    <a:lnTo>
                      <a:pt x="5529" y="177"/>
                    </a:lnTo>
                    <a:lnTo>
                      <a:pt x="5541" y="178"/>
                    </a:lnTo>
                    <a:lnTo>
                      <a:pt x="5553" y="181"/>
                    </a:lnTo>
                    <a:lnTo>
                      <a:pt x="5553" y="258"/>
                    </a:lnTo>
                    <a:lnTo>
                      <a:pt x="5539" y="256"/>
                    </a:lnTo>
                    <a:lnTo>
                      <a:pt x="5524" y="255"/>
                    </a:lnTo>
                    <a:lnTo>
                      <a:pt x="5511" y="256"/>
                    </a:lnTo>
                    <a:lnTo>
                      <a:pt x="5498" y="258"/>
                    </a:lnTo>
                    <a:lnTo>
                      <a:pt x="5486" y="261"/>
                    </a:lnTo>
                    <a:lnTo>
                      <a:pt x="5475" y="266"/>
                    </a:lnTo>
                    <a:lnTo>
                      <a:pt x="5464" y="272"/>
                    </a:lnTo>
                    <a:lnTo>
                      <a:pt x="5455" y="280"/>
                    </a:lnTo>
                    <a:lnTo>
                      <a:pt x="5446" y="290"/>
                    </a:lnTo>
                    <a:lnTo>
                      <a:pt x="5438" y="300"/>
                    </a:lnTo>
                    <a:lnTo>
                      <a:pt x="5432" y="310"/>
                    </a:lnTo>
                    <a:lnTo>
                      <a:pt x="5426" y="321"/>
                    </a:lnTo>
                    <a:lnTo>
                      <a:pt x="5421" y="333"/>
                    </a:lnTo>
                    <a:lnTo>
                      <a:pt x="5418" y="344"/>
                    </a:lnTo>
                    <a:lnTo>
                      <a:pt x="5415" y="356"/>
                    </a:lnTo>
                    <a:lnTo>
                      <a:pt x="5413" y="370"/>
                    </a:lnTo>
                    <a:lnTo>
                      <a:pt x="5411" y="383"/>
                    </a:lnTo>
                    <a:lnTo>
                      <a:pt x="5411" y="398"/>
                    </a:lnTo>
                    <a:lnTo>
                      <a:pt x="5411" y="637"/>
                    </a:lnTo>
                    <a:lnTo>
                      <a:pt x="5330" y="637"/>
                    </a:lnTo>
                    <a:close/>
                    <a:moveTo>
                      <a:pt x="5652" y="105"/>
                    </a:moveTo>
                    <a:lnTo>
                      <a:pt x="5732" y="80"/>
                    </a:lnTo>
                    <a:lnTo>
                      <a:pt x="5732" y="188"/>
                    </a:lnTo>
                    <a:lnTo>
                      <a:pt x="5849" y="188"/>
                    </a:lnTo>
                    <a:lnTo>
                      <a:pt x="5849" y="249"/>
                    </a:lnTo>
                    <a:lnTo>
                      <a:pt x="5732" y="249"/>
                    </a:lnTo>
                    <a:lnTo>
                      <a:pt x="5732" y="492"/>
                    </a:lnTo>
                    <a:lnTo>
                      <a:pt x="5733" y="503"/>
                    </a:lnTo>
                    <a:lnTo>
                      <a:pt x="5733" y="513"/>
                    </a:lnTo>
                    <a:lnTo>
                      <a:pt x="5734" y="522"/>
                    </a:lnTo>
                    <a:lnTo>
                      <a:pt x="5736" y="530"/>
                    </a:lnTo>
                    <a:lnTo>
                      <a:pt x="5738" y="539"/>
                    </a:lnTo>
                    <a:lnTo>
                      <a:pt x="5741" y="546"/>
                    </a:lnTo>
                    <a:lnTo>
                      <a:pt x="5744" y="552"/>
                    </a:lnTo>
                    <a:lnTo>
                      <a:pt x="5747" y="557"/>
                    </a:lnTo>
                    <a:lnTo>
                      <a:pt x="5751" y="562"/>
                    </a:lnTo>
                    <a:lnTo>
                      <a:pt x="5756" y="567"/>
                    </a:lnTo>
                    <a:lnTo>
                      <a:pt x="5760" y="570"/>
                    </a:lnTo>
                    <a:lnTo>
                      <a:pt x="5766" y="573"/>
                    </a:lnTo>
                    <a:lnTo>
                      <a:pt x="5773" y="577"/>
                    </a:lnTo>
                    <a:lnTo>
                      <a:pt x="5779" y="578"/>
                    </a:lnTo>
                    <a:lnTo>
                      <a:pt x="5786" y="579"/>
                    </a:lnTo>
                    <a:lnTo>
                      <a:pt x="5793" y="580"/>
                    </a:lnTo>
                    <a:lnTo>
                      <a:pt x="5807" y="579"/>
                    </a:lnTo>
                    <a:lnTo>
                      <a:pt x="5819" y="578"/>
                    </a:lnTo>
                    <a:lnTo>
                      <a:pt x="5830" y="577"/>
                    </a:lnTo>
                    <a:lnTo>
                      <a:pt x="5840" y="573"/>
                    </a:lnTo>
                    <a:lnTo>
                      <a:pt x="5844" y="635"/>
                    </a:lnTo>
                    <a:lnTo>
                      <a:pt x="5829" y="640"/>
                    </a:lnTo>
                    <a:lnTo>
                      <a:pt x="5812" y="644"/>
                    </a:lnTo>
                    <a:lnTo>
                      <a:pt x="5792" y="647"/>
                    </a:lnTo>
                    <a:lnTo>
                      <a:pt x="5772" y="648"/>
                    </a:lnTo>
                    <a:lnTo>
                      <a:pt x="5758" y="647"/>
                    </a:lnTo>
                    <a:lnTo>
                      <a:pt x="5745" y="644"/>
                    </a:lnTo>
                    <a:lnTo>
                      <a:pt x="5733" y="642"/>
                    </a:lnTo>
                    <a:lnTo>
                      <a:pt x="5721" y="638"/>
                    </a:lnTo>
                    <a:lnTo>
                      <a:pt x="5710" y="633"/>
                    </a:lnTo>
                    <a:lnTo>
                      <a:pt x="5701" y="627"/>
                    </a:lnTo>
                    <a:lnTo>
                      <a:pt x="5691" y="620"/>
                    </a:lnTo>
                    <a:lnTo>
                      <a:pt x="5683" y="612"/>
                    </a:lnTo>
                    <a:lnTo>
                      <a:pt x="5676" y="602"/>
                    </a:lnTo>
                    <a:lnTo>
                      <a:pt x="5670" y="591"/>
                    </a:lnTo>
                    <a:lnTo>
                      <a:pt x="5665" y="579"/>
                    </a:lnTo>
                    <a:lnTo>
                      <a:pt x="5660" y="565"/>
                    </a:lnTo>
                    <a:lnTo>
                      <a:pt x="5657" y="550"/>
                    </a:lnTo>
                    <a:lnTo>
                      <a:pt x="5654" y="532"/>
                    </a:lnTo>
                    <a:lnTo>
                      <a:pt x="5652" y="515"/>
                    </a:lnTo>
                    <a:lnTo>
                      <a:pt x="5652" y="495"/>
                    </a:lnTo>
                    <a:lnTo>
                      <a:pt x="5652" y="249"/>
                    </a:lnTo>
                    <a:lnTo>
                      <a:pt x="5583" y="249"/>
                    </a:lnTo>
                    <a:lnTo>
                      <a:pt x="5583" y="188"/>
                    </a:lnTo>
                    <a:lnTo>
                      <a:pt x="5652" y="188"/>
                    </a:lnTo>
                    <a:lnTo>
                      <a:pt x="5652" y="105"/>
                    </a:lnTo>
                    <a:close/>
                    <a:moveTo>
                      <a:pt x="6256" y="362"/>
                    </a:moveTo>
                    <a:lnTo>
                      <a:pt x="6256" y="529"/>
                    </a:lnTo>
                    <a:lnTo>
                      <a:pt x="6257" y="561"/>
                    </a:lnTo>
                    <a:lnTo>
                      <a:pt x="6258" y="589"/>
                    </a:lnTo>
                    <a:lnTo>
                      <a:pt x="6260" y="615"/>
                    </a:lnTo>
                    <a:lnTo>
                      <a:pt x="6263" y="637"/>
                    </a:lnTo>
                    <a:lnTo>
                      <a:pt x="6189" y="637"/>
                    </a:lnTo>
                    <a:lnTo>
                      <a:pt x="6183" y="581"/>
                    </a:lnTo>
                    <a:lnTo>
                      <a:pt x="6180" y="581"/>
                    </a:lnTo>
                    <a:lnTo>
                      <a:pt x="6173" y="588"/>
                    </a:lnTo>
                    <a:lnTo>
                      <a:pt x="6167" y="596"/>
                    </a:lnTo>
                    <a:lnTo>
                      <a:pt x="6160" y="603"/>
                    </a:lnTo>
                    <a:lnTo>
                      <a:pt x="6154" y="610"/>
                    </a:lnTo>
                    <a:lnTo>
                      <a:pt x="6146" y="616"/>
                    </a:lnTo>
                    <a:lnTo>
                      <a:pt x="6138" y="621"/>
                    </a:lnTo>
                    <a:lnTo>
                      <a:pt x="6130" y="626"/>
                    </a:lnTo>
                    <a:lnTo>
                      <a:pt x="6122" y="630"/>
                    </a:lnTo>
                    <a:lnTo>
                      <a:pt x="6113" y="634"/>
                    </a:lnTo>
                    <a:lnTo>
                      <a:pt x="6104" y="637"/>
                    </a:lnTo>
                    <a:lnTo>
                      <a:pt x="6094" y="640"/>
                    </a:lnTo>
                    <a:lnTo>
                      <a:pt x="6085" y="642"/>
                    </a:lnTo>
                    <a:lnTo>
                      <a:pt x="6075" y="644"/>
                    </a:lnTo>
                    <a:lnTo>
                      <a:pt x="6064" y="647"/>
                    </a:lnTo>
                    <a:lnTo>
                      <a:pt x="6053" y="647"/>
                    </a:lnTo>
                    <a:lnTo>
                      <a:pt x="6043" y="648"/>
                    </a:lnTo>
                    <a:lnTo>
                      <a:pt x="6026" y="647"/>
                    </a:lnTo>
                    <a:lnTo>
                      <a:pt x="6012" y="644"/>
                    </a:lnTo>
                    <a:lnTo>
                      <a:pt x="5998" y="641"/>
                    </a:lnTo>
                    <a:lnTo>
                      <a:pt x="5984" y="637"/>
                    </a:lnTo>
                    <a:lnTo>
                      <a:pt x="5972" y="631"/>
                    </a:lnTo>
                    <a:lnTo>
                      <a:pt x="5961" y="625"/>
                    </a:lnTo>
                    <a:lnTo>
                      <a:pt x="5949" y="617"/>
                    </a:lnTo>
                    <a:lnTo>
                      <a:pt x="5939" y="607"/>
                    </a:lnTo>
                    <a:lnTo>
                      <a:pt x="5932" y="598"/>
                    </a:lnTo>
                    <a:lnTo>
                      <a:pt x="5925" y="588"/>
                    </a:lnTo>
                    <a:lnTo>
                      <a:pt x="5919" y="578"/>
                    </a:lnTo>
                    <a:lnTo>
                      <a:pt x="5913" y="566"/>
                    </a:lnTo>
                    <a:lnTo>
                      <a:pt x="5910" y="555"/>
                    </a:lnTo>
                    <a:lnTo>
                      <a:pt x="5907" y="543"/>
                    </a:lnTo>
                    <a:lnTo>
                      <a:pt x="5906" y="531"/>
                    </a:lnTo>
                    <a:lnTo>
                      <a:pt x="5905" y="518"/>
                    </a:lnTo>
                    <a:lnTo>
                      <a:pt x="5905" y="508"/>
                    </a:lnTo>
                    <a:lnTo>
                      <a:pt x="5906" y="498"/>
                    </a:lnTo>
                    <a:lnTo>
                      <a:pt x="5907" y="489"/>
                    </a:lnTo>
                    <a:lnTo>
                      <a:pt x="5909" y="480"/>
                    </a:lnTo>
                    <a:lnTo>
                      <a:pt x="5912" y="471"/>
                    </a:lnTo>
                    <a:lnTo>
                      <a:pt x="5915" y="462"/>
                    </a:lnTo>
                    <a:lnTo>
                      <a:pt x="5919" y="454"/>
                    </a:lnTo>
                    <a:lnTo>
                      <a:pt x="5923" y="446"/>
                    </a:lnTo>
                    <a:lnTo>
                      <a:pt x="5928" y="439"/>
                    </a:lnTo>
                    <a:lnTo>
                      <a:pt x="5933" y="432"/>
                    </a:lnTo>
                    <a:lnTo>
                      <a:pt x="5938" y="424"/>
                    </a:lnTo>
                    <a:lnTo>
                      <a:pt x="5944" y="417"/>
                    </a:lnTo>
                    <a:lnTo>
                      <a:pt x="5951" y="411"/>
                    </a:lnTo>
                    <a:lnTo>
                      <a:pt x="5959" y="405"/>
                    </a:lnTo>
                    <a:lnTo>
                      <a:pt x="5967" y="399"/>
                    </a:lnTo>
                    <a:lnTo>
                      <a:pt x="5975" y="393"/>
                    </a:lnTo>
                    <a:lnTo>
                      <a:pt x="5994" y="383"/>
                    </a:lnTo>
                    <a:lnTo>
                      <a:pt x="6014" y="374"/>
                    </a:lnTo>
                    <a:lnTo>
                      <a:pt x="6036" y="367"/>
                    </a:lnTo>
                    <a:lnTo>
                      <a:pt x="6060" y="362"/>
                    </a:lnTo>
                    <a:lnTo>
                      <a:pt x="6086" y="356"/>
                    </a:lnTo>
                    <a:lnTo>
                      <a:pt x="6114" y="353"/>
                    </a:lnTo>
                    <a:lnTo>
                      <a:pt x="6144" y="351"/>
                    </a:lnTo>
                    <a:lnTo>
                      <a:pt x="6175" y="351"/>
                    </a:lnTo>
                    <a:lnTo>
                      <a:pt x="6175" y="342"/>
                    </a:lnTo>
                    <a:lnTo>
                      <a:pt x="6174" y="329"/>
                    </a:lnTo>
                    <a:lnTo>
                      <a:pt x="6173" y="317"/>
                    </a:lnTo>
                    <a:lnTo>
                      <a:pt x="6171" y="306"/>
                    </a:lnTo>
                    <a:lnTo>
                      <a:pt x="6168" y="296"/>
                    </a:lnTo>
                    <a:lnTo>
                      <a:pt x="6165" y="286"/>
                    </a:lnTo>
                    <a:lnTo>
                      <a:pt x="6161" y="278"/>
                    </a:lnTo>
                    <a:lnTo>
                      <a:pt x="6156" y="271"/>
                    </a:lnTo>
                    <a:lnTo>
                      <a:pt x="6150" y="264"/>
                    </a:lnTo>
                    <a:lnTo>
                      <a:pt x="6143" y="258"/>
                    </a:lnTo>
                    <a:lnTo>
                      <a:pt x="6135" y="253"/>
                    </a:lnTo>
                    <a:lnTo>
                      <a:pt x="6127" y="248"/>
                    </a:lnTo>
                    <a:lnTo>
                      <a:pt x="6118" y="244"/>
                    </a:lnTo>
                    <a:lnTo>
                      <a:pt x="6108" y="241"/>
                    </a:lnTo>
                    <a:lnTo>
                      <a:pt x="6097" y="239"/>
                    </a:lnTo>
                    <a:lnTo>
                      <a:pt x="6085" y="238"/>
                    </a:lnTo>
                    <a:lnTo>
                      <a:pt x="6073" y="238"/>
                    </a:lnTo>
                    <a:lnTo>
                      <a:pt x="6056" y="238"/>
                    </a:lnTo>
                    <a:lnTo>
                      <a:pt x="6041" y="240"/>
                    </a:lnTo>
                    <a:lnTo>
                      <a:pt x="6025" y="242"/>
                    </a:lnTo>
                    <a:lnTo>
                      <a:pt x="6010" y="246"/>
                    </a:lnTo>
                    <a:lnTo>
                      <a:pt x="5996" y="250"/>
                    </a:lnTo>
                    <a:lnTo>
                      <a:pt x="5982" y="257"/>
                    </a:lnTo>
                    <a:lnTo>
                      <a:pt x="5969" y="264"/>
                    </a:lnTo>
                    <a:lnTo>
                      <a:pt x="5957" y="271"/>
                    </a:lnTo>
                    <a:lnTo>
                      <a:pt x="5938" y="218"/>
                    </a:lnTo>
                    <a:lnTo>
                      <a:pt x="5953" y="208"/>
                    </a:lnTo>
                    <a:lnTo>
                      <a:pt x="5970" y="200"/>
                    </a:lnTo>
                    <a:lnTo>
                      <a:pt x="5987" y="193"/>
                    </a:lnTo>
                    <a:lnTo>
                      <a:pt x="6005" y="188"/>
                    </a:lnTo>
                    <a:lnTo>
                      <a:pt x="6024" y="183"/>
                    </a:lnTo>
                    <a:lnTo>
                      <a:pt x="6044" y="179"/>
                    </a:lnTo>
                    <a:lnTo>
                      <a:pt x="6063" y="178"/>
                    </a:lnTo>
                    <a:lnTo>
                      <a:pt x="6085" y="177"/>
                    </a:lnTo>
                    <a:lnTo>
                      <a:pt x="6106" y="178"/>
                    </a:lnTo>
                    <a:lnTo>
                      <a:pt x="6125" y="181"/>
                    </a:lnTo>
                    <a:lnTo>
                      <a:pt x="6143" y="184"/>
                    </a:lnTo>
                    <a:lnTo>
                      <a:pt x="6160" y="189"/>
                    </a:lnTo>
                    <a:lnTo>
                      <a:pt x="6175" y="195"/>
                    </a:lnTo>
                    <a:lnTo>
                      <a:pt x="6189" y="203"/>
                    </a:lnTo>
                    <a:lnTo>
                      <a:pt x="6202" y="212"/>
                    </a:lnTo>
                    <a:lnTo>
                      <a:pt x="6213" y="224"/>
                    </a:lnTo>
                    <a:lnTo>
                      <a:pt x="6223" y="236"/>
                    </a:lnTo>
                    <a:lnTo>
                      <a:pt x="6232" y="249"/>
                    </a:lnTo>
                    <a:lnTo>
                      <a:pt x="6239" y="264"/>
                    </a:lnTo>
                    <a:lnTo>
                      <a:pt x="6245" y="280"/>
                    </a:lnTo>
                    <a:lnTo>
                      <a:pt x="6249" y="299"/>
                    </a:lnTo>
                    <a:lnTo>
                      <a:pt x="6254" y="318"/>
                    </a:lnTo>
                    <a:lnTo>
                      <a:pt x="6255" y="339"/>
                    </a:lnTo>
                    <a:lnTo>
                      <a:pt x="6256" y="362"/>
                    </a:lnTo>
                    <a:close/>
                    <a:moveTo>
                      <a:pt x="6175" y="486"/>
                    </a:moveTo>
                    <a:lnTo>
                      <a:pt x="6175" y="408"/>
                    </a:lnTo>
                    <a:lnTo>
                      <a:pt x="6152" y="408"/>
                    </a:lnTo>
                    <a:lnTo>
                      <a:pt x="6131" y="409"/>
                    </a:lnTo>
                    <a:lnTo>
                      <a:pt x="6111" y="410"/>
                    </a:lnTo>
                    <a:lnTo>
                      <a:pt x="6092" y="413"/>
                    </a:lnTo>
                    <a:lnTo>
                      <a:pt x="6076" y="416"/>
                    </a:lnTo>
                    <a:lnTo>
                      <a:pt x="6060" y="420"/>
                    </a:lnTo>
                    <a:lnTo>
                      <a:pt x="6046" y="425"/>
                    </a:lnTo>
                    <a:lnTo>
                      <a:pt x="6034" y="432"/>
                    </a:lnTo>
                    <a:lnTo>
                      <a:pt x="6022" y="438"/>
                    </a:lnTo>
                    <a:lnTo>
                      <a:pt x="6013" y="445"/>
                    </a:lnTo>
                    <a:lnTo>
                      <a:pt x="6005" y="454"/>
                    </a:lnTo>
                    <a:lnTo>
                      <a:pt x="5999" y="463"/>
                    </a:lnTo>
                    <a:lnTo>
                      <a:pt x="5994" y="474"/>
                    </a:lnTo>
                    <a:lnTo>
                      <a:pt x="5989" y="484"/>
                    </a:lnTo>
                    <a:lnTo>
                      <a:pt x="5987" y="496"/>
                    </a:lnTo>
                    <a:lnTo>
                      <a:pt x="5986" y="509"/>
                    </a:lnTo>
                    <a:lnTo>
                      <a:pt x="5987" y="518"/>
                    </a:lnTo>
                    <a:lnTo>
                      <a:pt x="5988" y="527"/>
                    </a:lnTo>
                    <a:lnTo>
                      <a:pt x="5990" y="534"/>
                    </a:lnTo>
                    <a:lnTo>
                      <a:pt x="5993" y="543"/>
                    </a:lnTo>
                    <a:lnTo>
                      <a:pt x="5996" y="550"/>
                    </a:lnTo>
                    <a:lnTo>
                      <a:pt x="6000" y="556"/>
                    </a:lnTo>
                    <a:lnTo>
                      <a:pt x="6005" y="562"/>
                    </a:lnTo>
                    <a:lnTo>
                      <a:pt x="6010" y="567"/>
                    </a:lnTo>
                    <a:lnTo>
                      <a:pt x="6015" y="571"/>
                    </a:lnTo>
                    <a:lnTo>
                      <a:pt x="6020" y="576"/>
                    </a:lnTo>
                    <a:lnTo>
                      <a:pt x="6026" y="579"/>
                    </a:lnTo>
                    <a:lnTo>
                      <a:pt x="6034" y="582"/>
                    </a:lnTo>
                    <a:lnTo>
                      <a:pt x="6040" y="584"/>
                    </a:lnTo>
                    <a:lnTo>
                      <a:pt x="6047" y="586"/>
                    </a:lnTo>
                    <a:lnTo>
                      <a:pt x="6055" y="587"/>
                    </a:lnTo>
                    <a:lnTo>
                      <a:pt x="6063" y="587"/>
                    </a:lnTo>
                    <a:lnTo>
                      <a:pt x="6073" y="587"/>
                    </a:lnTo>
                    <a:lnTo>
                      <a:pt x="6083" y="585"/>
                    </a:lnTo>
                    <a:lnTo>
                      <a:pt x="6092" y="584"/>
                    </a:lnTo>
                    <a:lnTo>
                      <a:pt x="6100" y="581"/>
                    </a:lnTo>
                    <a:lnTo>
                      <a:pt x="6110" y="578"/>
                    </a:lnTo>
                    <a:lnTo>
                      <a:pt x="6118" y="573"/>
                    </a:lnTo>
                    <a:lnTo>
                      <a:pt x="6126" y="569"/>
                    </a:lnTo>
                    <a:lnTo>
                      <a:pt x="6133" y="563"/>
                    </a:lnTo>
                    <a:lnTo>
                      <a:pt x="6140" y="558"/>
                    </a:lnTo>
                    <a:lnTo>
                      <a:pt x="6146" y="553"/>
                    </a:lnTo>
                    <a:lnTo>
                      <a:pt x="6152" y="547"/>
                    </a:lnTo>
                    <a:lnTo>
                      <a:pt x="6156" y="541"/>
                    </a:lnTo>
                    <a:lnTo>
                      <a:pt x="6161" y="533"/>
                    </a:lnTo>
                    <a:lnTo>
                      <a:pt x="6164" y="526"/>
                    </a:lnTo>
                    <a:lnTo>
                      <a:pt x="6167" y="519"/>
                    </a:lnTo>
                    <a:lnTo>
                      <a:pt x="6170" y="512"/>
                    </a:lnTo>
                    <a:lnTo>
                      <a:pt x="6172" y="506"/>
                    </a:lnTo>
                    <a:lnTo>
                      <a:pt x="6173" y="499"/>
                    </a:lnTo>
                    <a:lnTo>
                      <a:pt x="6174" y="493"/>
                    </a:lnTo>
                    <a:lnTo>
                      <a:pt x="6175" y="486"/>
                    </a:lnTo>
                    <a:close/>
                    <a:moveTo>
                      <a:pt x="6469" y="637"/>
                    </a:moveTo>
                    <a:lnTo>
                      <a:pt x="6387" y="637"/>
                    </a:lnTo>
                    <a:lnTo>
                      <a:pt x="6387" y="188"/>
                    </a:lnTo>
                    <a:lnTo>
                      <a:pt x="6469" y="188"/>
                    </a:lnTo>
                    <a:lnTo>
                      <a:pt x="6469" y="637"/>
                    </a:lnTo>
                    <a:close/>
                    <a:moveTo>
                      <a:pt x="6427" y="105"/>
                    </a:moveTo>
                    <a:lnTo>
                      <a:pt x="6426" y="105"/>
                    </a:lnTo>
                    <a:lnTo>
                      <a:pt x="6416" y="104"/>
                    </a:lnTo>
                    <a:lnTo>
                      <a:pt x="6406" y="101"/>
                    </a:lnTo>
                    <a:lnTo>
                      <a:pt x="6401" y="99"/>
                    </a:lnTo>
                    <a:lnTo>
                      <a:pt x="6397" y="96"/>
                    </a:lnTo>
                    <a:lnTo>
                      <a:pt x="6393" y="93"/>
                    </a:lnTo>
                    <a:lnTo>
                      <a:pt x="6389" y="90"/>
                    </a:lnTo>
                    <a:lnTo>
                      <a:pt x="6383" y="82"/>
                    </a:lnTo>
                    <a:lnTo>
                      <a:pt x="6379" y="72"/>
                    </a:lnTo>
                    <a:lnTo>
                      <a:pt x="6376" y="63"/>
                    </a:lnTo>
                    <a:lnTo>
                      <a:pt x="6375" y="52"/>
                    </a:lnTo>
                    <a:lnTo>
                      <a:pt x="6376" y="42"/>
                    </a:lnTo>
                    <a:lnTo>
                      <a:pt x="6379" y="32"/>
                    </a:lnTo>
                    <a:lnTo>
                      <a:pt x="6384" y="23"/>
                    </a:lnTo>
                    <a:lnTo>
                      <a:pt x="6390" y="16"/>
                    </a:lnTo>
                    <a:lnTo>
                      <a:pt x="6394" y="12"/>
                    </a:lnTo>
                    <a:lnTo>
                      <a:pt x="6398" y="9"/>
                    </a:lnTo>
                    <a:lnTo>
                      <a:pt x="6403" y="6"/>
                    </a:lnTo>
                    <a:lnTo>
                      <a:pt x="6407" y="4"/>
                    </a:lnTo>
                    <a:lnTo>
                      <a:pt x="6417" y="2"/>
                    </a:lnTo>
                    <a:lnTo>
                      <a:pt x="6428" y="0"/>
                    </a:lnTo>
                    <a:lnTo>
                      <a:pt x="6439" y="2"/>
                    </a:lnTo>
                    <a:lnTo>
                      <a:pt x="6449" y="4"/>
                    </a:lnTo>
                    <a:lnTo>
                      <a:pt x="6454" y="6"/>
                    </a:lnTo>
                    <a:lnTo>
                      <a:pt x="6458" y="9"/>
                    </a:lnTo>
                    <a:lnTo>
                      <a:pt x="6462" y="12"/>
                    </a:lnTo>
                    <a:lnTo>
                      <a:pt x="6465" y="15"/>
                    </a:lnTo>
                    <a:lnTo>
                      <a:pt x="6472" y="23"/>
                    </a:lnTo>
                    <a:lnTo>
                      <a:pt x="6476" y="31"/>
                    </a:lnTo>
                    <a:lnTo>
                      <a:pt x="6480" y="42"/>
                    </a:lnTo>
                    <a:lnTo>
                      <a:pt x="6480" y="52"/>
                    </a:lnTo>
                    <a:lnTo>
                      <a:pt x="6480" y="63"/>
                    </a:lnTo>
                    <a:lnTo>
                      <a:pt x="6476" y="72"/>
                    </a:lnTo>
                    <a:lnTo>
                      <a:pt x="6472" y="82"/>
                    </a:lnTo>
                    <a:lnTo>
                      <a:pt x="6465" y="90"/>
                    </a:lnTo>
                    <a:lnTo>
                      <a:pt x="6462" y="93"/>
                    </a:lnTo>
                    <a:lnTo>
                      <a:pt x="6458" y="96"/>
                    </a:lnTo>
                    <a:lnTo>
                      <a:pt x="6454" y="99"/>
                    </a:lnTo>
                    <a:lnTo>
                      <a:pt x="6449" y="101"/>
                    </a:lnTo>
                    <a:lnTo>
                      <a:pt x="6444" y="103"/>
                    </a:lnTo>
                    <a:lnTo>
                      <a:pt x="6438" y="104"/>
                    </a:lnTo>
                    <a:lnTo>
                      <a:pt x="6433" y="104"/>
                    </a:lnTo>
                    <a:lnTo>
                      <a:pt x="6427" y="105"/>
                    </a:lnTo>
                    <a:close/>
                    <a:moveTo>
                      <a:pt x="6604" y="637"/>
                    </a:moveTo>
                    <a:lnTo>
                      <a:pt x="6604" y="309"/>
                    </a:lnTo>
                    <a:lnTo>
                      <a:pt x="6604" y="280"/>
                    </a:lnTo>
                    <a:lnTo>
                      <a:pt x="6603" y="250"/>
                    </a:lnTo>
                    <a:lnTo>
                      <a:pt x="6602" y="220"/>
                    </a:lnTo>
                    <a:lnTo>
                      <a:pt x="6601" y="188"/>
                    </a:lnTo>
                    <a:lnTo>
                      <a:pt x="6673" y="188"/>
                    </a:lnTo>
                    <a:lnTo>
                      <a:pt x="6678" y="262"/>
                    </a:lnTo>
                    <a:lnTo>
                      <a:pt x="6679" y="262"/>
                    </a:lnTo>
                    <a:lnTo>
                      <a:pt x="6684" y="254"/>
                    </a:lnTo>
                    <a:lnTo>
                      <a:pt x="6690" y="245"/>
                    </a:lnTo>
                    <a:lnTo>
                      <a:pt x="6695" y="237"/>
                    </a:lnTo>
                    <a:lnTo>
                      <a:pt x="6703" y="230"/>
                    </a:lnTo>
                    <a:lnTo>
                      <a:pt x="6710" y="223"/>
                    </a:lnTo>
                    <a:lnTo>
                      <a:pt x="6717" y="217"/>
                    </a:lnTo>
                    <a:lnTo>
                      <a:pt x="6725" y="210"/>
                    </a:lnTo>
                    <a:lnTo>
                      <a:pt x="6734" y="204"/>
                    </a:lnTo>
                    <a:lnTo>
                      <a:pt x="6745" y="198"/>
                    </a:lnTo>
                    <a:lnTo>
                      <a:pt x="6756" y="193"/>
                    </a:lnTo>
                    <a:lnTo>
                      <a:pt x="6767" y="188"/>
                    </a:lnTo>
                    <a:lnTo>
                      <a:pt x="6779" y="185"/>
                    </a:lnTo>
                    <a:lnTo>
                      <a:pt x="6790" y="182"/>
                    </a:lnTo>
                    <a:lnTo>
                      <a:pt x="6802" y="179"/>
                    </a:lnTo>
                    <a:lnTo>
                      <a:pt x="6815" y="177"/>
                    </a:lnTo>
                    <a:lnTo>
                      <a:pt x="6828" y="177"/>
                    </a:lnTo>
                    <a:lnTo>
                      <a:pt x="6842" y="178"/>
                    </a:lnTo>
                    <a:lnTo>
                      <a:pt x="6857" y="179"/>
                    </a:lnTo>
                    <a:lnTo>
                      <a:pt x="6870" y="183"/>
                    </a:lnTo>
                    <a:lnTo>
                      <a:pt x="6883" y="187"/>
                    </a:lnTo>
                    <a:lnTo>
                      <a:pt x="6896" y="192"/>
                    </a:lnTo>
                    <a:lnTo>
                      <a:pt x="6908" y="199"/>
                    </a:lnTo>
                    <a:lnTo>
                      <a:pt x="6919" y="206"/>
                    </a:lnTo>
                    <a:lnTo>
                      <a:pt x="6930" y="215"/>
                    </a:lnTo>
                    <a:lnTo>
                      <a:pt x="6937" y="222"/>
                    </a:lnTo>
                    <a:lnTo>
                      <a:pt x="6943" y="229"/>
                    </a:lnTo>
                    <a:lnTo>
                      <a:pt x="6949" y="236"/>
                    </a:lnTo>
                    <a:lnTo>
                      <a:pt x="6954" y="244"/>
                    </a:lnTo>
                    <a:lnTo>
                      <a:pt x="6959" y="251"/>
                    </a:lnTo>
                    <a:lnTo>
                      <a:pt x="6965" y="261"/>
                    </a:lnTo>
                    <a:lnTo>
                      <a:pt x="6969" y="269"/>
                    </a:lnTo>
                    <a:lnTo>
                      <a:pt x="6972" y="279"/>
                    </a:lnTo>
                    <a:lnTo>
                      <a:pt x="6976" y="289"/>
                    </a:lnTo>
                    <a:lnTo>
                      <a:pt x="6978" y="299"/>
                    </a:lnTo>
                    <a:lnTo>
                      <a:pt x="6981" y="309"/>
                    </a:lnTo>
                    <a:lnTo>
                      <a:pt x="6983" y="320"/>
                    </a:lnTo>
                    <a:lnTo>
                      <a:pt x="6985" y="344"/>
                    </a:lnTo>
                    <a:lnTo>
                      <a:pt x="6986" y="369"/>
                    </a:lnTo>
                    <a:lnTo>
                      <a:pt x="6986" y="637"/>
                    </a:lnTo>
                    <a:lnTo>
                      <a:pt x="6905" y="637"/>
                    </a:lnTo>
                    <a:lnTo>
                      <a:pt x="6905" y="378"/>
                    </a:lnTo>
                    <a:lnTo>
                      <a:pt x="6904" y="362"/>
                    </a:lnTo>
                    <a:lnTo>
                      <a:pt x="6903" y="346"/>
                    </a:lnTo>
                    <a:lnTo>
                      <a:pt x="6901" y="333"/>
                    </a:lnTo>
                    <a:lnTo>
                      <a:pt x="6898" y="319"/>
                    </a:lnTo>
                    <a:lnTo>
                      <a:pt x="6895" y="307"/>
                    </a:lnTo>
                    <a:lnTo>
                      <a:pt x="6890" y="297"/>
                    </a:lnTo>
                    <a:lnTo>
                      <a:pt x="6884" y="286"/>
                    </a:lnTo>
                    <a:lnTo>
                      <a:pt x="6878" y="277"/>
                    </a:lnTo>
                    <a:lnTo>
                      <a:pt x="6872" y="270"/>
                    </a:lnTo>
                    <a:lnTo>
                      <a:pt x="6864" y="263"/>
                    </a:lnTo>
                    <a:lnTo>
                      <a:pt x="6856" y="258"/>
                    </a:lnTo>
                    <a:lnTo>
                      <a:pt x="6846" y="253"/>
                    </a:lnTo>
                    <a:lnTo>
                      <a:pt x="6836" y="249"/>
                    </a:lnTo>
                    <a:lnTo>
                      <a:pt x="6825" y="246"/>
                    </a:lnTo>
                    <a:lnTo>
                      <a:pt x="6814" y="244"/>
                    </a:lnTo>
                    <a:lnTo>
                      <a:pt x="6801" y="244"/>
                    </a:lnTo>
                    <a:lnTo>
                      <a:pt x="6791" y="244"/>
                    </a:lnTo>
                    <a:lnTo>
                      <a:pt x="6782" y="245"/>
                    </a:lnTo>
                    <a:lnTo>
                      <a:pt x="6772" y="247"/>
                    </a:lnTo>
                    <a:lnTo>
                      <a:pt x="6764" y="250"/>
                    </a:lnTo>
                    <a:lnTo>
                      <a:pt x="6756" y="254"/>
                    </a:lnTo>
                    <a:lnTo>
                      <a:pt x="6748" y="258"/>
                    </a:lnTo>
                    <a:lnTo>
                      <a:pt x="6740" y="263"/>
                    </a:lnTo>
                    <a:lnTo>
                      <a:pt x="6732" y="268"/>
                    </a:lnTo>
                    <a:lnTo>
                      <a:pt x="6725" y="274"/>
                    </a:lnTo>
                    <a:lnTo>
                      <a:pt x="6719" y="281"/>
                    </a:lnTo>
                    <a:lnTo>
                      <a:pt x="6713" y="289"/>
                    </a:lnTo>
                    <a:lnTo>
                      <a:pt x="6707" y="296"/>
                    </a:lnTo>
                    <a:lnTo>
                      <a:pt x="6703" y="303"/>
                    </a:lnTo>
                    <a:lnTo>
                      <a:pt x="6698" y="311"/>
                    </a:lnTo>
                    <a:lnTo>
                      <a:pt x="6694" y="319"/>
                    </a:lnTo>
                    <a:lnTo>
                      <a:pt x="6691" y="329"/>
                    </a:lnTo>
                    <a:lnTo>
                      <a:pt x="6689" y="337"/>
                    </a:lnTo>
                    <a:lnTo>
                      <a:pt x="6687" y="346"/>
                    </a:lnTo>
                    <a:lnTo>
                      <a:pt x="6686" y="356"/>
                    </a:lnTo>
                    <a:lnTo>
                      <a:pt x="6686" y="367"/>
                    </a:lnTo>
                    <a:lnTo>
                      <a:pt x="6686" y="637"/>
                    </a:lnTo>
                    <a:lnTo>
                      <a:pt x="6604" y="637"/>
                    </a:lnTo>
                    <a:close/>
                    <a:moveTo>
                      <a:pt x="7137" y="105"/>
                    </a:moveTo>
                    <a:lnTo>
                      <a:pt x="7217" y="80"/>
                    </a:lnTo>
                    <a:lnTo>
                      <a:pt x="7217" y="188"/>
                    </a:lnTo>
                    <a:lnTo>
                      <a:pt x="7333" y="188"/>
                    </a:lnTo>
                    <a:lnTo>
                      <a:pt x="7333" y="249"/>
                    </a:lnTo>
                    <a:lnTo>
                      <a:pt x="7217" y="249"/>
                    </a:lnTo>
                    <a:lnTo>
                      <a:pt x="7217" y="492"/>
                    </a:lnTo>
                    <a:lnTo>
                      <a:pt x="7217" y="503"/>
                    </a:lnTo>
                    <a:lnTo>
                      <a:pt x="7218" y="513"/>
                    </a:lnTo>
                    <a:lnTo>
                      <a:pt x="7219" y="522"/>
                    </a:lnTo>
                    <a:lnTo>
                      <a:pt x="7220" y="530"/>
                    </a:lnTo>
                    <a:lnTo>
                      <a:pt x="7223" y="539"/>
                    </a:lnTo>
                    <a:lnTo>
                      <a:pt x="7226" y="546"/>
                    </a:lnTo>
                    <a:lnTo>
                      <a:pt x="7229" y="552"/>
                    </a:lnTo>
                    <a:lnTo>
                      <a:pt x="7233" y="557"/>
                    </a:lnTo>
                    <a:lnTo>
                      <a:pt x="7237" y="562"/>
                    </a:lnTo>
                    <a:lnTo>
                      <a:pt x="7241" y="567"/>
                    </a:lnTo>
                    <a:lnTo>
                      <a:pt x="7246" y="570"/>
                    </a:lnTo>
                    <a:lnTo>
                      <a:pt x="7251" y="573"/>
                    </a:lnTo>
                    <a:lnTo>
                      <a:pt x="7257" y="577"/>
                    </a:lnTo>
                    <a:lnTo>
                      <a:pt x="7264" y="578"/>
                    </a:lnTo>
                    <a:lnTo>
                      <a:pt x="7271" y="579"/>
                    </a:lnTo>
                    <a:lnTo>
                      <a:pt x="7278" y="580"/>
                    </a:lnTo>
                    <a:lnTo>
                      <a:pt x="7291" y="579"/>
                    </a:lnTo>
                    <a:lnTo>
                      <a:pt x="7304" y="578"/>
                    </a:lnTo>
                    <a:lnTo>
                      <a:pt x="7315" y="577"/>
                    </a:lnTo>
                    <a:lnTo>
                      <a:pt x="7325" y="573"/>
                    </a:lnTo>
                    <a:lnTo>
                      <a:pt x="7329" y="635"/>
                    </a:lnTo>
                    <a:lnTo>
                      <a:pt x="7314" y="640"/>
                    </a:lnTo>
                    <a:lnTo>
                      <a:pt x="7296" y="644"/>
                    </a:lnTo>
                    <a:lnTo>
                      <a:pt x="7278" y="647"/>
                    </a:lnTo>
                    <a:lnTo>
                      <a:pt x="7257" y="648"/>
                    </a:lnTo>
                    <a:lnTo>
                      <a:pt x="7243" y="647"/>
                    </a:lnTo>
                    <a:lnTo>
                      <a:pt x="7230" y="644"/>
                    </a:lnTo>
                    <a:lnTo>
                      <a:pt x="7217" y="642"/>
                    </a:lnTo>
                    <a:lnTo>
                      <a:pt x="7206" y="638"/>
                    </a:lnTo>
                    <a:lnTo>
                      <a:pt x="7196" y="633"/>
                    </a:lnTo>
                    <a:lnTo>
                      <a:pt x="7185" y="627"/>
                    </a:lnTo>
                    <a:lnTo>
                      <a:pt x="7176" y="620"/>
                    </a:lnTo>
                    <a:lnTo>
                      <a:pt x="7168" y="612"/>
                    </a:lnTo>
                    <a:lnTo>
                      <a:pt x="7161" y="602"/>
                    </a:lnTo>
                    <a:lnTo>
                      <a:pt x="7155" y="591"/>
                    </a:lnTo>
                    <a:lnTo>
                      <a:pt x="7149" y="579"/>
                    </a:lnTo>
                    <a:lnTo>
                      <a:pt x="7145" y="565"/>
                    </a:lnTo>
                    <a:lnTo>
                      <a:pt x="7141" y="550"/>
                    </a:lnTo>
                    <a:lnTo>
                      <a:pt x="7139" y="532"/>
                    </a:lnTo>
                    <a:lnTo>
                      <a:pt x="7138" y="515"/>
                    </a:lnTo>
                    <a:lnTo>
                      <a:pt x="7137" y="495"/>
                    </a:lnTo>
                    <a:lnTo>
                      <a:pt x="7137" y="249"/>
                    </a:lnTo>
                    <a:lnTo>
                      <a:pt x="7068" y="249"/>
                    </a:lnTo>
                    <a:lnTo>
                      <a:pt x="7068" y="188"/>
                    </a:lnTo>
                    <a:lnTo>
                      <a:pt x="7137" y="188"/>
                    </a:lnTo>
                    <a:lnTo>
                      <a:pt x="7137" y="105"/>
                    </a:lnTo>
                    <a:close/>
                    <a:moveTo>
                      <a:pt x="7366" y="188"/>
                    </a:moveTo>
                    <a:lnTo>
                      <a:pt x="7455" y="188"/>
                    </a:lnTo>
                    <a:lnTo>
                      <a:pt x="7553" y="453"/>
                    </a:lnTo>
                    <a:lnTo>
                      <a:pt x="7560" y="474"/>
                    </a:lnTo>
                    <a:lnTo>
                      <a:pt x="7568" y="495"/>
                    </a:lnTo>
                    <a:lnTo>
                      <a:pt x="7575" y="519"/>
                    </a:lnTo>
                    <a:lnTo>
                      <a:pt x="7582" y="545"/>
                    </a:lnTo>
                    <a:lnTo>
                      <a:pt x="7584" y="545"/>
                    </a:lnTo>
                    <a:lnTo>
                      <a:pt x="7589" y="527"/>
                    </a:lnTo>
                    <a:lnTo>
                      <a:pt x="7595" y="507"/>
                    </a:lnTo>
                    <a:lnTo>
                      <a:pt x="7604" y="481"/>
                    </a:lnTo>
                    <a:lnTo>
                      <a:pt x="7613" y="451"/>
                    </a:lnTo>
                    <a:lnTo>
                      <a:pt x="7701" y="188"/>
                    </a:lnTo>
                    <a:lnTo>
                      <a:pt x="7788" y="188"/>
                    </a:lnTo>
                    <a:lnTo>
                      <a:pt x="7665" y="508"/>
                    </a:lnTo>
                    <a:lnTo>
                      <a:pt x="7654" y="537"/>
                    </a:lnTo>
                    <a:lnTo>
                      <a:pt x="7644" y="564"/>
                    </a:lnTo>
                    <a:lnTo>
                      <a:pt x="7632" y="590"/>
                    </a:lnTo>
                    <a:lnTo>
                      <a:pt x="7623" y="614"/>
                    </a:lnTo>
                    <a:lnTo>
                      <a:pt x="7613" y="635"/>
                    </a:lnTo>
                    <a:lnTo>
                      <a:pt x="7604" y="655"/>
                    </a:lnTo>
                    <a:lnTo>
                      <a:pt x="7595" y="672"/>
                    </a:lnTo>
                    <a:lnTo>
                      <a:pt x="7587" y="688"/>
                    </a:lnTo>
                    <a:lnTo>
                      <a:pt x="7578" y="704"/>
                    </a:lnTo>
                    <a:lnTo>
                      <a:pt x="7569" y="719"/>
                    </a:lnTo>
                    <a:lnTo>
                      <a:pt x="7559" y="733"/>
                    </a:lnTo>
                    <a:lnTo>
                      <a:pt x="7550" y="746"/>
                    </a:lnTo>
                    <a:lnTo>
                      <a:pt x="7541" y="759"/>
                    </a:lnTo>
                    <a:lnTo>
                      <a:pt x="7532" y="770"/>
                    </a:lnTo>
                    <a:lnTo>
                      <a:pt x="7521" y="780"/>
                    </a:lnTo>
                    <a:lnTo>
                      <a:pt x="7512" y="790"/>
                    </a:lnTo>
                    <a:lnTo>
                      <a:pt x="7500" y="800"/>
                    </a:lnTo>
                    <a:lnTo>
                      <a:pt x="7487" y="809"/>
                    </a:lnTo>
                    <a:lnTo>
                      <a:pt x="7474" y="817"/>
                    </a:lnTo>
                    <a:lnTo>
                      <a:pt x="7462" y="825"/>
                    </a:lnTo>
                    <a:lnTo>
                      <a:pt x="7450" y="831"/>
                    </a:lnTo>
                    <a:lnTo>
                      <a:pt x="7437" y="835"/>
                    </a:lnTo>
                    <a:lnTo>
                      <a:pt x="7424" y="839"/>
                    </a:lnTo>
                    <a:lnTo>
                      <a:pt x="7412" y="842"/>
                    </a:lnTo>
                    <a:lnTo>
                      <a:pt x="7391" y="773"/>
                    </a:lnTo>
                    <a:lnTo>
                      <a:pt x="7409" y="766"/>
                    </a:lnTo>
                    <a:lnTo>
                      <a:pt x="7428" y="758"/>
                    </a:lnTo>
                    <a:lnTo>
                      <a:pt x="7445" y="746"/>
                    </a:lnTo>
                    <a:lnTo>
                      <a:pt x="7463" y="733"/>
                    </a:lnTo>
                    <a:lnTo>
                      <a:pt x="7473" y="725"/>
                    </a:lnTo>
                    <a:lnTo>
                      <a:pt x="7482" y="714"/>
                    </a:lnTo>
                    <a:lnTo>
                      <a:pt x="7493" y="704"/>
                    </a:lnTo>
                    <a:lnTo>
                      <a:pt x="7501" y="693"/>
                    </a:lnTo>
                    <a:lnTo>
                      <a:pt x="7509" y="682"/>
                    </a:lnTo>
                    <a:lnTo>
                      <a:pt x="7517" y="669"/>
                    </a:lnTo>
                    <a:lnTo>
                      <a:pt x="7525" y="656"/>
                    </a:lnTo>
                    <a:lnTo>
                      <a:pt x="7531" y="642"/>
                    </a:lnTo>
                    <a:lnTo>
                      <a:pt x="7536" y="631"/>
                    </a:lnTo>
                    <a:lnTo>
                      <a:pt x="7538" y="623"/>
                    </a:lnTo>
                    <a:lnTo>
                      <a:pt x="7536" y="615"/>
                    </a:lnTo>
                    <a:lnTo>
                      <a:pt x="7532" y="601"/>
                    </a:lnTo>
                    <a:lnTo>
                      <a:pt x="7366" y="188"/>
                    </a:lnTo>
                    <a:close/>
                    <a:moveTo>
                      <a:pt x="7898" y="648"/>
                    </a:moveTo>
                    <a:lnTo>
                      <a:pt x="7896" y="648"/>
                    </a:lnTo>
                    <a:lnTo>
                      <a:pt x="7890" y="647"/>
                    </a:lnTo>
                    <a:lnTo>
                      <a:pt x="7885" y="647"/>
                    </a:lnTo>
                    <a:lnTo>
                      <a:pt x="7880" y="644"/>
                    </a:lnTo>
                    <a:lnTo>
                      <a:pt x="7875" y="642"/>
                    </a:lnTo>
                    <a:lnTo>
                      <a:pt x="7871" y="640"/>
                    </a:lnTo>
                    <a:lnTo>
                      <a:pt x="7866" y="637"/>
                    </a:lnTo>
                    <a:lnTo>
                      <a:pt x="7862" y="634"/>
                    </a:lnTo>
                    <a:lnTo>
                      <a:pt x="7857" y="630"/>
                    </a:lnTo>
                    <a:lnTo>
                      <a:pt x="7854" y="626"/>
                    </a:lnTo>
                    <a:lnTo>
                      <a:pt x="7851" y="622"/>
                    </a:lnTo>
                    <a:lnTo>
                      <a:pt x="7848" y="617"/>
                    </a:lnTo>
                    <a:lnTo>
                      <a:pt x="7846" y="612"/>
                    </a:lnTo>
                    <a:lnTo>
                      <a:pt x="7844" y="600"/>
                    </a:lnTo>
                    <a:lnTo>
                      <a:pt x="7843" y="589"/>
                    </a:lnTo>
                    <a:lnTo>
                      <a:pt x="7843" y="583"/>
                    </a:lnTo>
                    <a:lnTo>
                      <a:pt x="7844" y="577"/>
                    </a:lnTo>
                    <a:lnTo>
                      <a:pt x="7845" y="571"/>
                    </a:lnTo>
                    <a:lnTo>
                      <a:pt x="7846" y="565"/>
                    </a:lnTo>
                    <a:lnTo>
                      <a:pt x="7849" y="560"/>
                    </a:lnTo>
                    <a:lnTo>
                      <a:pt x="7851" y="556"/>
                    </a:lnTo>
                    <a:lnTo>
                      <a:pt x="7854" y="551"/>
                    </a:lnTo>
                    <a:lnTo>
                      <a:pt x="7858" y="547"/>
                    </a:lnTo>
                    <a:lnTo>
                      <a:pt x="7863" y="543"/>
                    </a:lnTo>
                    <a:lnTo>
                      <a:pt x="7867" y="540"/>
                    </a:lnTo>
                    <a:lnTo>
                      <a:pt x="7872" y="536"/>
                    </a:lnTo>
                    <a:lnTo>
                      <a:pt x="7876" y="534"/>
                    </a:lnTo>
                    <a:lnTo>
                      <a:pt x="7881" y="532"/>
                    </a:lnTo>
                    <a:lnTo>
                      <a:pt x="7887" y="531"/>
                    </a:lnTo>
                    <a:lnTo>
                      <a:pt x="7892" y="530"/>
                    </a:lnTo>
                    <a:lnTo>
                      <a:pt x="7899" y="530"/>
                    </a:lnTo>
                    <a:lnTo>
                      <a:pt x="7905" y="530"/>
                    </a:lnTo>
                    <a:lnTo>
                      <a:pt x="7910" y="531"/>
                    </a:lnTo>
                    <a:lnTo>
                      <a:pt x="7915" y="532"/>
                    </a:lnTo>
                    <a:lnTo>
                      <a:pt x="7920" y="534"/>
                    </a:lnTo>
                    <a:lnTo>
                      <a:pt x="7925" y="536"/>
                    </a:lnTo>
                    <a:lnTo>
                      <a:pt x="7929" y="540"/>
                    </a:lnTo>
                    <a:lnTo>
                      <a:pt x="7933" y="543"/>
                    </a:lnTo>
                    <a:lnTo>
                      <a:pt x="7938" y="547"/>
                    </a:lnTo>
                    <a:lnTo>
                      <a:pt x="7942" y="551"/>
                    </a:lnTo>
                    <a:lnTo>
                      <a:pt x="7945" y="555"/>
                    </a:lnTo>
                    <a:lnTo>
                      <a:pt x="7947" y="560"/>
                    </a:lnTo>
                    <a:lnTo>
                      <a:pt x="7949" y="565"/>
                    </a:lnTo>
                    <a:lnTo>
                      <a:pt x="7951" y="570"/>
                    </a:lnTo>
                    <a:lnTo>
                      <a:pt x="7952" y="577"/>
                    </a:lnTo>
                    <a:lnTo>
                      <a:pt x="7953" y="583"/>
                    </a:lnTo>
                    <a:lnTo>
                      <a:pt x="7953" y="589"/>
                    </a:lnTo>
                    <a:lnTo>
                      <a:pt x="7952" y="600"/>
                    </a:lnTo>
                    <a:lnTo>
                      <a:pt x="7949" y="612"/>
                    </a:lnTo>
                    <a:lnTo>
                      <a:pt x="7947" y="617"/>
                    </a:lnTo>
                    <a:lnTo>
                      <a:pt x="7945" y="622"/>
                    </a:lnTo>
                    <a:lnTo>
                      <a:pt x="7942" y="626"/>
                    </a:lnTo>
                    <a:lnTo>
                      <a:pt x="7938" y="630"/>
                    </a:lnTo>
                    <a:lnTo>
                      <a:pt x="7933" y="634"/>
                    </a:lnTo>
                    <a:lnTo>
                      <a:pt x="7929" y="637"/>
                    </a:lnTo>
                    <a:lnTo>
                      <a:pt x="7925" y="640"/>
                    </a:lnTo>
                    <a:lnTo>
                      <a:pt x="7920" y="642"/>
                    </a:lnTo>
                    <a:lnTo>
                      <a:pt x="7915" y="644"/>
                    </a:lnTo>
                    <a:lnTo>
                      <a:pt x="7909" y="647"/>
                    </a:lnTo>
                    <a:lnTo>
                      <a:pt x="7904" y="647"/>
                    </a:lnTo>
                    <a:lnTo>
                      <a:pt x="7898" y="648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yriad Pro"/>
                </a:endParaRPr>
              </a:p>
            </p:txBody>
          </p:sp>
        </p:grpSp>
        <p:sp>
          <p:nvSpPr>
            <p:cNvPr id="31" name="Freeform 30"/>
            <p:cNvSpPr>
              <a:spLocks noEditPoints="1"/>
            </p:cNvSpPr>
            <p:nvPr userDrawn="1"/>
          </p:nvSpPr>
          <p:spPr bwMode="auto">
            <a:xfrm>
              <a:off x="283754" y="246870"/>
              <a:ext cx="363379" cy="90524"/>
            </a:xfrm>
            <a:custGeom>
              <a:avLst/>
              <a:gdLst/>
              <a:ahLst/>
              <a:cxnLst>
                <a:cxn ang="0">
                  <a:pos x="598" y="179"/>
                </a:cxn>
                <a:cxn ang="0">
                  <a:pos x="598" y="0"/>
                </a:cxn>
                <a:cxn ang="0">
                  <a:pos x="524" y="0"/>
                </a:cxn>
                <a:cxn ang="0">
                  <a:pos x="449" y="0"/>
                </a:cxn>
                <a:cxn ang="0">
                  <a:pos x="374" y="0"/>
                </a:cxn>
                <a:cxn ang="0">
                  <a:pos x="299" y="0"/>
                </a:cxn>
                <a:cxn ang="0">
                  <a:pos x="224" y="0"/>
                </a:cxn>
                <a:cxn ang="0">
                  <a:pos x="150" y="0"/>
                </a:cxn>
                <a:cxn ang="0">
                  <a:pos x="75" y="0"/>
                </a:cxn>
                <a:cxn ang="0">
                  <a:pos x="0" y="0"/>
                </a:cxn>
                <a:cxn ang="0">
                  <a:pos x="0" y="179"/>
                </a:cxn>
                <a:cxn ang="0">
                  <a:pos x="176" y="179"/>
                </a:cxn>
                <a:cxn ang="0">
                  <a:pos x="176" y="621"/>
                </a:cxn>
                <a:cxn ang="0">
                  <a:pos x="423" y="621"/>
                </a:cxn>
                <a:cxn ang="0">
                  <a:pos x="423" y="179"/>
                </a:cxn>
                <a:cxn ang="0">
                  <a:pos x="598" y="179"/>
                </a:cxn>
                <a:cxn ang="0">
                  <a:pos x="907" y="250"/>
                </a:cxn>
                <a:cxn ang="0">
                  <a:pos x="781" y="621"/>
                </a:cxn>
                <a:cxn ang="0">
                  <a:pos x="539" y="621"/>
                </a:cxn>
                <a:cxn ang="0">
                  <a:pos x="776" y="0"/>
                </a:cxn>
                <a:cxn ang="0">
                  <a:pos x="809" y="0"/>
                </a:cxn>
                <a:cxn ang="0">
                  <a:pos x="842" y="0"/>
                </a:cxn>
                <a:cxn ang="0">
                  <a:pos x="874" y="0"/>
                </a:cxn>
                <a:cxn ang="0">
                  <a:pos x="907" y="0"/>
                </a:cxn>
                <a:cxn ang="0">
                  <a:pos x="939" y="0"/>
                </a:cxn>
                <a:cxn ang="0">
                  <a:pos x="972" y="0"/>
                </a:cxn>
                <a:cxn ang="0">
                  <a:pos x="1005" y="0"/>
                </a:cxn>
                <a:cxn ang="0">
                  <a:pos x="1038" y="0"/>
                </a:cxn>
                <a:cxn ang="0">
                  <a:pos x="1275" y="621"/>
                </a:cxn>
                <a:cxn ang="0">
                  <a:pos x="1033" y="621"/>
                </a:cxn>
                <a:cxn ang="0">
                  <a:pos x="907" y="250"/>
                </a:cxn>
                <a:cxn ang="0">
                  <a:pos x="1814" y="179"/>
                </a:cxn>
                <a:cxn ang="0">
                  <a:pos x="1814" y="0"/>
                </a:cxn>
                <a:cxn ang="0">
                  <a:pos x="1740" y="0"/>
                </a:cxn>
                <a:cxn ang="0">
                  <a:pos x="1665" y="0"/>
                </a:cxn>
                <a:cxn ang="0">
                  <a:pos x="1590" y="0"/>
                </a:cxn>
                <a:cxn ang="0">
                  <a:pos x="1515" y="0"/>
                </a:cxn>
                <a:cxn ang="0">
                  <a:pos x="1440" y="0"/>
                </a:cxn>
                <a:cxn ang="0">
                  <a:pos x="1366" y="0"/>
                </a:cxn>
                <a:cxn ang="0">
                  <a:pos x="1291" y="0"/>
                </a:cxn>
                <a:cxn ang="0">
                  <a:pos x="1216" y="0"/>
                </a:cxn>
                <a:cxn ang="0">
                  <a:pos x="1216" y="179"/>
                </a:cxn>
                <a:cxn ang="0">
                  <a:pos x="1391" y="179"/>
                </a:cxn>
                <a:cxn ang="0">
                  <a:pos x="1391" y="621"/>
                </a:cxn>
                <a:cxn ang="0">
                  <a:pos x="1639" y="621"/>
                </a:cxn>
                <a:cxn ang="0">
                  <a:pos x="1639" y="179"/>
                </a:cxn>
                <a:cxn ang="0">
                  <a:pos x="1814" y="179"/>
                </a:cxn>
                <a:cxn ang="0">
                  <a:pos x="2123" y="250"/>
                </a:cxn>
                <a:cxn ang="0">
                  <a:pos x="1996" y="621"/>
                </a:cxn>
                <a:cxn ang="0">
                  <a:pos x="1754" y="621"/>
                </a:cxn>
                <a:cxn ang="0">
                  <a:pos x="1991" y="0"/>
                </a:cxn>
                <a:cxn ang="0">
                  <a:pos x="2024" y="0"/>
                </a:cxn>
                <a:cxn ang="0">
                  <a:pos x="2057" y="0"/>
                </a:cxn>
                <a:cxn ang="0">
                  <a:pos x="2090" y="0"/>
                </a:cxn>
                <a:cxn ang="0">
                  <a:pos x="2123" y="0"/>
                </a:cxn>
                <a:cxn ang="0">
                  <a:pos x="2155" y="0"/>
                </a:cxn>
                <a:cxn ang="0">
                  <a:pos x="2188" y="0"/>
                </a:cxn>
                <a:cxn ang="0">
                  <a:pos x="2220" y="0"/>
                </a:cxn>
                <a:cxn ang="0">
                  <a:pos x="2253" y="0"/>
                </a:cxn>
                <a:cxn ang="0">
                  <a:pos x="2491" y="621"/>
                </a:cxn>
                <a:cxn ang="0">
                  <a:pos x="2248" y="621"/>
                </a:cxn>
                <a:cxn ang="0">
                  <a:pos x="2123" y="250"/>
                </a:cxn>
              </a:cxnLst>
              <a:rect l="0" t="0" r="r" b="b"/>
              <a:pathLst>
                <a:path w="2491" h="621">
                  <a:moveTo>
                    <a:pt x="598" y="179"/>
                  </a:moveTo>
                  <a:lnTo>
                    <a:pt x="598" y="0"/>
                  </a:lnTo>
                  <a:lnTo>
                    <a:pt x="524" y="0"/>
                  </a:lnTo>
                  <a:lnTo>
                    <a:pt x="449" y="0"/>
                  </a:lnTo>
                  <a:lnTo>
                    <a:pt x="374" y="0"/>
                  </a:lnTo>
                  <a:lnTo>
                    <a:pt x="299" y="0"/>
                  </a:lnTo>
                  <a:lnTo>
                    <a:pt x="224" y="0"/>
                  </a:lnTo>
                  <a:lnTo>
                    <a:pt x="150" y="0"/>
                  </a:lnTo>
                  <a:lnTo>
                    <a:pt x="75" y="0"/>
                  </a:lnTo>
                  <a:lnTo>
                    <a:pt x="0" y="0"/>
                  </a:lnTo>
                  <a:lnTo>
                    <a:pt x="0" y="179"/>
                  </a:lnTo>
                  <a:lnTo>
                    <a:pt x="176" y="179"/>
                  </a:lnTo>
                  <a:lnTo>
                    <a:pt x="176" y="621"/>
                  </a:lnTo>
                  <a:lnTo>
                    <a:pt x="423" y="621"/>
                  </a:lnTo>
                  <a:lnTo>
                    <a:pt x="423" y="179"/>
                  </a:lnTo>
                  <a:lnTo>
                    <a:pt x="598" y="179"/>
                  </a:lnTo>
                  <a:close/>
                  <a:moveTo>
                    <a:pt x="907" y="250"/>
                  </a:moveTo>
                  <a:lnTo>
                    <a:pt x="781" y="621"/>
                  </a:lnTo>
                  <a:lnTo>
                    <a:pt x="539" y="621"/>
                  </a:lnTo>
                  <a:lnTo>
                    <a:pt x="776" y="0"/>
                  </a:lnTo>
                  <a:lnTo>
                    <a:pt x="809" y="0"/>
                  </a:lnTo>
                  <a:lnTo>
                    <a:pt x="842" y="0"/>
                  </a:lnTo>
                  <a:lnTo>
                    <a:pt x="874" y="0"/>
                  </a:lnTo>
                  <a:lnTo>
                    <a:pt x="907" y="0"/>
                  </a:lnTo>
                  <a:lnTo>
                    <a:pt x="939" y="0"/>
                  </a:lnTo>
                  <a:lnTo>
                    <a:pt x="972" y="0"/>
                  </a:lnTo>
                  <a:lnTo>
                    <a:pt x="1005" y="0"/>
                  </a:lnTo>
                  <a:lnTo>
                    <a:pt x="1038" y="0"/>
                  </a:lnTo>
                  <a:lnTo>
                    <a:pt x="1275" y="621"/>
                  </a:lnTo>
                  <a:lnTo>
                    <a:pt x="1033" y="621"/>
                  </a:lnTo>
                  <a:lnTo>
                    <a:pt x="907" y="250"/>
                  </a:lnTo>
                  <a:close/>
                  <a:moveTo>
                    <a:pt x="1814" y="179"/>
                  </a:moveTo>
                  <a:lnTo>
                    <a:pt x="1814" y="0"/>
                  </a:lnTo>
                  <a:lnTo>
                    <a:pt x="1740" y="0"/>
                  </a:lnTo>
                  <a:lnTo>
                    <a:pt x="1665" y="0"/>
                  </a:lnTo>
                  <a:lnTo>
                    <a:pt x="1590" y="0"/>
                  </a:lnTo>
                  <a:lnTo>
                    <a:pt x="1515" y="0"/>
                  </a:lnTo>
                  <a:lnTo>
                    <a:pt x="1440" y="0"/>
                  </a:lnTo>
                  <a:lnTo>
                    <a:pt x="1366" y="0"/>
                  </a:lnTo>
                  <a:lnTo>
                    <a:pt x="1291" y="0"/>
                  </a:lnTo>
                  <a:lnTo>
                    <a:pt x="1216" y="0"/>
                  </a:lnTo>
                  <a:lnTo>
                    <a:pt x="1216" y="179"/>
                  </a:lnTo>
                  <a:lnTo>
                    <a:pt x="1391" y="179"/>
                  </a:lnTo>
                  <a:lnTo>
                    <a:pt x="1391" y="621"/>
                  </a:lnTo>
                  <a:lnTo>
                    <a:pt x="1639" y="621"/>
                  </a:lnTo>
                  <a:lnTo>
                    <a:pt x="1639" y="179"/>
                  </a:lnTo>
                  <a:lnTo>
                    <a:pt x="1814" y="179"/>
                  </a:lnTo>
                  <a:close/>
                  <a:moveTo>
                    <a:pt x="2123" y="250"/>
                  </a:moveTo>
                  <a:lnTo>
                    <a:pt x="1996" y="621"/>
                  </a:lnTo>
                  <a:lnTo>
                    <a:pt x="1754" y="621"/>
                  </a:lnTo>
                  <a:lnTo>
                    <a:pt x="1991" y="0"/>
                  </a:lnTo>
                  <a:lnTo>
                    <a:pt x="2024" y="0"/>
                  </a:lnTo>
                  <a:lnTo>
                    <a:pt x="2057" y="0"/>
                  </a:lnTo>
                  <a:lnTo>
                    <a:pt x="2090" y="0"/>
                  </a:lnTo>
                  <a:lnTo>
                    <a:pt x="2123" y="0"/>
                  </a:lnTo>
                  <a:lnTo>
                    <a:pt x="2155" y="0"/>
                  </a:lnTo>
                  <a:lnTo>
                    <a:pt x="2188" y="0"/>
                  </a:lnTo>
                  <a:lnTo>
                    <a:pt x="2220" y="0"/>
                  </a:lnTo>
                  <a:lnTo>
                    <a:pt x="2253" y="0"/>
                  </a:lnTo>
                  <a:lnTo>
                    <a:pt x="2491" y="621"/>
                  </a:lnTo>
                  <a:lnTo>
                    <a:pt x="2248" y="621"/>
                  </a:lnTo>
                  <a:lnTo>
                    <a:pt x="2123" y="25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/>
                </a:solidFill>
                <a:latin typeface="Myriad Pro"/>
              </a:endParaRPr>
            </a:p>
          </p:txBody>
        </p:sp>
      </p:grpSp>
      <p:sp>
        <p:nvSpPr>
          <p:cNvPr id="180" name="Freeform 179"/>
          <p:cNvSpPr>
            <a:spLocks/>
          </p:cNvSpPr>
          <p:nvPr userDrawn="1"/>
        </p:nvSpPr>
        <p:spPr bwMode="auto">
          <a:xfrm>
            <a:off x="5493772" y="4929320"/>
            <a:ext cx="55494" cy="77438"/>
          </a:xfrm>
          <a:custGeom>
            <a:avLst/>
            <a:gdLst>
              <a:gd name="connsiteX0" fmla="*/ 26144 w 55494"/>
              <a:gd name="connsiteY0" fmla="*/ 0 h 77438"/>
              <a:gd name="connsiteX1" fmla="*/ 55494 w 55494"/>
              <a:gd name="connsiteY1" fmla="*/ 77438 h 77438"/>
              <a:gd name="connsiteX2" fmla="*/ 7991 w 55494"/>
              <a:gd name="connsiteY2" fmla="*/ 77438 h 77438"/>
              <a:gd name="connsiteX3" fmla="*/ 0 w 55494"/>
              <a:gd name="connsiteY3" fmla="*/ 53814 h 77438"/>
              <a:gd name="connsiteX4" fmla="*/ 26144 w 55494"/>
              <a:gd name="connsiteY4" fmla="*/ 0 h 77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494" h="77438">
                <a:moveTo>
                  <a:pt x="26144" y="0"/>
                </a:moveTo>
                <a:lnTo>
                  <a:pt x="55494" y="77438"/>
                </a:lnTo>
                <a:lnTo>
                  <a:pt x="7991" y="77438"/>
                </a:lnTo>
                <a:lnTo>
                  <a:pt x="0" y="53814"/>
                </a:lnTo>
                <a:lnTo>
                  <a:pt x="26144" y="0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181" name="Freeform 180"/>
          <p:cNvSpPr>
            <a:spLocks/>
          </p:cNvSpPr>
          <p:nvPr userDrawn="1"/>
        </p:nvSpPr>
        <p:spPr bwMode="auto">
          <a:xfrm>
            <a:off x="5452275" y="5020099"/>
            <a:ext cx="83651" cy="123400"/>
          </a:xfrm>
          <a:custGeom>
            <a:avLst/>
            <a:gdLst>
              <a:gd name="connsiteX0" fmla="*/ 23538 w 83651"/>
              <a:gd name="connsiteY0" fmla="*/ 0 h 123400"/>
              <a:gd name="connsiteX1" fmla="*/ 24636 w 83651"/>
              <a:gd name="connsiteY1" fmla="*/ 0 h 123400"/>
              <a:gd name="connsiteX2" fmla="*/ 39160 w 83651"/>
              <a:gd name="connsiteY2" fmla="*/ 0 h 123400"/>
              <a:gd name="connsiteX3" fmla="*/ 54236 w 83651"/>
              <a:gd name="connsiteY3" fmla="*/ 0 h 123400"/>
              <a:gd name="connsiteX4" fmla="*/ 68760 w 83651"/>
              <a:gd name="connsiteY4" fmla="*/ 0 h 123400"/>
              <a:gd name="connsiteX5" fmla="*/ 83651 w 83651"/>
              <a:gd name="connsiteY5" fmla="*/ 0 h 123400"/>
              <a:gd name="connsiteX6" fmla="*/ 83651 w 83651"/>
              <a:gd name="connsiteY6" fmla="*/ 35575 h 123400"/>
              <a:gd name="connsiteX7" fmla="*/ 48904 w 83651"/>
              <a:gd name="connsiteY7" fmla="*/ 35575 h 123400"/>
              <a:gd name="connsiteX8" fmla="*/ 48904 w 83651"/>
              <a:gd name="connsiteY8" fmla="*/ 123400 h 123400"/>
              <a:gd name="connsiteX9" fmla="*/ 0 w 83651"/>
              <a:gd name="connsiteY9" fmla="*/ 123400 h 123400"/>
              <a:gd name="connsiteX10" fmla="*/ 0 w 83651"/>
              <a:gd name="connsiteY10" fmla="*/ 48448 h 123400"/>
              <a:gd name="connsiteX11" fmla="*/ 23538 w 83651"/>
              <a:gd name="connsiteY11" fmla="*/ 0 h 12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3651" h="123400">
                <a:moveTo>
                  <a:pt x="23538" y="0"/>
                </a:moveTo>
                <a:lnTo>
                  <a:pt x="24636" y="0"/>
                </a:lnTo>
                <a:lnTo>
                  <a:pt x="39160" y="0"/>
                </a:lnTo>
                <a:lnTo>
                  <a:pt x="54236" y="0"/>
                </a:lnTo>
                <a:lnTo>
                  <a:pt x="68760" y="0"/>
                </a:lnTo>
                <a:lnTo>
                  <a:pt x="83651" y="0"/>
                </a:lnTo>
                <a:lnTo>
                  <a:pt x="83651" y="35575"/>
                </a:lnTo>
                <a:lnTo>
                  <a:pt x="48904" y="35575"/>
                </a:lnTo>
                <a:lnTo>
                  <a:pt x="48904" y="123400"/>
                </a:lnTo>
                <a:lnTo>
                  <a:pt x="0" y="123400"/>
                </a:lnTo>
                <a:lnTo>
                  <a:pt x="0" y="48448"/>
                </a:lnTo>
                <a:lnTo>
                  <a:pt x="23538" y="0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182" name="Freeform 181"/>
          <p:cNvSpPr>
            <a:spLocks/>
          </p:cNvSpPr>
          <p:nvPr userDrawn="1"/>
        </p:nvSpPr>
        <p:spPr bwMode="auto">
          <a:xfrm>
            <a:off x="5404187" y="4975836"/>
            <a:ext cx="11674" cy="30922"/>
          </a:xfrm>
          <a:custGeom>
            <a:avLst/>
            <a:gdLst>
              <a:gd name="connsiteX0" fmla="*/ 11674 w 11674"/>
              <a:gd name="connsiteY0" fmla="*/ 0 h 30922"/>
              <a:gd name="connsiteX1" fmla="*/ 11674 w 11674"/>
              <a:gd name="connsiteY1" fmla="*/ 30922 h 30922"/>
              <a:gd name="connsiteX2" fmla="*/ 0 w 11674"/>
              <a:gd name="connsiteY2" fmla="*/ 30922 h 30922"/>
              <a:gd name="connsiteX3" fmla="*/ 11674 w 11674"/>
              <a:gd name="connsiteY3" fmla="*/ 0 h 30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" h="30922">
                <a:moveTo>
                  <a:pt x="11674" y="0"/>
                </a:moveTo>
                <a:lnTo>
                  <a:pt x="11674" y="30922"/>
                </a:lnTo>
                <a:lnTo>
                  <a:pt x="0" y="30922"/>
                </a:lnTo>
                <a:lnTo>
                  <a:pt x="11674" y="0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183" name="Freeform 123"/>
          <p:cNvSpPr>
            <a:spLocks/>
          </p:cNvSpPr>
          <p:nvPr userDrawn="1"/>
        </p:nvSpPr>
        <p:spPr bwMode="auto">
          <a:xfrm>
            <a:off x="5524252" y="5020099"/>
            <a:ext cx="145079" cy="123400"/>
          </a:xfrm>
          <a:custGeom>
            <a:avLst/>
            <a:gdLst>
              <a:gd name="T0" fmla="*/ 395 w 791"/>
              <a:gd name="T1" fmla="*/ 267 h 666"/>
              <a:gd name="T2" fmla="*/ 259 w 791"/>
              <a:gd name="T3" fmla="*/ 666 h 666"/>
              <a:gd name="T4" fmla="*/ 0 w 791"/>
              <a:gd name="T5" fmla="*/ 666 h 666"/>
              <a:gd name="T6" fmla="*/ 255 w 791"/>
              <a:gd name="T7" fmla="*/ 0 h 666"/>
              <a:gd name="T8" fmla="*/ 291 w 791"/>
              <a:gd name="T9" fmla="*/ 0 h 666"/>
              <a:gd name="T10" fmla="*/ 325 w 791"/>
              <a:gd name="T11" fmla="*/ 0 h 666"/>
              <a:gd name="T12" fmla="*/ 361 w 791"/>
              <a:gd name="T13" fmla="*/ 0 h 666"/>
              <a:gd name="T14" fmla="*/ 395 w 791"/>
              <a:gd name="T15" fmla="*/ 0 h 666"/>
              <a:gd name="T16" fmla="*/ 431 w 791"/>
              <a:gd name="T17" fmla="*/ 0 h 666"/>
              <a:gd name="T18" fmla="*/ 465 w 791"/>
              <a:gd name="T19" fmla="*/ 0 h 666"/>
              <a:gd name="T20" fmla="*/ 501 w 791"/>
              <a:gd name="T21" fmla="*/ 0 h 666"/>
              <a:gd name="T22" fmla="*/ 537 w 791"/>
              <a:gd name="T23" fmla="*/ 0 h 666"/>
              <a:gd name="T24" fmla="*/ 791 w 791"/>
              <a:gd name="T25" fmla="*/ 666 h 666"/>
              <a:gd name="T26" fmla="*/ 531 w 791"/>
              <a:gd name="T27" fmla="*/ 666 h 666"/>
              <a:gd name="T28" fmla="*/ 395 w 791"/>
              <a:gd name="T29" fmla="*/ 267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5" y="267"/>
                </a:moveTo>
                <a:lnTo>
                  <a:pt x="259" y="666"/>
                </a:lnTo>
                <a:lnTo>
                  <a:pt x="0" y="666"/>
                </a:lnTo>
                <a:lnTo>
                  <a:pt x="255" y="0"/>
                </a:lnTo>
                <a:lnTo>
                  <a:pt x="291" y="0"/>
                </a:lnTo>
                <a:lnTo>
                  <a:pt x="325" y="0"/>
                </a:lnTo>
                <a:lnTo>
                  <a:pt x="361" y="0"/>
                </a:lnTo>
                <a:lnTo>
                  <a:pt x="395" y="0"/>
                </a:lnTo>
                <a:lnTo>
                  <a:pt x="431" y="0"/>
                </a:lnTo>
                <a:lnTo>
                  <a:pt x="465" y="0"/>
                </a:lnTo>
                <a:lnTo>
                  <a:pt x="501" y="0"/>
                </a:lnTo>
                <a:lnTo>
                  <a:pt x="537" y="0"/>
                </a:lnTo>
                <a:lnTo>
                  <a:pt x="791" y="666"/>
                </a:lnTo>
                <a:lnTo>
                  <a:pt x="531" y="666"/>
                </a:lnTo>
                <a:lnTo>
                  <a:pt x="395" y="267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184" name="Freeform 183"/>
          <p:cNvSpPr>
            <a:spLocks/>
          </p:cNvSpPr>
          <p:nvPr userDrawn="1"/>
        </p:nvSpPr>
        <p:spPr bwMode="auto">
          <a:xfrm>
            <a:off x="5415862" y="4883358"/>
            <a:ext cx="104054" cy="123400"/>
          </a:xfrm>
          <a:custGeom>
            <a:avLst/>
            <a:gdLst>
              <a:gd name="connsiteX0" fmla="*/ 34912 w 104054"/>
              <a:gd name="connsiteY0" fmla="*/ 0 h 123400"/>
              <a:gd name="connsiteX1" fmla="*/ 41515 w 104054"/>
              <a:gd name="connsiteY1" fmla="*/ 0 h 123400"/>
              <a:gd name="connsiteX2" fmla="*/ 48118 w 104054"/>
              <a:gd name="connsiteY2" fmla="*/ 0 h 123400"/>
              <a:gd name="connsiteX3" fmla="*/ 54354 w 104054"/>
              <a:gd name="connsiteY3" fmla="*/ 0 h 123400"/>
              <a:gd name="connsiteX4" fmla="*/ 60956 w 104054"/>
              <a:gd name="connsiteY4" fmla="*/ 0 h 123400"/>
              <a:gd name="connsiteX5" fmla="*/ 67192 w 104054"/>
              <a:gd name="connsiteY5" fmla="*/ 0 h 123400"/>
              <a:gd name="connsiteX6" fmla="*/ 73795 w 104054"/>
              <a:gd name="connsiteY6" fmla="*/ 0 h 123400"/>
              <a:gd name="connsiteX7" fmla="*/ 80031 w 104054"/>
              <a:gd name="connsiteY7" fmla="*/ 0 h 123400"/>
              <a:gd name="connsiteX8" fmla="*/ 86634 w 104054"/>
              <a:gd name="connsiteY8" fmla="*/ 0 h 123400"/>
              <a:gd name="connsiteX9" fmla="*/ 104054 w 104054"/>
              <a:gd name="connsiteY9" fmla="*/ 45962 h 123400"/>
              <a:gd name="connsiteX10" fmla="*/ 77910 w 104054"/>
              <a:gd name="connsiteY10" fmla="*/ 99776 h 123400"/>
              <a:gd name="connsiteX11" fmla="*/ 60956 w 104054"/>
              <a:gd name="connsiteY11" fmla="*/ 49657 h 123400"/>
              <a:gd name="connsiteX12" fmla="*/ 36012 w 104054"/>
              <a:gd name="connsiteY12" fmla="*/ 123400 h 123400"/>
              <a:gd name="connsiteX13" fmla="*/ 0 w 104054"/>
              <a:gd name="connsiteY13" fmla="*/ 123400 h 123400"/>
              <a:gd name="connsiteX14" fmla="*/ 0 w 104054"/>
              <a:gd name="connsiteY14" fmla="*/ 92475 h 123400"/>
              <a:gd name="connsiteX15" fmla="*/ 34912 w 104054"/>
              <a:gd name="connsiteY15" fmla="*/ 0 h 12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4054" h="123400">
                <a:moveTo>
                  <a:pt x="34912" y="0"/>
                </a:moveTo>
                <a:lnTo>
                  <a:pt x="41515" y="0"/>
                </a:lnTo>
                <a:lnTo>
                  <a:pt x="48118" y="0"/>
                </a:lnTo>
                <a:lnTo>
                  <a:pt x="54354" y="0"/>
                </a:lnTo>
                <a:lnTo>
                  <a:pt x="60956" y="0"/>
                </a:lnTo>
                <a:lnTo>
                  <a:pt x="67192" y="0"/>
                </a:lnTo>
                <a:lnTo>
                  <a:pt x="73795" y="0"/>
                </a:lnTo>
                <a:lnTo>
                  <a:pt x="80031" y="0"/>
                </a:lnTo>
                <a:lnTo>
                  <a:pt x="86634" y="0"/>
                </a:lnTo>
                <a:lnTo>
                  <a:pt x="104054" y="45962"/>
                </a:lnTo>
                <a:lnTo>
                  <a:pt x="77910" y="99776"/>
                </a:lnTo>
                <a:lnTo>
                  <a:pt x="60956" y="49657"/>
                </a:lnTo>
                <a:lnTo>
                  <a:pt x="36012" y="123400"/>
                </a:lnTo>
                <a:lnTo>
                  <a:pt x="0" y="123400"/>
                </a:lnTo>
                <a:lnTo>
                  <a:pt x="0" y="92475"/>
                </a:lnTo>
                <a:lnTo>
                  <a:pt x="34912" y="0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185" name="Freeform 184"/>
          <p:cNvSpPr>
            <a:spLocks/>
          </p:cNvSpPr>
          <p:nvPr userDrawn="1"/>
        </p:nvSpPr>
        <p:spPr bwMode="auto">
          <a:xfrm>
            <a:off x="5417528" y="5020099"/>
            <a:ext cx="58285" cy="48448"/>
          </a:xfrm>
          <a:custGeom>
            <a:avLst/>
            <a:gdLst>
              <a:gd name="connsiteX0" fmla="*/ 0 w 58285"/>
              <a:gd name="connsiteY0" fmla="*/ 0 h 48448"/>
              <a:gd name="connsiteX1" fmla="*/ 14892 w 58285"/>
              <a:gd name="connsiteY1" fmla="*/ 0 h 48448"/>
              <a:gd name="connsiteX2" fmla="*/ 29784 w 58285"/>
              <a:gd name="connsiteY2" fmla="*/ 0 h 48448"/>
              <a:gd name="connsiteX3" fmla="*/ 44491 w 58285"/>
              <a:gd name="connsiteY3" fmla="*/ 0 h 48448"/>
              <a:gd name="connsiteX4" fmla="*/ 58285 w 58285"/>
              <a:gd name="connsiteY4" fmla="*/ 0 h 48448"/>
              <a:gd name="connsiteX5" fmla="*/ 34747 w 58285"/>
              <a:gd name="connsiteY5" fmla="*/ 48448 h 48448"/>
              <a:gd name="connsiteX6" fmla="*/ 34747 w 58285"/>
              <a:gd name="connsiteY6" fmla="*/ 35575 h 48448"/>
              <a:gd name="connsiteX7" fmla="*/ 0 w 58285"/>
              <a:gd name="connsiteY7" fmla="*/ 35575 h 48448"/>
              <a:gd name="connsiteX8" fmla="*/ 0 w 58285"/>
              <a:gd name="connsiteY8" fmla="*/ 0 h 48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285" h="48448">
                <a:moveTo>
                  <a:pt x="0" y="0"/>
                </a:moveTo>
                <a:lnTo>
                  <a:pt x="14892" y="0"/>
                </a:lnTo>
                <a:lnTo>
                  <a:pt x="29784" y="0"/>
                </a:lnTo>
                <a:lnTo>
                  <a:pt x="44491" y="0"/>
                </a:lnTo>
                <a:lnTo>
                  <a:pt x="58285" y="0"/>
                </a:lnTo>
                <a:lnTo>
                  <a:pt x="34747" y="48448"/>
                </a:lnTo>
                <a:lnTo>
                  <a:pt x="34747" y="35575"/>
                </a:lnTo>
                <a:lnTo>
                  <a:pt x="0" y="35575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186" name="Freeform 5"/>
          <p:cNvSpPr>
            <a:spLocks/>
          </p:cNvSpPr>
          <p:nvPr userDrawn="1"/>
        </p:nvSpPr>
        <p:spPr bwMode="auto">
          <a:xfrm>
            <a:off x="241248" y="4883358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3 w 643"/>
              <a:gd name="T5" fmla="*/ 0 h 666"/>
              <a:gd name="T6" fmla="*/ 482 w 643"/>
              <a:gd name="T7" fmla="*/ 0 h 666"/>
              <a:gd name="T8" fmla="*/ 403 w 643"/>
              <a:gd name="T9" fmla="*/ 0 h 666"/>
              <a:gd name="T10" fmla="*/ 321 w 643"/>
              <a:gd name="T11" fmla="*/ 0 h 666"/>
              <a:gd name="T12" fmla="*/ 240 w 643"/>
              <a:gd name="T13" fmla="*/ 0 h 666"/>
              <a:gd name="T14" fmla="*/ 161 w 643"/>
              <a:gd name="T15" fmla="*/ 0 h 666"/>
              <a:gd name="T16" fmla="*/ 80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9 w 643"/>
              <a:gd name="T23" fmla="*/ 192 h 666"/>
              <a:gd name="T24" fmla="*/ 189 w 643"/>
              <a:gd name="T25" fmla="*/ 666 h 666"/>
              <a:gd name="T26" fmla="*/ 454 w 643"/>
              <a:gd name="T27" fmla="*/ 666 h 666"/>
              <a:gd name="T28" fmla="*/ 454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3" y="0"/>
                </a:lnTo>
                <a:lnTo>
                  <a:pt x="482" y="0"/>
                </a:lnTo>
                <a:lnTo>
                  <a:pt x="403" y="0"/>
                </a:lnTo>
                <a:lnTo>
                  <a:pt x="321" y="0"/>
                </a:lnTo>
                <a:lnTo>
                  <a:pt x="240" y="0"/>
                </a:lnTo>
                <a:lnTo>
                  <a:pt x="161" y="0"/>
                </a:lnTo>
                <a:lnTo>
                  <a:pt x="80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4" y="666"/>
                </a:lnTo>
                <a:lnTo>
                  <a:pt x="454" y="192"/>
                </a:lnTo>
                <a:lnTo>
                  <a:pt x="643" y="192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7" name="Freeform 6"/>
          <p:cNvSpPr>
            <a:spLocks/>
          </p:cNvSpPr>
          <p:nvPr userDrawn="1"/>
        </p:nvSpPr>
        <p:spPr bwMode="auto">
          <a:xfrm>
            <a:off x="106174" y="4883358"/>
            <a:ext cx="146746" cy="123400"/>
          </a:xfrm>
          <a:custGeom>
            <a:avLst/>
            <a:gdLst>
              <a:gd name="T0" fmla="*/ 395 w 791"/>
              <a:gd name="T1" fmla="*/ 268 h 666"/>
              <a:gd name="T2" fmla="*/ 259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90 w 791"/>
              <a:gd name="T9" fmla="*/ 0 h 666"/>
              <a:gd name="T10" fmla="*/ 324 w 791"/>
              <a:gd name="T11" fmla="*/ 0 h 666"/>
              <a:gd name="T12" fmla="*/ 360 w 791"/>
              <a:gd name="T13" fmla="*/ 0 h 666"/>
              <a:gd name="T14" fmla="*/ 395 w 791"/>
              <a:gd name="T15" fmla="*/ 0 h 666"/>
              <a:gd name="T16" fmla="*/ 431 w 791"/>
              <a:gd name="T17" fmla="*/ 0 h 666"/>
              <a:gd name="T18" fmla="*/ 465 w 791"/>
              <a:gd name="T19" fmla="*/ 0 h 666"/>
              <a:gd name="T20" fmla="*/ 501 w 791"/>
              <a:gd name="T21" fmla="*/ 0 h 666"/>
              <a:gd name="T22" fmla="*/ 535 w 791"/>
              <a:gd name="T23" fmla="*/ 0 h 666"/>
              <a:gd name="T24" fmla="*/ 791 w 791"/>
              <a:gd name="T25" fmla="*/ 666 h 666"/>
              <a:gd name="T26" fmla="*/ 530 w 791"/>
              <a:gd name="T27" fmla="*/ 666 h 666"/>
              <a:gd name="T28" fmla="*/ 395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5" y="268"/>
                </a:moveTo>
                <a:lnTo>
                  <a:pt x="259" y="666"/>
                </a:lnTo>
                <a:lnTo>
                  <a:pt x="0" y="666"/>
                </a:lnTo>
                <a:lnTo>
                  <a:pt x="254" y="0"/>
                </a:lnTo>
                <a:lnTo>
                  <a:pt x="290" y="0"/>
                </a:lnTo>
                <a:lnTo>
                  <a:pt x="324" y="0"/>
                </a:lnTo>
                <a:lnTo>
                  <a:pt x="360" y="0"/>
                </a:lnTo>
                <a:lnTo>
                  <a:pt x="395" y="0"/>
                </a:lnTo>
                <a:lnTo>
                  <a:pt x="431" y="0"/>
                </a:lnTo>
                <a:lnTo>
                  <a:pt x="465" y="0"/>
                </a:lnTo>
                <a:lnTo>
                  <a:pt x="501" y="0"/>
                </a:lnTo>
                <a:lnTo>
                  <a:pt x="535" y="0"/>
                </a:lnTo>
                <a:lnTo>
                  <a:pt x="791" y="666"/>
                </a:lnTo>
                <a:lnTo>
                  <a:pt x="530" y="666"/>
                </a:lnTo>
                <a:lnTo>
                  <a:pt x="395" y="268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8" name="Freeform 7"/>
          <p:cNvSpPr>
            <a:spLocks/>
          </p:cNvSpPr>
          <p:nvPr userDrawn="1"/>
        </p:nvSpPr>
        <p:spPr bwMode="auto">
          <a:xfrm>
            <a:off x="-550" y="4883358"/>
            <a:ext cx="118398" cy="123400"/>
          </a:xfrm>
          <a:custGeom>
            <a:avLst/>
            <a:gdLst>
              <a:gd name="T0" fmla="*/ 645 w 645"/>
              <a:gd name="T1" fmla="*/ 192 h 666"/>
              <a:gd name="T2" fmla="*/ 645 w 645"/>
              <a:gd name="T3" fmla="*/ 0 h 666"/>
              <a:gd name="T4" fmla="*/ 564 w 645"/>
              <a:gd name="T5" fmla="*/ 0 h 666"/>
              <a:gd name="T6" fmla="*/ 484 w 645"/>
              <a:gd name="T7" fmla="*/ 0 h 666"/>
              <a:gd name="T8" fmla="*/ 403 w 645"/>
              <a:gd name="T9" fmla="*/ 0 h 666"/>
              <a:gd name="T10" fmla="*/ 323 w 645"/>
              <a:gd name="T11" fmla="*/ 0 h 666"/>
              <a:gd name="T12" fmla="*/ 242 w 645"/>
              <a:gd name="T13" fmla="*/ 0 h 666"/>
              <a:gd name="T14" fmla="*/ 161 w 645"/>
              <a:gd name="T15" fmla="*/ 0 h 666"/>
              <a:gd name="T16" fmla="*/ 82 w 645"/>
              <a:gd name="T17" fmla="*/ 0 h 666"/>
              <a:gd name="T18" fmla="*/ 0 w 645"/>
              <a:gd name="T19" fmla="*/ 0 h 666"/>
              <a:gd name="T20" fmla="*/ 0 w 645"/>
              <a:gd name="T21" fmla="*/ 192 h 666"/>
              <a:gd name="T22" fmla="*/ 189 w 645"/>
              <a:gd name="T23" fmla="*/ 192 h 666"/>
              <a:gd name="T24" fmla="*/ 189 w 645"/>
              <a:gd name="T25" fmla="*/ 666 h 666"/>
              <a:gd name="T26" fmla="*/ 456 w 645"/>
              <a:gd name="T27" fmla="*/ 666 h 666"/>
              <a:gd name="T28" fmla="*/ 456 w 645"/>
              <a:gd name="T29" fmla="*/ 192 h 666"/>
              <a:gd name="T30" fmla="*/ 645 w 645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5" h="666">
                <a:moveTo>
                  <a:pt x="645" y="192"/>
                </a:moveTo>
                <a:lnTo>
                  <a:pt x="645" y="0"/>
                </a:lnTo>
                <a:lnTo>
                  <a:pt x="564" y="0"/>
                </a:lnTo>
                <a:lnTo>
                  <a:pt x="484" y="0"/>
                </a:lnTo>
                <a:lnTo>
                  <a:pt x="403" y="0"/>
                </a:lnTo>
                <a:lnTo>
                  <a:pt x="323" y="0"/>
                </a:lnTo>
                <a:lnTo>
                  <a:pt x="242" y="0"/>
                </a:lnTo>
                <a:lnTo>
                  <a:pt x="161" y="0"/>
                </a:lnTo>
                <a:lnTo>
                  <a:pt x="82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6" y="666"/>
                </a:lnTo>
                <a:lnTo>
                  <a:pt x="456" y="192"/>
                </a:lnTo>
                <a:lnTo>
                  <a:pt x="645" y="192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9" name="Freeform 8"/>
          <p:cNvSpPr>
            <a:spLocks/>
          </p:cNvSpPr>
          <p:nvPr userDrawn="1"/>
        </p:nvSpPr>
        <p:spPr bwMode="auto">
          <a:xfrm>
            <a:off x="828233" y="4883358"/>
            <a:ext cx="145079" cy="123400"/>
          </a:xfrm>
          <a:custGeom>
            <a:avLst/>
            <a:gdLst>
              <a:gd name="T0" fmla="*/ 396 w 791"/>
              <a:gd name="T1" fmla="*/ 268 h 666"/>
              <a:gd name="T2" fmla="*/ 260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90 w 791"/>
              <a:gd name="T9" fmla="*/ 0 h 666"/>
              <a:gd name="T10" fmla="*/ 326 w 791"/>
              <a:gd name="T11" fmla="*/ 0 h 666"/>
              <a:gd name="T12" fmla="*/ 360 w 791"/>
              <a:gd name="T13" fmla="*/ 0 h 666"/>
              <a:gd name="T14" fmla="*/ 396 w 791"/>
              <a:gd name="T15" fmla="*/ 0 h 666"/>
              <a:gd name="T16" fmla="*/ 430 w 791"/>
              <a:gd name="T17" fmla="*/ 0 h 666"/>
              <a:gd name="T18" fmla="*/ 466 w 791"/>
              <a:gd name="T19" fmla="*/ 0 h 666"/>
              <a:gd name="T20" fmla="*/ 500 w 791"/>
              <a:gd name="T21" fmla="*/ 0 h 666"/>
              <a:gd name="T22" fmla="*/ 536 w 791"/>
              <a:gd name="T23" fmla="*/ 0 h 666"/>
              <a:gd name="T24" fmla="*/ 791 w 791"/>
              <a:gd name="T25" fmla="*/ 666 h 666"/>
              <a:gd name="T26" fmla="*/ 532 w 791"/>
              <a:gd name="T27" fmla="*/ 666 h 666"/>
              <a:gd name="T28" fmla="*/ 396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6" y="268"/>
                </a:moveTo>
                <a:lnTo>
                  <a:pt x="260" y="666"/>
                </a:lnTo>
                <a:lnTo>
                  <a:pt x="0" y="666"/>
                </a:lnTo>
                <a:lnTo>
                  <a:pt x="254" y="0"/>
                </a:lnTo>
                <a:lnTo>
                  <a:pt x="290" y="0"/>
                </a:lnTo>
                <a:lnTo>
                  <a:pt x="326" y="0"/>
                </a:lnTo>
                <a:lnTo>
                  <a:pt x="360" y="0"/>
                </a:lnTo>
                <a:lnTo>
                  <a:pt x="396" y="0"/>
                </a:lnTo>
                <a:lnTo>
                  <a:pt x="430" y="0"/>
                </a:lnTo>
                <a:lnTo>
                  <a:pt x="466" y="0"/>
                </a:lnTo>
                <a:lnTo>
                  <a:pt x="500" y="0"/>
                </a:lnTo>
                <a:lnTo>
                  <a:pt x="536" y="0"/>
                </a:lnTo>
                <a:lnTo>
                  <a:pt x="791" y="666"/>
                </a:lnTo>
                <a:lnTo>
                  <a:pt x="532" y="666"/>
                </a:lnTo>
                <a:lnTo>
                  <a:pt x="396" y="268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0" name="Freeform 9"/>
          <p:cNvSpPr>
            <a:spLocks/>
          </p:cNvSpPr>
          <p:nvPr userDrawn="1"/>
        </p:nvSpPr>
        <p:spPr bwMode="auto">
          <a:xfrm>
            <a:off x="721509" y="4883358"/>
            <a:ext cx="118398" cy="123400"/>
          </a:xfrm>
          <a:custGeom>
            <a:avLst/>
            <a:gdLst>
              <a:gd name="T0" fmla="*/ 642 w 642"/>
              <a:gd name="T1" fmla="*/ 192 h 666"/>
              <a:gd name="T2" fmla="*/ 642 w 642"/>
              <a:gd name="T3" fmla="*/ 0 h 666"/>
              <a:gd name="T4" fmla="*/ 563 w 642"/>
              <a:gd name="T5" fmla="*/ 0 h 666"/>
              <a:gd name="T6" fmla="*/ 482 w 642"/>
              <a:gd name="T7" fmla="*/ 0 h 666"/>
              <a:gd name="T8" fmla="*/ 401 w 642"/>
              <a:gd name="T9" fmla="*/ 0 h 666"/>
              <a:gd name="T10" fmla="*/ 321 w 642"/>
              <a:gd name="T11" fmla="*/ 0 h 666"/>
              <a:gd name="T12" fmla="*/ 240 w 642"/>
              <a:gd name="T13" fmla="*/ 0 h 666"/>
              <a:gd name="T14" fmla="*/ 160 w 642"/>
              <a:gd name="T15" fmla="*/ 0 h 666"/>
              <a:gd name="T16" fmla="*/ 79 w 642"/>
              <a:gd name="T17" fmla="*/ 0 h 666"/>
              <a:gd name="T18" fmla="*/ 0 w 642"/>
              <a:gd name="T19" fmla="*/ 0 h 666"/>
              <a:gd name="T20" fmla="*/ 0 w 642"/>
              <a:gd name="T21" fmla="*/ 192 h 666"/>
              <a:gd name="T22" fmla="*/ 188 w 642"/>
              <a:gd name="T23" fmla="*/ 192 h 666"/>
              <a:gd name="T24" fmla="*/ 188 w 642"/>
              <a:gd name="T25" fmla="*/ 666 h 666"/>
              <a:gd name="T26" fmla="*/ 454 w 642"/>
              <a:gd name="T27" fmla="*/ 666 h 666"/>
              <a:gd name="T28" fmla="*/ 454 w 642"/>
              <a:gd name="T29" fmla="*/ 192 h 666"/>
              <a:gd name="T30" fmla="*/ 642 w 642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2" h="666">
                <a:moveTo>
                  <a:pt x="642" y="192"/>
                </a:moveTo>
                <a:lnTo>
                  <a:pt x="642" y="0"/>
                </a:lnTo>
                <a:lnTo>
                  <a:pt x="563" y="0"/>
                </a:lnTo>
                <a:lnTo>
                  <a:pt x="482" y="0"/>
                </a:lnTo>
                <a:lnTo>
                  <a:pt x="401" y="0"/>
                </a:lnTo>
                <a:lnTo>
                  <a:pt x="321" y="0"/>
                </a:lnTo>
                <a:lnTo>
                  <a:pt x="240" y="0"/>
                </a:lnTo>
                <a:lnTo>
                  <a:pt x="160" y="0"/>
                </a:lnTo>
                <a:lnTo>
                  <a:pt x="79" y="0"/>
                </a:lnTo>
                <a:lnTo>
                  <a:pt x="0" y="0"/>
                </a:lnTo>
                <a:lnTo>
                  <a:pt x="0" y="192"/>
                </a:lnTo>
                <a:lnTo>
                  <a:pt x="188" y="192"/>
                </a:lnTo>
                <a:lnTo>
                  <a:pt x="188" y="666"/>
                </a:lnTo>
                <a:lnTo>
                  <a:pt x="454" y="666"/>
                </a:lnTo>
                <a:lnTo>
                  <a:pt x="454" y="192"/>
                </a:lnTo>
                <a:lnTo>
                  <a:pt x="642" y="192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1" name="Freeform 10"/>
          <p:cNvSpPr>
            <a:spLocks/>
          </p:cNvSpPr>
          <p:nvPr userDrawn="1"/>
        </p:nvSpPr>
        <p:spPr bwMode="auto">
          <a:xfrm>
            <a:off x="588103" y="4883358"/>
            <a:ext cx="145079" cy="123400"/>
          </a:xfrm>
          <a:custGeom>
            <a:avLst/>
            <a:gdLst>
              <a:gd name="T0" fmla="*/ 395 w 792"/>
              <a:gd name="T1" fmla="*/ 268 h 666"/>
              <a:gd name="T2" fmla="*/ 260 w 792"/>
              <a:gd name="T3" fmla="*/ 666 h 666"/>
              <a:gd name="T4" fmla="*/ 0 w 792"/>
              <a:gd name="T5" fmla="*/ 666 h 666"/>
              <a:gd name="T6" fmla="*/ 255 w 792"/>
              <a:gd name="T7" fmla="*/ 0 h 666"/>
              <a:gd name="T8" fmla="*/ 289 w 792"/>
              <a:gd name="T9" fmla="*/ 0 h 666"/>
              <a:gd name="T10" fmla="*/ 325 w 792"/>
              <a:gd name="T11" fmla="*/ 0 h 666"/>
              <a:gd name="T12" fmla="*/ 361 w 792"/>
              <a:gd name="T13" fmla="*/ 0 h 666"/>
              <a:gd name="T14" fmla="*/ 395 w 792"/>
              <a:gd name="T15" fmla="*/ 0 h 666"/>
              <a:gd name="T16" fmla="*/ 431 w 792"/>
              <a:gd name="T17" fmla="*/ 0 h 666"/>
              <a:gd name="T18" fmla="*/ 465 w 792"/>
              <a:gd name="T19" fmla="*/ 0 h 666"/>
              <a:gd name="T20" fmla="*/ 501 w 792"/>
              <a:gd name="T21" fmla="*/ 0 h 666"/>
              <a:gd name="T22" fmla="*/ 536 w 792"/>
              <a:gd name="T23" fmla="*/ 0 h 666"/>
              <a:gd name="T24" fmla="*/ 792 w 792"/>
              <a:gd name="T25" fmla="*/ 666 h 666"/>
              <a:gd name="T26" fmla="*/ 531 w 792"/>
              <a:gd name="T27" fmla="*/ 666 h 666"/>
              <a:gd name="T28" fmla="*/ 395 w 792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2" h="666">
                <a:moveTo>
                  <a:pt x="395" y="268"/>
                </a:moveTo>
                <a:lnTo>
                  <a:pt x="260" y="666"/>
                </a:lnTo>
                <a:lnTo>
                  <a:pt x="0" y="666"/>
                </a:lnTo>
                <a:lnTo>
                  <a:pt x="255" y="0"/>
                </a:lnTo>
                <a:lnTo>
                  <a:pt x="289" y="0"/>
                </a:lnTo>
                <a:lnTo>
                  <a:pt x="325" y="0"/>
                </a:lnTo>
                <a:lnTo>
                  <a:pt x="361" y="0"/>
                </a:lnTo>
                <a:lnTo>
                  <a:pt x="395" y="0"/>
                </a:lnTo>
                <a:lnTo>
                  <a:pt x="431" y="0"/>
                </a:lnTo>
                <a:lnTo>
                  <a:pt x="465" y="0"/>
                </a:lnTo>
                <a:lnTo>
                  <a:pt x="501" y="0"/>
                </a:lnTo>
                <a:lnTo>
                  <a:pt x="536" y="0"/>
                </a:lnTo>
                <a:lnTo>
                  <a:pt x="792" y="666"/>
                </a:lnTo>
                <a:lnTo>
                  <a:pt x="531" y="666"/>
                </a:lnTo>
                <a:lnTo>
                  <a:pt x="395" y="268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2" name="Freeform 11"/>
          <p:cNvSpPr>
            <a:spLocks/>
          </p:cNvSpPr>
          <p:nvPr userDrawn="1"/>
        </p:nvSpPr>
        <p:spPr bwMode="auto">
          <a:xfrm>
            <a:off x="481378" y="4883358"/>
            <a:ext cx="118398" cy="123400"/>
          </a:xfrm>
          <a:custGeom>
            <a:avLst/>
            <a:gdLst>
              <a:gd name="T0" fmla="*/ 644 w 644"/>
              <a:gd name="T1" fmla="*/ 192 h 666"/>
              <a:gd name="T2" fmla="*/ 644 w 644"/>
              <a:gd name="T3" fmla="*/ 0 h 666"/>
              <a:gd name="T4" fmla="*/ 563 w 644"/>
              <a:gd name="T5" fmla="*/ 0 h 666"/>
              <a:gd name="T6" fmla="*/ 484 w 644"/>
              <a:gd name="T7" fmla="*/ 0 h 666"/>
              <a:gd name="T8" fmla="*/ 403 w 644"/>
              <a:gd name="T9" fmla="*/ 0 h 666"/>
              <a:gd name="T10" fmla="*/ 321 w 644"/>
              <a:gd name="T11" fmla="*/ 0 h 666"/>
              <a:gd name="T12" fmla="*/ 242 w 644"/>
              <a:gd name="T13" fmla="*/ 0 h 666"/>
              <a:gd name="T14" fmla="*/ 161 w 644"/>
              <a:gd name="T15" fmla="*/ 0 h 666"/>
              <a:gd name="T16" fmla="*/ 81 w 644"/>
              <a:gd name="T17" fmla="*/ 0 h 666"/>
              <a:gd name="T18" fmla="*/ 0 w 644"/>
              <a:gd name="T19" fmla="*/ 0 h 666"/>
              <a:gd name="T20" fmla="*/ 0 w 644"/>
              <a:gd name="T21" fmla="*/ 192 h 666"/>
              <a:gd name="T22" fmla="*/ 189 w 644"/>
              <a:gd name="T23" fmla="*/ 192 h 666"/>
              <a:gd name="T24" fmla="*/ 189 w 644"/>
              <a:gd name="T25" fmla="*/ 666 h 666"/>
              <a:gd name="T26" fmla="*/ 456 w 644"/>
              <a:gd name="T27" fmla="*/ 666 h 666"/>
              <a:gd name="T28" fmla="*/ 456 w 644"/>
              <a:gd name="T29" fmla="*/ 192 h 666"/>
              <a:gd name="T30" fmla="*/ 644 w 644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4" h="666">
                <a:moveTo>
                  <a:pt x="644" y="192"/>
                </a:moveTo>
                <a:lnTo>
                  <a:pt x="644" y="0"/>
                </a:lnTo>
                <a:lnTo>
                  <a:pt x="563" y="0"/>
                </a:lnTo>
                <a:lnTo>
                  <a:pt x="484" y="0"/>
                </a:lnTo>
                <a:lnTo>
                  <a:pt x="403" y="0"/>
                </a:lnTo>
                <a:lnTo>
                  <a:pt x="321" y="0"/>
                </a:lnTo>
                <a:lnTo>
                  <a:pt x="242" y="0"/>
                </a:lnTo>
                <a:lnTo>
                  <a:pt x="161" y="0"/>
                </a:lnTo>
                <a:lnTo>
                  <a:pt x="81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6" y="666"/>
                </a:lnTo>
                <a:lnTo>
                  <a:pt x="456" y="192"/>
                </a:lnTo>
                <a:lnTo>
                  <a:pt x="644" y="192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3" name="Freeform 12"/>
          <p:cNvSpPr>
            <a:spLocks/>
          </p:cNvSpPr>
          <p:nvPr userDrawn="1"/>
        </p:nvSpPr>
        <p:spPr bwMode="auto">
          <a:xfrm>
            <a:off x="1308494" y="4883358"/>
            <a:ext cx="146746" cy="123400"/>
          </a:xfrm>
          <a:custGeom>
            <a:avLst/>
            <a:gdLst>
              <a:gd name="T0" fmla="*/ 396 w 791"/>
              <a:gd name="T1" fmla="*/ 268 h 666"/>
              <a:gd name="T2" fmla="*/ 261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90 w 791"/>
              <a:gd name="T9" fmla="*/ 0 h 666"/>
              <a:gd name="T10" fmla="*/ 325 w 791"/>
              <a:gd name="T11" fmla="*/ 0 h 666"/>
              <a:gd name="T12" fmla="*/ 361 w 791"/>
              <a:gd name="T13" fmla="*/ 0 h 666"/>
              <a:gd name="T14" fmla="*/ 396 w 791"/>
              <a:gd name="T15" fmla="*/ 0 h 666"/>
              <a:gd name="T16" fmla="*/ 431 w 791"/>
              <a:gd name="T17" fmla="*/ 0 h 666"/>
              <a:gd name="T18" fmla="*/ 467 w 791"/>
              <a:gd name="T19" fmla="*/ 0 h 666"/>
              <a:gd name="T20" fmla="*/ 501 w 791"/>
              <a:gd name="T21" fmla="*/ 0 h 666"/>
              <a:gd name="T22" fmla="*/ 537 w 791"/>
              <a:gd name="T23" fmla="*/ 0 h 666"/>
              <a:gd name="T24" fmla="*/ 791 w 791"/>
              <a:gd name="T25" fmla="*/ 666 h 666"/>
              <a:gd name="T26" fmla="*/ 531 w 791"/>
              <a:gd name="T27" fmla="*/ 666 h 666"/>
              <a:gd name="T28" fmla="*/ 396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6" y="268"/>
                </a:moveTo>
                <a:lnTo>
                  <a:pt x="261" y="666"/>
                </a:lnTo>
                <a:lnTo>
                  <a:pt x="0" y="666"/>
                </a:lnTo>
                <a:lnTo>
                  <a:pt x="254" y="0"/>
                </a:lnTo>
                <a:lnTo>
                  <a:pt x="290" y="0"/>
                </a:lnTo>
                <a:lnTo>
                  <a:pt x="325" y="0"/>
                </a:lnTo>
                <a:lnTo>
                  <a:pt x="361" y="0"/>
                </a:lnTo>
                <a:lnTo>
                  <a:pt x="396" y="0"/>
                </a:lnTo>
                <a:lnTo>
                  <a:pt x="431" y="0"/>
                </a:lnTo>
                <a:lnTo>
                  <a:pt x="467" y="0"/>
                </a:lnTo>
                <a:lnTo>
                  <a:pt x="501" y="0"/>
                </a:lnTo>
                <a:lnTo>
                  <a:pt x="537" y="0"/>
                </a:lnTo>
                <a:lnTo>
                  <a:pt x="791" y="666"/>
                </a:lnTo>
                <a:lnTo>
                  <a:pt x="531" y="666"/>
                </a:lnTo>
                <a:lnTo>
                  <a:pt x="396" y="268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4" name="Freeform 13"/>
          <p:cNvSpPr>
            <a:spLocks/>
          </p:cNvSpPr>
          <p:nvPr userDrawn="1"/>
        </p:nvSpPr>
        <p:spPr bwMode="auto">
          <a:xfrm>
            <a:off x="1203436" y="4883358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2 w 643"/>
              <a:gd name="T5" fmla="*/ 0 h 666"/>
              <a:gd name="T6" fmla="*/ 482 w 643"/>
              <a:gd name="T7" fmla="*/ 0 h 666"/>
              <a:gd name="T8" fmla="*/ 401 w 643"/>
              <a:gd name="T9" fmla="*/ 0 h 666"/>
              <a:gd name="T10" fmla="*/ 322 w 643"/>
              <a:gd name="T11" fmla="*/ 0 h 666"/>
              <a:gd name="T12" fmla="*/ 241 w 643"/>
              <a:gd name="T13" fmla="*/ 0 h 666"/>
              <a:gd name="T14" fmla="*/ 161 w 643"/>
              <a:gd name="T15" fmla="*/ 0 h 666"/>
              <a:gd name="T16" fmla="*/ 80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9 w 643"/>
              <a:gd name="T23" fmla="*/ 192 h 666"/>
              <a:gd name="T24" fmla="*/ 189 w 643"/>
              <a:gd name="T25" fmla="*/ 666 h 666"/>
              <a:gd name="T26" fmla="*/ 454 w 643"/>
              <a:gd name="T27" fmla="*/ 666 h 666"/>
              <a:gd name="T28" fmla="*/ 454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2" y="0"/>
                </a:lnTo>
                <a:lnTo>
                  <a:pt x="482" y="0"/>
                </a:lnTo>
                <a:lnTo>
                  <a:pt x="401" y="0"/>
                </a:lnTo>
                <a:lnTo>
                  <a:pt x="322" y="0"/>
                </a:lnTo>
                <a:lnTo>
                  <a:pt x="241" y="0"/>
                </a:lnTo>
                <a:lnTo>
                  <a:pt x="161" y="0"/>
                </a:lnTo>
                <a:lnTo>
                  <a:pt x="80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4" y="666"/>
                </a:lnTo>
                <a:lnTo>
                  <a:pt x="454" y="192"/>
                </a:lnTo>
                <a:lnTo>
                  <a:pt x="643" y="192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5" name="Freeform 14"/>
          <p:cNvSpPr>
            <a:spLocks/>
          </p:cNvSpPr>
          <p:nvPr userDrawn="1"/>
        </p:nvSpPr>
        <p:spPr bwMode="auto">
          <a:xfrm>
            <a:off x="1068363" y="4883358"/>
            <a:ext cx="146746" cy="123400"/>
          </a:xfrm>
          <a:custGeom>
            <a:avLst/>
            <a:gdLst>
              <a:gd name="T0" fmla="*/ 395 w 791"/>
              <a:gd name="T1" fmla="*/ 268 h 666"/>
              <a:gd name="T2" fmla="*/ 259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89 w 791"/>
              <a:gd name="T9" fmla="*/ 0 h 666"/>
              <a:gd name="T10" fmla="*/ 325 w 791"/>
              <a:gd name="T11" fmla="*/ 0 h 666"/>
              <a:gd name="T12" fmla="*/ 361 w 791"/>
              <a:gd name="T13" fmla="*/ 0 h 666"/>
              <a:gd name="T14" fmla="*/ 395 w 791"/>
              <a:gd name="T15" fmla="*/ 0 h 666"/>
              <a:gd name="T16" fmla="*/ 431 w 791"/>
              <a:gd name="T17" fmla="*/ 0 h 666"/>
              <a:gd name="T18" fmla="*/ 465 w 791"/>
              <a:gd name="T19" fmla="*/ 0 h 666"/>
              <a:gd name="T20" fmla="*/ 501 w 791"/>
              <a:gd name="T21" fmla="*/ 0 h 666"/>
              <a:gd name="T22" fmla="*/ 535 w 791"/>
              <a:gd name="T23" fmla="*/ 0 h 666"/>
              <a:gd name="T24" fmla="*/ 791 w 791"/>
              <a:gd name="T25" fmla="*/ 666 h 666"/>
              <a:gd name="T26" fmla="*/ 531 w 791"/>
              <a:gd name="T27" fmla="*/ 666 h 666"/>
              <a:gd name="T28" fmla="*/ 395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5" y="268"/>
                </a:moveTo>
                <a:lnTo>
                  <a:pt x="259" y="666"/>
                </a:lnTo>
                <a:lnTo>
                  <a:pt x="0" y="666"/>
                </a:lnTo>
                <a:lnTo>
                  <a:pt x="254" y="0"/>
                </a:lnTo>
                <a:lnTo>
                  <a:pt x="289" y="0"/>
                </a:lnTo>
                <a:lnTo>
                  <a:pt x="325" y="0"/>
                </a:lnTo>
                <a:lnTo>
                  <a:pt x="361" y="0"/>
                </a:lnTo>
                <a:lnTo>
                  <a:pt x="395" y="0"/>
                </a:lnTo>
                <a:lnTo>
                  <a:pt x="431" y="0"/>
                </a:lnTo>
                <a:lnTo>
                  <a:pt x="465" y="0"/>
                </a:lnTo>
                <a:lnTo>
                  <a:pt x="501" y="0"/>
                </a:lnTo>
                <a:lnTo>
                  <a:pt x="535" y="0"/>
                </a:lnTo>
                <a:lnTo>
                  <a:pt x="791" y="666"/>
                </a:lnTo>
                <a:lnTo>
                  <a:pt x="531" y="666"/>
                </a:lnTo>
                <a:lnTo>
                  <a:pt x="395" y="268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6" name="Freeform 15"/>
          <p:cNvSpPr>
            <a:spLocks/>
          </p:cNvSpPr>
          <p:nvPr userDrawn="1"/>
        </p:nvSpPr>
        <p:spPr bwMode="auto">
          <a:xfrm>
            <a:off x="961639" y="4883358"/>
            <a:ext cx="118398" cy="123400"/>
          </a:xfrm>
          <a:custGeom>
            <a:avLst/>
            <a:gdLst>
              <a:gd name="T0" fmla="*/ 644 w 644"/>
              <a:gd name="T1" fmla="*/ 192 h 666"/>
              <a:gd name="T2" fmla="*/ 644 w 644"/>
              <a:gd name="T3" fmla="*/ 0 h 666"/>
              <a:gd name="T4" fmla="*/ 563 w 644"/>
              <a:gd name="T5" fmla="*/ 0 h 666"/>
              <a:gd name="T6" fmla="*/ 482 w 644"/>
              <a:gd name="T7" fmla="*/ 0 h 666"/>
              <a:gd name="T8" fmla="*/ 402 w 644"/>
              <a:gd name="T9" fmla="*/ 0 h 666"/>
              <a:gd name="T10" fmla="*/ 321 w 644"/>
              <a:gd name="T11" fmla="*/ 0 h 666"/>
              <a:gd name="T12" fmla="*/ 241 w 644"/>
              <a:gd name="T13" fmla="*/ 0 h 666"/>
              <a:gd name="T14" fmla="*/ 160 w 644"/>
              <a:gd name="T15" fmla="*/ 0 h 666"/>
              <a:gd name="T16" fmla="*/ 81 w 644"/>
              <a:gd name="T17" fmla="*/ 0 h 666"/>
              <a:gd name="T18" fmla="*/ 0 w 644"/>
              <a:gd name="T19" fmla="*/ 0 h 666"/>
              <a:gd name="T20" fmla="*/ 0 w 644"/>
              <a:gd name="T21" fmla="*/ 192 h 666"/>
              <a:gd name="T22" fmla="*/ 188 w 644"/>
              <a:gd name="T23" fmla="*/ 192 h 666"/>
              <a:gd name="T24" fmla="*/ 188 w 644"/>
              <a:gd name="T25" fmla="*/ 666 h 666"/>
              <a:gd name="T26" fmla="*/ 455 w 644"/>
              <a:gd name="T27" fmla="*/ 666 h 666"/>
              <a:gd name="T28" fmla="*/ 455 w 644"/>
              <a:gd name="T29" fmla="*/ 192 h 666"/>
              <a:gd name="T30" fmla="*/ 644 w 644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4" h="666">
                <a:moveTo>
                  <a:pt x="644" y="192"/>
                </a:moveTo>
                <a:lnTo>
                  <a:pt x="644" y="0"/>
                </a:lnTo>
                <a:lnTo>
                  <a:pt x="563" y="0"/>
                </a:lnTo>
                <a:lnTo>
                  <a:pt x="482" y="0"/>
                </a:lnTo>
                <a:lnTo>
                  <a:pt x="402" y="0"/>
                </a:lnTo>
                <a:lnTo>
                  <a:pt x="321" y="0"/>
                </a:lnTo>
                <a:lnTo>
                  <a:pt x="241" y="0"/>
                </a:lnTo>
                <a:lnTo>
                  <a:pt x="160" y="0"/>
                </a:lnTo>
                <a:lnTo>
                  <a:pt x="81" y="0"/>
                </a:lnTo>
                <a:lnTo>
                  <a:pt x="0" y="0"/>
                </a:lnTo>
                <a:lnTo>
                  <a:pt x="0" y="192"/>
                </a:lnTo>
                <a:lnTo>
                  <a:pt x="188" y="192"/>
                </a:lnTo>
                <a:lnTo>
                  <a:pt x="188" y="666"/>
                </a:lnTo>
                <a:lnTo>
                  <a:pt x="455" y="666"/>
                </a:lnTo>
                <a:lnTo>
                  <a:pt x="455" y="192"/>
                </a:lnTo>
                <a:lnTo>
                  <a:pt x="644" y="192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7" name="Freeform 16"/>
          <p:cNvSpPr>
            <a:spLocks/>
          </p:cNvSpPr>
          <p:nvPr userDrawn="1"/>
        </p:nvSpPr>
        <p:spPr bwMode="auto">
          <a:xfrm>
            <a:off x="1790421" y="4883358"/>
            <a:ext cx="145079" cy="123400"/>
          </a:xfrm>
          <a:custGeom>
            <a:avLst/>
            <a:gdLst>
              <a:gd name="T0" fmla="*/ 394 w 791"/>
              <a:gd name="T1" fmla="*/ 268 h 666"/>
              <a:gd name="T2" fmla="*/ 260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90 w 791"/>
              <a:gd name="T9" fmla="*/ 0 h 666"/>
              <a:gd name="T10" fmla="*/ 324 w 791"/>
              <a:gd name="T11" fmla="*/ 0 h 666"/>
              <a:gd name="T12" fmla="*/ 360 w 791"/>
              <a:gd name="T13" fmla="*/ 0 h 666"/>
              <a:gd name="T14" fmla="*/ 394 w 791"/>
              <a:gd name="T15" fmla="*/ 0 h 666"/>
              <a:gd name="T16" fmla="*/ 430 w 791"/>
              <a:gd name="T17" fmla="*/ 0 h 666"/>
              <a:gd name="T18" fmla="*/ 466 w 791"/>
              <a:gd name="T19" fmla="*/ 0 h 666"/>
              <a:gd name="T20" fmla="*/ 501 w 791"/>
              <a:gd name="T21" fmla="*/ 0 h 666"/>
              <a:gd name="T22" fmla="*/ 536 w 791"/>
              <a:gd name="T23" fmla="*/ 0 h 666"/>
              <a:gd name="T24" fmla="*/ 791 w 791"/>
              <a:gd name="T25" fmla="*/ 666 h 666"/>
              <a:gd name="T26" fmla="*/ 530 w 791"/>
              <a:gd name="T27" fmla="*/ 666 h 666"/>
              <a:gd name="T28" fmla="*/ 394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4" y="268"/>
                </a:moveTo>
                <a:lnTo>
                  <a:pt x="260" y="666"/>
                </a:lnTo>
                <a:lnTo>
                  <a:pt x="0" y="666"/>
                </a:lnTo>
                <a:lnTo>
                  <a:pt x="254" y="0"/>
                </a:lnTo>
                <a:lnTo>
                  <a:pt x="290" y="0"/>
                </a:lnTo>
                <a:lnTo>
                  <a:pt x="324" y="0"/>
                </a:lnTo>
                <a:lnTo>
                  <a:pt x="360" y="0"/>
                </a:lnTo>
                <a:lnTo>
                  <a:pt x="394" y="0"/>
                </a:lnTo>
                <a:lnTo>
                  <a:pt x="430" y="0"/>
                </a:lnTo>
                <a:lnTo>
                  <a:pt x="466" y="0"/>
                </a:lnTo>
                <a:lnTo>
                  <a:pt x="501" y="0"/>
                </a:lnTo>
                <a:lnTo>
                  <a:pt x="536" y="0"/>
                </a:lnTo>
                <a:lnTo>
                  <a:pt x="791" y="666"/>
                </a:lnTo>
                <a:lnTo>
                  <a:pt x="530" y="666"/>
                </a:lnTo>
                <a:lnTo>
                  <a:pt x="394" y="268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8" name="Freeform 17"/>
          <p:cNvSpPr>
            <a:spLocks/>
          </p:cNvSpPr>
          <p:nvPr userDrawn="1"/>
        </p:nvSpPr>
        <p:spPr bwMode="auto">
          <a:xfrm>
            <a:off x="1683697" y="4883358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2 w 643"/>
              <a:gd name="T5" fmla="*/ 0 h 666"/>
              <a:gd name="T6" fmla="*/ 482 w 643"/>
              <a:gd name="T7" fmla="*/ 0 h 666"/>
              <a:gd name="T8" fmla="*/ 401 w 643"/>
              <a:gd name="T9" fmla="*/ 0 h 666"/>
              <a:gd name="T10" fmla="*/ 321 w 643"/>
              <a:gd name="T11" fmla="*/ 0 h 666"/>
              <a:gd name="T12" fmla="*/ 240 w 643"/>
              <a:gd name="T13" fmla="*/ 0 h 666"/>
              <a:gd name="T14" fmla="*/ 161 w 643"/>
              <a:gd name="T15" fmla="*/ 0 h 666"/>
              <a:gd name="T16" fmla="*/ 79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9 w 643"/>
              <a:gd name="T23" fmla="*/ 192 h 666"/>
              <a:gd name="T24" fmla="*/ 189 w 643"/>
              <a:gd name="T25" fmla="*/ 666 h 666"/>
              <a:gd name="T26" fmla="*/ 454 w 643"/>
              <a:gd name="T27" fmla="*/ 666 h 666"/>
              <a:gd name="T28" fmla="*/ 454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2" y="0"/>
                </a:lnTo>
                <a:lnTo>
                  <a:pt x="482" y="0"/>
                </a:lnTo>
                <a:lnTo>
                  <a:pt x="401" y="0"/>
                </a:lnTo>
                <a:lnTo>
                  <a:pt x="321" y="0"/>
                </a:lnTo>
                <a:lnTo>
                  <a:pt x="240" y="0"/>
                </a:lnTo>
                <a:lnTo>
                  <a:pt x="161" y="0"/>
                </a:lnTo>
                <a:lnTo>
                  <a:pt x="79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4" y="666"/>
                </a:lnTo>
                <a:lnTo>
                  <a:pt x="454" y="192"/>
                </a:lnTo>
                <a:lnTo>
                  <a:pt x="643" y="192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9" name="Freeform 18"/>
          <p:cNvSpPr>
            <a:spLocks/>
          </p:cNvSpPr>
          <p:nvPr userDrawn="1"/>
        </p:nvSpPr>
        <p:spPr bwMode="auto">
          <a:xfrm>
            <a:off x="1550291" y="4883358"/>
            <a:ext cx="145079" cy="123400"/>
          </a:xfrm>
          <a:custGeom>
            <a:avLst/>
            <a:gdLst>
              <a:gd name="T0" fmla="*/ 396 w 791"/>
              <a:gd name="T1" fmla="*/ 268 h 666"/>
              <a:gd name="T2" fmla="*/ 261 w 791"/>
              <a:gd name="T3" fmla="*/ 666 h 666"/>
              <a:gd name="T4" fmla="*/ 0 w 791"/>
              <a:gd name="T5" fmla="*/ 666 h 666"/>
              <a:gd name="T6" fmla="*/ 256 w 791"/>
              <a:gd name="T7" fmla="*/ 0 h 666"/>
              <a:gd name="T8" fmla="*/ 290 w 791"/>
              <a:gd name="T9" fmla="*/ 0 h 666"/>
              <a:gd name="T10" fmla="*/ 326 w 791"/>
              <a:gd name="T11" fmla="*/ 0 h 666"/>
              <a:gd name="T12" fmla="*/ 361 w 791"/>
              <a:gd name="T13" fmla="*/ 0 h 666"/>
              <a:gd name="T14" fmla="*/ 396 w 791"/>
              <a:gd name="T15" fmla="*/ 0 h 666"/>
              <a:gd name="T16" fmla="*/ 432 w 791"/>
              <a:gd name="T17" fmla="*/ 0 h 666"/>
              <a:gd name="T18" fmla="*/ 467 w 791"/>
              <a:gd name="T19" fmla="*/ 0 h 666"/>
              <a:gd name="T20" fmla="*/ 503 w 791"/>
              <a:gd name="T21" fmla="*/ 0 h 666"/>
              <a:gd name="T22" fmla="*/ 537 w 791"/>
              <a:gd name="T23" fmla="*/ 0 h 666"/>
              <a:gd name="T24" fmla="*/ 791 w 791"/>
              <a:gd name="T25" fmla="*/ 666 h 666"/>
              <a:gd name="T26" fmla="*/ 532 w 791"/>
              <a:gd name="T27" fmla="*/ 666 h 666"/>
              <a:gd name="T28" fmla="*/ 396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6" y="268"/>
                </a:moveTo>
                <a:lnTo>
                  <a:pt x="261" y="666"/>
                </a:lnTo>
                <a:lnTo>
                  <a:pt x="0" y="666"/>
                </a:lnTo>
                <a:lnTo>
                  <a:pt x="256" y="0"/>
                </a:lnTo>
                <a:lnTo>
                  <a:pt x="290" y="0"/>
                </a:lnTo>
                <a:lnTo>
                  <a:pt x="326" y="0"/>
                </a:lnTo>
                <a:lnTo>
                  <a:pt x="361" y="0"/>
                </a:lnTo>
                <a:lnTo>
                  <a:pt x="396" y="0"/>
                </a:lnTo>
                <a:lnTo>
                  <a:pt x="432" y="0"/>
                </a:lnTo>
                <a:lnTo>
                  <a:pt x="467" y="0"/>
                </a:lnTo>
                <a:lnTo>
                  <a:pt x="503" y="0"/>
                </a:lnTo>
                <a:lnTo>
                  <a:pt x="537" y="0"/>
                </a:lnTo>
                <a:lnTo>
                  <a:pt x="791" y="666"/>
                </a:lnTo>
                <a:lnTo>
                  <a:pt x="532" y="666"/>
                </a:lnTo>
                <a:lnTo>
                  <a:pt x="396" y="268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0" name="Freeform 19"/>
          <p:cNvSpPr>
            <a:spLocks/>
          </p:cNvSpPr>
          <p:nvPr userDrawn="1"/>
        </p:nvSpPr>
        <p:spPr bwMode="auto">
          <a:xfrm>
            <a:off x="1443567" y="4883358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4 w 643"/>
              <a:gd name="T5" fmla="*/ 0 h 666"/>
              <a:gd name="T6" fmla="*/ 482 w 643"/>
              <a:gd name="T7" fmla="*/ 0 h 666"/>
              <a:gd name="T8" fmla="*/ 403 w 643"/>
              <a:gd name="T9" fmla="*/ 0 h 666"/>
              <a:gd name="T10" fmla="*/ 322 w 643"/>
              <a:gd name="T11" fmla="*/ 0 h 666"/>
              <a:gd name="T12" fmla="*/ 242 w 643"/>
              <a:gd name="T13" fmla="*/ 0 h 666"/>
              <a:gd name="T14" fmla="*/ 161 w 643"/>
              <a:gd name="T15" fmla="*/ 0 h 666"/>
              <a:gd name="T16" fmla="*/ 81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9 w 643"/>
              <a:gd name="T23" fmla="*/ 192 h 666"/>
              <a:gd name="T24" fmla="*/ 189 w 643"/>
              <a:gd name="T25" fmla="*/ 666 h 666"/>
              <a:gd name="T26" fmla="*/ 456 w 643"/>
              <a:gd name="T27" fmla="*/ 666 h 666"/>
              <a:gd name="T28" fmla="*/ 456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4" y="0"/>
                </a:lnTo>
                <a:lnTo>
                  <a:pt x="482" y="0"/>
                </a:lnTo>
                <a:lnTo>
                  <a:pt x="403" y="0"/>
                </a:lnTo>
                <a:lnTo>
                  <a:pt x="322" y="0"/>
                </a:lnTo>
                <a:lnTo>
                  <a:pt x="242" y="0"/>
                </a:lnTo>
                <a:lnTo>
                  <a:pt x="161" y="0"/>
                </a:lnTo>
                <a:lnTo>
                  <a:pt x="81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6" y="666"/>
                </a:lnTo>
                <a:lnTo>
                  <a:pt x="456" y="192"/>
                </a:lnTo>
                <a:lnTo>
                  <a:pt x="643" y="192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1" name="Freeform 20"/>
          <p:cNvSpPr>
            <a:spLocks/>
          </p:cNvSpPr>
          <p:nvPr userDrawn="1"/>
        </p:nvSpPr>
        <p:spPr bwMode="auto">
          <a:xfrm>
            <a:off x="2270682" y="4883358"/>
            <a:ext cx="146746" cy="123400"/>
          </a:xfrm>
          <a:custGeom>
            <a:avLst/>
            <a:gdLst>
              <a:gd name="T0" fmla="*/ 395 w 791"/>
              <a:gd name="T1" fmla="*/ 268 h 666"/>
              <a:gd name="T2" fmla="*/ 261 w 791"/>
              <a:gd name="T3" fmla="*/ 666 h 666"/>
              <a:gd name="T4" fmla="*/ 0 w 791"/>
              <a:gd name="T5" fmla="*/ 666 h 666"/>
              <a:gd name="T6" fmla="*/ 255 w 791"/>
              <a:gd name="T7" fmla="*/ 0 h 666"/>
              <a:gd name="T8" fmla="*/ 291 w 791"/>
              <a:gd name="T9" fmla="*/ 0 h 666"/>
              <a:gd name="T10" fmla="*/ 325 w 791"/>
              <a:gd name="T11" fmla="*/ 0 h 666"/>
              <a:gd name="T12" fmla="*/ 361 w 791"/>
              <a:gd name="T13" fmla="*/ 0 h 666"/>
              <a:gd name="T14" fmla="*/ 395 w 791"/>
              <a:gd name="T15" fmla="*/ 0 h 666"/>
              <a:gd name="T16" fmla="*/ 431 w 791"/>
              <a:gd name="T17" fmla="*/ 0 h 666"/>
              <a:gd name="T18" fmla="*/ 465 w 791"/>
              <a:gd name="T19" fmla="*/ 0 h 666"/>
              <a:gd name="T20" fmla="*/ 501 w 791"/>
              <a:gd name="T21" fmla="*/ 0 h 666"/>
              <a:gd name="T22" fmla="*/ 537 w 791"/>
              <a:gd name="T23" fmla="*/ 0 h 666"/>
              <a:gd name="T24" fmla="*/ 791 w 791"/>
              <a:gd name="T25" fmla="*/ 666 h 666"/>
              <a:gd name="T26" fmla="*/ 531 w 791"/>
              <a:gd name="T27" fmla="*/ 666 h 666"/>
              <a:gd name="T28" fmla="*/ 395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5" y="268"/>
                </a:moveTo>
                <a:lnTo>
                  <a:pt x="261" y="666"/>
                </a:lnTo>
                <a:lnTo>
                  <a:pt x="0" y="666"/>
                </a:lnTo>
                <a:lnTo>
                  <a:pt x="255" y="0"/>
                </a:lnTo>
                <a:lnTo>
                  <a:pt x="291" y="0"/>
                </a:lnTo>
                <a:lnTo>
                  <a:pt x="325" y="0"/>
                </a:lnTo>
                <a:lnTo>
                  <a:pt x="361" y="0"/>
                </a:lnTo>
                <a:lnTo>
                  <a:pt x="395" y="0"/>
                </a:lnTo>
                <a:lnTo>
                  <a:pt x="431" y="0"/>
                </a:lnTo>
                <a:lnTo>
                  <a:pt x="465" y="0"/>
                </a:lnTo>
                <a:lnTo>
                  <a:pt x="501" y="0"/>
                </a:lnTo>
                <a:lnTo>
                  <a:pt x="537" y="0"/>
                </a:lnTo>
                <a:lnTo>
                  <a:pt x="791" y="666"/>
                </a:lnTo>
                <a:lnTo>
                  <a:pt x="531" y="666"/>
                </a:lnTo>
                <a:lnTo>
                  <a:pt x="395" y="268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2" name="Freeform 21"/>
          <p:cNvSpPr>
            <a:spLocks/>
          </p:cNvSpPr>
          <p:nvPr userDrawn="1"/>
        </p:nvSpPr>
        <p:spPr bwMode="auto">
          <a:xfrm>
            <a:off x="2165625" y="4883358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2 w 643"/>
              <a:gd name="T5" fmla="*/ 0 h 666"/>
              <a:gd name="T6" fmla="*/ 483 w 643"/>
              <a:gd name="T7" fmla="*/ 0 h 666"/>
              <a:gd name="T8" fmla="*/ 401 w 643"/>
              <a:gd name="T9" fmla="*/ 0 h 666"/>
              <a:gd name="T10" fmla="*/ 322 w 643"/>
              <a:gd name="T11" fmla="*/ 0 h 666"/>
              <a:gd name="T12" fmla="*/ 241 w 643"/>
              <a:gd name="T13" fmla="*/ 0 h 666"/>
              <a:gd name="T14" fmla="*/ 161 w 643"/>
              <a:gd name="T15" fmla="*/ 0 h 666"/>
              <a:gd name="T16" fmla="*/ 80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8 w 643"/>
              <a:gd name="T23" fmla="*/ 192 h 666"/>
              <a:gd name="T24" fmla="*/ 188 w 643"/>
              <a:gd name="T25" fmla="*/ 666 h 666"/>
              <a:gd name="T26" fmla="*/ 454 w 643"/>
              <a:gd name="T27" fmla="*/ 666 h 666"/>
              <a:gd name="T28" fmla="*/ 454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2" y="0"/>
                </a:lnTo>
                <a:lnTo>
                  <a:pt x="483" y="0"/>
                </a:lnTo>
                <a:lnTo>
                  <a:pt x="401" y="0"/>
                </a:lnTo>
                <a:lnTo>
                  <a:pt x="322" y="0"/>
                </a:lnTo>
                <a:lnTo>
                  <a:pt x="241" y="0"/>
                </a:lnTo>
                <a:lnTo>
                  <a:pt x="161" y="0"/>
                </a:lnTo>
                <a:lnTo>
                  <a:pt x="80" y="0"/>
                </a:lnTo>
                <a:lnTo>
                  <a:pt x="0" y="0"/>
                </a:lnTo>
                <a:lnTo>
                  <a:pt x="0" y="192"/>
                </a:lnTo>
                <a:lnTo>
                  <a:pt x="188" y="192"/>
                </a:lnTo>
                <a:lnTo>
                  <a:pt x="188" y="666"/>
                </a:lnTo>
                <a:lnTo>
                  <a:pt x="454" y="666"/>
                </a:lnTo>
                <a:lnTo>
                  <a:pt x="454" y="192"/>
                </a:lnTo>
                <a:lnTo>
                  <a:pt x="643" y="192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3" name="Freeform 22"/>
          <p:cNvSpPr>
            <a:spLocks/>
          </p:cNvSpPr>
          <p:nvPr userDrawn="1"/>
        </p:nvSpPr>
        <p:spPr bwMode="auto">
          <a:xfrm>
            <a:off x="2030552" y="4883358"/>
            <a:ext cx="145079" cy="123400"/>
          </a:xfrm>
          <a:custGeom>
            <a:avLst/>
            <a:gdLst>
              <a:gd name="T0" fmla="*/ 396 w 791"/>
              <a:gd name="T1" fmla="*/ 268 h 666"/>
              <a:gd name="T2" fmla="*/ 260 w 791"/>
              <a:gd name="T3" fmla="*/ 666 h 666"/>
              <a:gd name="T4" fmla="*/ 0 w 791"/>
              <a:gd name="T5" fmla="*/ 666 h 666"/>
              <a:gd name="T6" fmla="*/ 256 w 791"/>
              <a:gd name="T7" fmla="*/ 0 h 666"/>
              <a:gd name="T8" fmla="*/ 290 w 791"/>
              <a:gd name="T9" fmla="*/ 0 h 666"/>
              <a:gd name="T10" fmla="*/ 326 w 791"/>
              <a:gd name="T11" fmla="*/ 0 h 666"/>
              <a:gd name="T12" fmla="*/ 360 w 791"/>
              <a:gd name="T13" fmla="*/ 0 h 666"/>
              <a:gd name="T14" fmla="*/ 396 w 791"/>
              <a:gd name="T15" fmla="*/ 0 h 666"/>
              <a:gd name="T16" fmla="*/ 430 w 791"/>
              <a:gd name="T17" fmla="*/ 0 h 666"/>
              <a:gd name="T18" fmla="*/ 466 w 791"/>
              <a:gd name="T19" fmla="*/ 0 h 666"/>
              <a:gd name="T20" fmla="*/ 502 w 791"/>
              <a:gd name="T21" fmla="*/ 0 h 666"/>
              <a:gd name="T22" fmla="*/ 536 w 791"/>
              <a:gd name="T23" fmla="*/ 0 h 666"/>
              <a:gd name="T24" fmla="*/ 791 w 791"/>
              <a:gd name="T25" fmla="*/ 666 h 666"/>
              <a:gd name="T26" fmla="*/ 532 w 791"/>
              <a:gd name="T27" fmla="*/ 666 h 666"/>
              <a:gd name="T28" fmla="*/ 396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6" y="268"/>
                </a:moveTo>
                <a:lnTo>
                  <a:pt x="260" y="666"/>
                </a:lnTo>
                <a:lnTo>
                  <a:pt x="0" y="666"/>
                </a:lnTo>
                <a:lnTo>
                  <a:pt x="256" y="0"/>
                </a:lnTo>
                <a:lnTo>
                  <a:pt x="290" y="0"/>
                </a:lnTo>
                <a:lnTo>
                  <a:pt x="326" y="0"/>
                </a:lnTo>
                <a:lnTo>
                  <a:pt x="360" y="0"/>
                </a:lnTo>
                <a:lnTo>
                  <a:pt x="396" y="0"/>
                </a:lnTo>
                <a:lnTo>
                  <a:pt x="430" y="0"/>
                </a:lnTo>
                <a:lnTo>
                  <a:pt x="466" y="0"/>
                </a:lnTo>
                <a:lnTo>
                  <a:pt x="502" y="0"/>
                </a:lnTo>
                <a:lnTo>
                  <a:pt x="536" y="0"/>
                </a:lnTo>
                <a:lnTo>
                  <a:pt x="791" y="666"/>
                </a:lnTo>
                <a:lnTo>
                  <a:pt x="532" y="666"/>
                </a:lnTo>
                <a:lnTo>
                  <a:pt x="396" y="268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" name="Freeform 23"/>
          <p:cNvSpPr>
            <a:spLocks/>
          </p:cNvSpPr>
          <p:nvPr userDrawn="1"/>
        </p:nvSpPr>
        <p:spPr bwMode="auto">
          <a:xfrm>
            <a:off x="1923827" y="4883358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3 w 643"/>
              <a:gd name="T5" fmla="*/ 0 h 666"/>
              <a:gd name="T6" fmla="*/ 482 w 643"/>
              <a:gd name="T7" fmla="*/ 0 h 666"/>
              <a:gd name="T8" fmla="*/ 402 w 643"/>
              <a:gd name="T9" fmla="*/ 0 h 666"/>
              <a:gd name="T10" fmla="*/ 321 w 643"/>
              <a:gd name="T11" fmla="*/ 0 h 666"/>
              <a:gd name="T12" fmla="*/ 242 w 643"/>
              <a:gd name="T13" fmla="*/ 0 h 666"/>
              <a:gd name="T14" fmla="*/ 161 w 643"/>
              <a:gd name="T15" fmla="*/ 0 h 666"/>
              <a:gd name="T16" fmla="*/ 81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9 w 643"/>
              <a:gd name="T23" fmla="*/ 192 h 666"/>
              <a:gd name="T24" fmla="*/ 189 w 643"/>
              <a:gd name="T25" fmla="*/ 666 h 666"/>
              <a:gd name="T26" fmla="*/ 454 w 643"/>
              <a:gd name="T27" fmla="*/ 666 h 666"/>
              <a:gd name="T28" fmla="*/ 454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3" y="0"/>
                </a:lnTo>
                <a:lnTo>
                  <a:pt x="482" y="0"/>
                </a:lnTo>
                <a:lnTo>
                  <a:pt x="402" y="0"/>
                </a:lnTo>
                <a:lnTo>
                  <a:pt x="321" y="0"/>
                </a:lnTo>
                <a:lnTo>
                  <a:pt x="242" y="0"/>
                </a:lnTo>
                <a:lnTo>
                  <a:pt x="161" y="0"/>
                </a:lnTo>
                <a:lnTo>
                  <a:pt x="81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4" y="666"/>
                </a:lnTo>
                <a:lnTo>
                  <a:pt x="454" y="192"/>
                </a:lnTo>
                <a:lnTo>
                  <a:pt x="643" y="192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" name="Freeform 24"/>
          <p:cNvSpPr>
            <a:spLocks/>
          </p:cNvSpPr>
          <p:nvPr userDrawn="1"/>
        </p:nvSpPr>
        <p:spPr bwMode="auto">
          <a:xfrm>
            <a:off x="2752611" y="4883358"/>
            <a:ext cx="145079" cy="123400"/>
          </a:xfrm>
          <a:custGeom>
            <a:avLst/>
            <a:gdLst>
              <a:gd name="T0" fmla="*/ 395 w 791"/>
              <a:gd name="T1" fmla="*/ 268 h 666"/>
              <a:gd name="T2" fmla="*/ 259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90 w 791"/>
              <a:gd name="T9" fmla="*/ 0 h 666"/>
              <a:gd name="T10" fmla="*/ 324 w 791"/>
              <a:gd name="T11" fmla="*/ 0 h 666"/>
              <a:gd name="T12" fmla="*/ 360 w 791"/>
              <a:gd name="T13" fmla="*/ 0 h 666"/>
              <a:gd name="T14" fmla="*/ 395 w 791"/>
              <a:gd name="T15" fmla="*/ 0 h 666"/>
              <a:gd name="T16" fmla="*/ 431 w 791"/>
              <a:gd name="T17" fmla="*/ 0 h 666"/>
              <a:gd name="T18" fmla="*/ 465 w 791"/>
              <a:gd name="T19" fmla="*/ 0 h 666"/>
              <a:gd name="T20" fmla="*/ 501 w 791"/>
              <a:gd name="T21" fmla="*/ 0 h 666"/>
              <a:gd name="T22" fmla="*/ 537 w 791"/>
              <a:gd name="T23" fmla="*/ 0 h 666"/>
              <a:gd name="T24" fmla="*/ 791 w 791"/>
              <a:gd name="T25" fmla="*/ 666 h 666"/>
              <a:gd name="T26" fmla="*/ 530 w 791"/>
              <a:gd name="T27" fmla="*/ 666 h 666"/>
              <a:gd name="T28" fmla="*/ 395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5" y="268"/>
                </a:moveTo>
                <a:lnTo>
                  <a:pt x="259" y="666"/>
                </a:lnTo>
                <a:lnTo>
                  <a:pt x="0" y="666"/>
                </a:lnTo>
                <a:lnTo>
                  <a:pt x="254" y="0"/>
                </a:lnTo>
                <a:lnTo>
                  <a:pt x="290" y="0"/>
                </a:lnTo>
                <a:lnTo>
                  <a:pt x="324" y="0"/>
                </a:lnTo>
                <a:lnTo>
                  <a:pt x="360" y="0"/>
                </a:lnTo>
                <a:lnTo>
                  <a:pt x="395" y="0"/>
                </a:lnTo>
                <a:lnTo>
                  <a:pt x="431" y="0"/>
                </a:lnTo>
                <a:lnTo>
                  <a:pt x="465" y="0"/>
                </a:lnTo>
                <a:lnTo>
                  <a:pt x="501" y="0"/>
                </a:lnTo>
                <a:lnTo>
                  <a:pt x="537" y="0"/>
                </a:lnTo>
                <a:lnTo>
                  <a:pt x="791" y="666"/>
                </a:lnTo>
                <a:lnTo>
                  <a:pt x="530" y="666"/>
                </a:lnTo>
                <a:lnTo>
                  <a:pt x="395" y="268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6" name="Freeform 25"/>
          <p:cNvSpPr>
            <a:spLocks/>
          </p:cNvSpPr>
          <p:nvPr userDrawn="1"/>
        </p:nvSpPr>
        <p:spPr bwMode="auto">
          <a:xfrm>
            <a:off x="2645886" y="4883358"/>
            <a:ext cx="118398" cy="123400"/>
          </a:xfrm>
          <a:custGeom>
            <a:avLst/>
            <a:gdLst>
              <a:gd name="T0" fmla="*/ 645 w 645"/>
              <a:gd name="T1" fmla="*/ 192 h 666"/>
              <a:gd name="T2" fmla="*/ 645 w 645"/>
              <a:gd name="T3" fmla="*/ 0 h 666"/>
              <a:gd name="T4" fmla="*/ 564 w 645"/>
              <a:gd name="T5" fmla="*/ 0 h 666"/>
              <a:gd name="T6" fmla="*/ 484 w 645"/>
              <a:gd name="T7" fmla="*/ 0 h 666"/>
              <a:gd name="T8" fmla="*/ 403 w 645"/>
              <a:gd name="T9" fmla="*/ 0 h 666"/>
              <a:gd name="T10" fmla="*/ 323 w 645"/>
              <a:gd name="T11" fmla="*/ 0 h 666"/>
              <a:gd name="T12" fmla="*/ 242 w 645"/>
              <a:gd name="T13" fmla="*/ 0 h 666"/>
              <a:gd name="T14" fmla="*/ 163 w 645"/>
              <a:gd name="T15" fmla="*/ 0 h 666"/>
              <a:gd name="T16" fmla="*/ 82 w 645"/>
              <a:gd name="T17" fmla="*/ 0 h 666"/>
              <a:gd name="T18" fmla="*/ 0 w 645"/>
              <a:gd name="T19" fmla="*/ 0 h 666"/>
              <a:gd name="T20" fmla="*/ 0 w 645"/>
              <a:gd name="T21" fmla="*/ 192 h 666"/>
              <a:gd name="T22" fmla="*/ 189 w 645"/>
              <a:gd name="T23" fmla="*/ 192 h 666"/>
              <a:gd name="T24" fmla="*/ 189 w 645"/>
              <a:gd name="T25" fmla="*/ 666 h 666"/>
              <a:gd name="T26" fmla="*/ 456 w 645"/>
              <a:gd name="T27" fmla="*/ 666 h 666"/>
              <a:gd name="T28" fmla="*/ 456 w 645"/>
              <a:gd name="T29" fmla="*/ 192 h 666"/>
              <a:gd name="T30" fmla="*/ 645 w 645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5" h="666">
                <a:moveTo>
                  <a:pt x="645" y="192"/>
                </a:moveTo>
                <a:lnTo>
                  <a:pt x="645" y="0"/>
                </a:lnTo>
                <a:lnTo>
                  <a:pt x="564" y="0"/>
                </a:lnTo>
                <a:lnTo>
                  <a:pt x="484" y="0"/>
                </a:lnTo>
                <a:lnTo>
                  <a:pt x="403" y="0"/>
                </a:lnTo>
                <a:lnTo>
                  <a:pt x="323" y="0"/>
                </a:lnTo>
                <a:lnTo>
                  <a:pt x="242" y="0"/>
                </a:lnTo>
                <a:lnTo>
                  <a:pt x="163" y="0"/>
                </a:lnTo>
                <a:lnTo>
                  <a:pt x="82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6" y="666"/>
                </a:lnTo>
                <a:lnTo>
                  <a:pt x="456" y="192"/>
                </a:lnTo>
                <a:lnTo>
                  <a:pt x="645" y="192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7" name="Freeform 26"/>
          <p:cNvSpPr>
            <a:spLocks/>
          </p:cNvSpPr>
          <p:nvPr userDrawn="1"/>
        </p:nvSpPr>
        <p:spPr bwMode="auto">
          <a:xfrm>
            <a:off x="2512480" y="4883358"/>
            <a:ext cx="145079" cy="123400"/>
          </a:xfrm>
          <a:custGeom>
            <a:avLst/>
            <a:gdLst>
              <a:gd name="T0" fmla="*/ 397 w 791"/>
              <a:gd name="T1" fmla="*/ 268 h 666"/>
              <a:gd name="T2" fmla="*/ 261 w 791"/>
              <a:gd name="T3" fmla="*/ 666 h 666"/>
              <a:gd name="T4" fmla="*/ 0 w 791"/>
              <a:gd name="T5" fmla="*/ 666 h 666"/>
              <a:gd name="T6" fmla="*/ 256 w 791"/>
              <a:gd name="T7" fmla="*/ 0 h 666"/>
              <a:gd name="T8" fmla="*/ 291 w 791"/>
              <a:gd name="T9" fmla="*/ 0 h 666"/>
              <a:gd name="T10" fmla="*/ 326 w 791"/>
              <a:gd name="T11" fmla="*/ 0 h 666"/>
              <a:gd name="T12" fmla="*/ 361 w 791"/>
              <a:gd name="T13" fmla="*/ 0 h 666"/>
              <a:gd name="T14" fmla="*/ 397 w 791"/>
              <a:gd name="T15" fmla="*/ 0 h 666"/>
              <a:gd name="T16" fmla="*/ 431 w 791"/>
              <a:gd name="T17" fmla="*/ 0 h 666"/>
              <a:gd name="T18" fmla="*/ 467 w 791"/>
              <a:gd name="T19" fmla="*/ 0 h 666"/>
              <a:gd name="T20" fmla="*/ 501 w 791"/>
              <a:gd name="T21" fmla="*/ 0 h 666"/>
              <a:gd name="T22" fmla="*/ 537 w 791"/>
              <a:gd name="T23" fmla="*/ 0 h 666"/>
              <a:gd name="T24" fmla="*/ 791 w 791"/>
              <a:gd name="T25" fmla="*/ 666 h 666"/>
              <a:gd name="T26" fmla="*/ 532 w 791"/>
              <a:gd name="T27" fmla="*/ 666 h 666"/>
              <a:gd name="T28" fmla="*/ 397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7" y="268"/>
                </a:moveTo>
                <a:lnTo>
                  <a:pt x="261" y="666"/>
                </a:lnTo>
                <a:lnTo>
                  <a:pt x="0" y="666"/>
                </a:lnTo>
                <a:lnTo>
                  <a:pt x="256" y="0"/>
                </a:lnTo>
                <a:lnTo>
                  <a:pt x="291" y="0"/>
                </a:lnTo>
                <a:lnTo>
                  <a:pt x="326" y="0"/>
                </a:lnTo>
                <a:lnTo>
                  <a:pt x="361" y="0"/>
                </a:lnTo>
                <a:lnTo>
                  <a:pt x="397" y="0"/>
                </a:lnTo>
                <a:lnTo>
                  <a:pt x="431" y="0"/>
                </a:lnTo>
                <a:lnTo>
                  <a:pt x="467" y="0"/>
                </a:lnTo>
                <a:lnTo>
                  <a:pt x="501" y="0"/>
                </a:lnTo>
                <a:lnTo>
                  <a:pt x="537" y="0"/>
                </a:lnTo>
                <a:lnTo>
                  <a:pt x="791" y="666"/>
                </a:lnTo>
                <a:lnTo>
                  <a:pt x="532" y="666"/>
                </a:lnTo>
                <a:lnTo>
                  <a:pt x="397" y="268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8" name="Freeform 27"/>
          <p:cNvSpPr>
            <a:spLocks/>
          </p:cNvSpPr>
          <p:nvPr userDrawn="1"/>
        </p:nvSpPr>
        <p:spPr bwMode="auto">
          <a:xfrm>
            <a:off x="2405756" y="4883358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4 w 643"/>
              <a:gd name="T5" fmla="*/ 0 h 666"/>
              <a:gd name="T6" fmla="*/ 483 w 643"/>
              <a:gd name="T7" fmla="*/ 0 h 666"/>
              <a:gd name="T8" fmla="*/ 403 w 643"/>
              <a:gd name="T9" fmla="*/ 0 h 666"/>
              <a:gd name="T10" fmla="*/ 322 w 643"/>
              <a:gd name="T11" fmla="*/ 0 h 666"/>
              <a:gd name="T12" fmla="*/ 242 w 643"/>
              <a:gd name="T13" fmla="*/ 0 h 666"/>
              <a:gd name="T14" fmla="*/ 161 w 643"/>
              <a:gd name="T15" fmla="*/ 0 h 666"/>
              <a:gd name="T16" fmla="*/ 80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9 w 643"/>
              <a:gd name="T23" fmla="*/ 192 h 666"/>
              <a:gd name="T24" fmla="*/ 189 w 643"/>
              <a:gd name="T25" fmla="*/ 666 h 666"/>
              <a:gd name="T26" fmla="*/ 454 w 643"/>
              <a:gd name="T27" fmla="*/ 666 h 666"/>
              <a:gd name="T28" fmla="*/ 454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4" y="0"/>
                </a:lnTo>
                <a:lnTo>
                  <a:pt x="483" y="0"/>
                </a:lnTo>
                <a:lnTo>
                  <a:pt x="403" y="0"/>
                </a:lnTo>
                <a:lnTo>
                  <a:pt x="322" y="0"/>
                </a:lnTo>
                <a:lnTo>
                  <a:pt x="242" y="0"/>
                </a:lnTo>
                <a:lnTo>
                  <a:pt x="161" y="0"/>
                </a:lnTo>
                <a:lnTo>
                  <a:pt x="80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4" y="666"/>
                </a:lnTo>
                <a:lnTo>
                  <a:pt x="454" y="192"/>
                </a:lnTo>
                <a:lnTo>
                  <a:pt x="643" y="192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9" name="Freeform 28"/>
          <p:cNvSpPr>
            <a:spLocks/>
          </p:cNvSpPr>
          <p:nvPr userDrawn="1"/>
        </p:nvSpPr>
        <p:spPr bwMode="auto">
          <a:xfrm>
            <a:off x="3234538" y="4883358"/>
            <a:ext cx="145079" cy="123400"/>
          </a:xfrm>
          <a:custGeom>
            <a:avLst/>
            <a:gdLst>
              <a:gd name="T0" fmla="*/ 394 w 791"/>
              <a:gd name="T1" fmla="*/ 268 h 666"/>
              <a:gd name="T2" fmla="*/ 259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90 w 791"/>
              <a:gd name="T9" fmla="*/ 0 h 666"/>
              <a:gd name="T10" fmla="*/ 324 w 791"/>
              <a:gd name="T11" fmla="*/ 0 h 666"/>
              <a:gd name="T12" fmla="*/ 360 w 791"/>
              <a:gd name="T13" fmla="*/ 0 h 666"/>
              <a:gd name="T14" fmla="*/ 394 w 791"/>
              <a:gd name="T15" fmla="*/ 0 h 666"/>
              <a:gd name="T16" fmla="*/ 430 w 791"/>
              <a:gd name="T17" fmla="*/ 0 h 666"/>
              <a:gd name="T18" fmla="*/ 464 w 791"/>
              <a:gd name="T19" fmla="*/ 0 h 666"/>
              <a:gd name="T20" fmla="*/ 500 w 791"/>
              <a:gd name="T21" fmla="*/ 0 h 666"/>
              <a:gd name="T22" fmla="*/ 535 w 791"/>
              <a:gd name="T23" fmla="*/ 0 h 666"/>
              <a:gd name="T24" fmla="*/ 791 w 791"/>
              <a:gd name="T25" fmla="*/ 666 h 666"/>
              <a:gd name="T26" fmla="*/ 530 w 791"/>
              <a:gd name="T27" fmla="*/ 666 h 666"/>
              <a:gd name="T28" fmla="*/ 394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4" y="268"/>
                </a:moveTo>
                <a:lnTo>
                  <a:pt x="259" y="666"/>
                </a:lnTo>
                <a:lnTo>
                  <a:pt x="0" y="666"/>
                </a:lnTo>
                <a:lnTo>
                  <a:pt x="254" y="0"/>
                </a:lnTo>
                <a:lnTo>
                  <a:pt x="290" y="0"/>
                </a:lnTo>
                <a:lnTo>
                  <a:pt x="324" y="0"/>
                </a:lnTo>
                <a:lnTo>
                  <a:pt x="360" y="0"/>
                </a:lnTo>
                <a:lnTo>
                  <a:pt x="394" y="0"/>
                </a:lnTo>
                <a:lnTo>
                  <a:pt x="430" y="0"/>
                </a:lnTo>
                <a:lnTo>
                  <a:pt x="464" y="0"/>
                </a:lnTo>
                <a:lnTo>
                  <a:pt x="500" y="0"/>
                </a:lnTo>
                <a:lnTo>
                  <a:pt x="535" y="0"/>
                </a:lnTo>
                <a:lnTo>
                  <a:pt x="791" y="666"/>
                </a:lnTo>
                <a:lnTo>
                  <a:pt x="530" y="666"/>
                </a:lnTo>
                <a:lnTo>
                  <a:pt x="394" y="268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0" name="Freeform 29"/>
          <p:cNvSpPr>
            <a:spLocks/>
          </p:cNvSpPr>
          <p:nvPr userDrawn="1"/>
        </p:nvSpPr>
        <p:spPr bwMode="auto">
          <a:xfrm>
            <a:off x="3126147" y="4883358"/>
            <a:ext cx="118398" cy="123400"/>
          </a:xfrm>
          <a:custGeom>
            <a:avLst/>
            <a:gdLst>
              <a:gd name="T0" fmla="*/ 644 w 644"/>
              <a:gd name="T1" fmla="*/ 192 h 666"/>
              <a:gd name="T2" fmla="*/ 644 w 644"/>
              <a:gd name="T3" fmla="*/ 0 h 666"/>
              <a:gd name="T4" fmla="*/ 563 w 644"/>
              <a:gd name="T5" fmla="*/ 0 h 666"/>
              <a:gd name="T6" fmla="*/ 484 w 644"/>
              <a:gd name="T7" fmla="*/ 0 h 666"/>
              <a:gd name="T8" fmla="*/ 403 w 644"/>
              <a:gd name="T9" fmla="*/ 0 h 666"/>
              <a:gd name="T10" fmla="*/ 323 w 644"/>
              <a:gd name="T11" fmla="*/ 0 h 666"/>
              <a:gd name="T12" fmla="*/ 242 w 644"/>
              <a:gd name="T13" fmla="*/ 0 h 666"/>
              <a:gd name="T14" fmla="*/ 161 w 644"/>
              <a:gd name="T15" fmla="*/ 0 h 666"/>
              <a:gd name="T16" fmla="*/ 81 w 644"/>
              <a:gd name="T17" fmla="*/ 0 h 666"/>
              <a:gd name="T18" fmla="*/ 0 w 644"/>
              <a:gd name="T19" fmla="*/ 0 h 666"/>
              <a:gd name="T20" fmla="*/ 0 w 644"/>
              <a:gd name="T21" fmla="*/ 192 h 666"/>
              <a:gd name="T22" fmla="*/ 189 w 644"/>
              <a:gd name="T23" fmla="*/ 192 h 666"/>
              <a:gd name="T24" fmla="*/ 189 w 644"/>
              <a:gd name="T25" fmla="*/ 666 h 666"/>
              <a:gd name="T26" fmla="*/ 456 w 644"/>
              <a:gd name="T27" fmla="*/ 666 h 666"/>
              <a:gd name="T28" fmla="*/ 456 w 644"/>
              <a:gd name="T29" fmla="*/ 192 h 666"/>
              <a:gd name="T30" fmla="*/ 644 w 644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4" h="666">
                <a:moveTo>
                  <a:pt x="644" y="192"/>
                </a:moveTo>
                <a:lnTo>
                  <a:pt x="644" y="0"/>
                </a:lnTo>
                <a:lnTo>
                  <a:pt x="563" y="0"/>
                </a:lnTo>
                <a:lnTo>
                  <a:pt x="484" y="0"/>
                </a:lnTo>
                <a:lnTo>
                  <a:pt x="403" y="0"/>
                </a:lnTo>
                <a:lnTo>
                  <a:pt x="323" y="0"/>
                </a:lnTo>
                <a:lnTo>
                  <a:pt x="242" y="0"/>
                </a:lnTo>
                <a:lnTo>
                  <a:pt x="161" y="0"/>
                </a:lnTo>
                <a:lnTo>
                  <a:pt x="81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6" y="666"/>
                </a:lnTo>
                <a:lnTo>
                  <a:pt x="456" y="192"/>
                </a:lnTo>
                <a:lnTo>
                  <a:pt x="644" y="192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1" name="Freeform 30"/>
          <p:cNvSpPr>
            <a:spLocks/>
          </p:cNvSpPr>
          <p:nvPr userDrawn="1"/>
        </p:nvSpPr>
        <p:spPr bwMode="auto">
          <a:xfrm>
            <a:off x="2992741" y="4883358"/>
            <a:ext cx="145079" cy="123400"/>
          </a:xfrm>
          <a:custGeom>
            <a:avLst/>
            <a:gdLst>
              <a:gd name="T0" fmla="*/ 396 w 791"/>
              <a:gd name="T1" fmla="*/ 268 h 666"/>
              <a:gd name="T2" fmla="*/ 261 w 791"/>
              <a:gd name="T3" fmla="*/ 666 h 666"/>
              <a:gd name="T4" fmla="*/ 0 w 791"/>
              <a:gd name="T5" fmla="*/ 666 h 666"/>
              <a:gd name="T6" fmla="*/ 256 w 791"/>
              <a:gd name="T7" fmla="*/ 0 h 666"/>
              <a:gd name="T8" fmla="*/ 290 w 791"/>
              <a:gd name="T9" fmla="*/ 0 h 666"/>
              <a:gd name="T10" fmla="*/ 326 w 791"/>
              <a:gd name="T11" fmla="*/ 0 h 666"/>
              <a:gd name="T12" fmla="*/ 360 w 791"/>
              <a:gd name="T13" fmla="*/ 0 h 666"/>
              <a:gd name="T14" fmla="*/ 396 w 791"/>
              <a:gd name="T15" fmla="*/ 0 h 666"/>
              <a:gd name="T16" fmla="*/ 431 w 791"/>
              <a:gd name="T17" fmla="*/ 0 h 666"/>
              <a:gd name="T18" fmla="*/ 466 w 791"/>
              <a:gd name="T19" fmla="*/ 0 h 666"/>
              <a:gd name="T20" fmla="*/ 501 w 791"/>
              <a:gd name="T21" fmla="*/ 0 h 666"/>
              <a:gd name="T22" fmla="*/ 537 w 791"/>
              <a:gd name="T23" fmla="*/ 0 h 666"/>
              <a:gd name="T24" fmla="*/ 791 w 791"/>
              <a:gd name="T25" fmla="*/ 666 h 666"/>
              <a:gd name="T26" fmla="*/ 532 w 791"/>
              <a:gd name="T27" fmla="*/ 666 h 666"/>
              <a:gd name="T28" fmla="*/ 396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6" y="268"/>
                </a:moveTo>
                <a:lnTo>
                  <a:pt x="261" y="666"/>
                </a:lnTo>
                <a:lnTo>
                  <a:pt x="0" y="666"/>
                </a:lnTo>
                <a:lnTo>
                  <a:pt x="256" y="0"/>
                </a:lnTo>
                <a:lnTo>
                  <a:pt x="290" y="0"/>
                </a:lnTo>
                <a:lnTo>
                  <a:pt x="326" y="0"/>
                </a:lnTo>
                <a:lnTo>
                  <a:pt x="360" y="0"/>
                </a:lnTo>
                <a:lnTo>
                  <a:pt x="396" y="0"/>
                </a:lnTo>
                <a:lnTo>
                  <a:pt x="431" y="0"/>
                </a:lnTo>
                <a:lnTo>
                  <a:pt x="466" y="0"/>
                </a:lnTo>
                <a:lnTo>
                  <a:pt x="501" y="0"/>
                </a:lnTo>
                <a:lnTo>
                  <a:pt x="537" y="0"/>
                </a:lnTo>
                <a:lnTo>
                  <a:pt x="791" y="666"/>
                </a:lnTo>
                <a:lnTo>
                  <a:pt x="532" y="666"/>
                </a:lnTo>
                <a:lnTo>
                  <a:pt x="396" y="268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2" name="Freeform 31"/>
          <p:cNvSpPr>
            <a:spLocks/>
          </p:cNvSpPr>
          <p:nvPr userDrawn="1"/>
        </p:nvSpPr>
        <p:spPr bwMode="auto">
          <a:xfrm>
            <a:off x="2886016" y="4883358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3 w 643"/>
              <a:gd name="T5" fmla="*/ 0 h 666"/>
              <a:gd name="T6" fmla="*/ 482 w 643"/>
              <a:gd name="T7" fmla="*/ 0 h 666"/>
              <a:gd name="T8" fmla="*/ 403 w 643"/>
              <a:gd name="T9" fmla="*/ 0 h 666"/>
              <a:gd name="T10" fmla="*/ 321 w 643"/>
              <a:gd name="T11" fmla="*/ 0 h 666"/>
              <a:gd name="T12" fmla="*/ 240 w 643"/>
              <a:gd name="T13" fmla="*/ 0 h 666"/>
              <a:gd name="T14" fmla="*/ 161 w 643"/>
              <a:gd name="T15" fmla="*/ 0 h 666"/>
              <a:gd name="T16" fmla="*/ 80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9 w 643"/>
              <a:gd name="T23" fmla="*/ 192 h 666"/>
              <a:gd name="T24" fmla="*/ 189 w 643"/>
              <a:gd name="T25" fmla="*/ 666 h 666"/>
              <a:gd name="T26" fmla="*/ 454 w 643"/>
              <a:gd name="T27" fmla="*/ 666 h 666"/>
              <a:gd name="T28" fmla="*/ 454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3" y="0"/>
                </a:lnTo>
                <a:lnTo>
                  <a:pt x="482" y="0"/>
                </a:lnTo>
                <a:lnTo>
                  <a:pt x="403" y="0"/>
                </a:lnTo>
                <a:lnTo>
                  <a:pt x="321" y="0"/>
                </a:lnTo>
                <a:lnTo>
                  <a:pt x="240" y="0"/>
                </a:lnTo>
                <a:lnTo>
                  <a:pt x="161" y="0"/>
                </a:lnTo>
                <a:lnTo>
                  <a:pt x="80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4" y="666"/>
                </a:lnTo>
                <a:lnTo>
                  <a:pt x="454" y="192"/>
                </a:lnTo>
                <a:lnTo>
                  <a:pt x="643" y="192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3" name="Freeform 32"/>
          <p:cNvSpPr>
            <a:spLocks/>
          </p:cNvSpPr>
          <p:nvPr userDrawn="1"/>
        </p:nvSpPr>
        <p:spPr bwMode="auto">
          <a:xfrm>
            <a:off x="3714799" y="4883358"/>
            <a:ext cx="145079" cy="123400"/>
          </a:xfrm>
          <a:custGeom>
            <a:avLst/>
            <a:gdLst>
              <a:gd name="T0" fmla="*/ 395 w 791"/>
              <a:gd name="T1" fmla="*/ 268 h 666"/>
              <a:gd name="T2" fmla="*/ 259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90 w 791"/>
              <a:gd name="T9" fmla="*/ 0 h 666"/>
              <a:gd name="T10" fmla="*/ 325 w 791"/>
              <a:gd name="T11" fmla="*/ 0 h 666"/>
              <a:gd name="T12" fmla="*/ 361 w 791"/>
              <a:gd name="T13" fmla="*/ 0 h 666"/>
              <a:gd name="T14" fmla="*/ 395 w 791"/>
              <a:gd name="T15" fmla="*/ 0 h 666"/>
              <a:gd name="T16" fmla="*/ 431 w 791"/>
              <a:gd name="T17" fmla="*/ 0 h 666"/>
              <a:gd name="T18" fmla="*/ 465 w 791"/>
              <a:gd name="T19" fmla="*/ 0 h 666"/>
              <a:gd name="T20" fmla="*/ 501 w 791"/>
              <a:gd name="T21" fmla="*/ 0 h 666"/>
              <a:gd name="T22" fmla="*/ 535 w 791"/>
              <a:gd name="T23" fmla="*/ 0 h 666"/>
              <a:gd name="T24" fmla="*/ 791 w 791"/>
              <a:gd name="T25" fmla="*/ 666 h 666"/>
              <a:gd name="T26" fmla="*/ 531 w 791"/>
              <a:gd name="T27" fmla="*/ 666 h 666"/>
              <a:gd name="T28" fmla="*/ 395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5" y="268"/>
                </a:moveTo>
                <a:lnTo>
                  <a:pt x="259" y="666"/>
                </a:lnTo>
                <a:lnTo>
                  <a:pt x="0" y="666"/>
                </a:lnTo>
                <a:lnTo>
                  <a:pt x="254" y="0"/>
                </a:lnTo>
                <a:lnTo>
                  <a:pt x="290" y="0"/>
                </a:lnTo>
                <a:lnTo>
                  <a:pt x="325" y="0"/>
                </a:lnTo>
                <a:lnTo>
                  <a:pt x="361" y="0"/>
                </a:lnTo>
                <a:lnTo>
                  <a:pt x="395" y="0"/>
                </a:lnTo>
                <a:lnTo>
                  <a:pt x="431" y="0"/>
                </a:lnTo>
                <a:lnTo>
                  <a:pt x="465" y="0"/>
                </a:lnTo>
                <a:lnTo>
                  <a:pt x="501" y="0"/>
                </a:lnTo>
                <a:lnTo>
                  <a:pt x="535" y="0"/>
                </a:lnTo>
                <a:lnTo>
                  <a:pt x="791" y="666"/>
                </a:lnTo>
                <a:lnTo>
                  <a:pt x="531" y="666"/>
                </a:lnTo>
                <a:lnTo>
                  <a:pt x="395" y="268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Freeform 33"/>
          <p:cNvSpPr>
            <a:spLocks/>
          </p:cNvSpPr>
          <p:nvPr userDrawn="1"/>
        </p:nvSpPr>
        <p:spPr bwMode="auto">
          <a:xfrm>
            <a:off x="3608074" y="4883358"/>
            <a:ext cx="118398" cy="123400"/>
          </a:xfrm>
          <a:custGeom>
            <a:avLst/>
            <a:gdLst>
              <a:gd name="T0" fmla="*/ 644 w 644"/>
              <a:gd name="T1" fmla="*/ 192 h 666"/>
              <a:gd name="T2" fmla="*/ 644 w 644"/>
              <a:gd name="T3" fmla="*/ 0 h 666"/>
              <a:gd name="T4" fmla="*/ 563 w 644"/>
              <a:gd name="T5" fmla="*/ 0 h 666"/>
              <a:gd name="T6" fmla="*/ 483 w 644"/>
              <a:gd name="T7" fmla="*/ 0 h 666"/>
              <a:gd name="T8" fmla="*/ 402 w 644"/>
              <a:gd name="T9" fmla="*/ 0 h 666"/>
              <a:gd name="T10" fmla="*/ 321 w 644"/>
              <a:gd name="T11" fmla="*/ 0 h 666"/>
              <a:gd name="T12" fmla="*/ 242 w 644"/>
              <a:gd name="T13" fmla="*/ 0 h 666"/>
              <a:gd name="T14" fmla="*/ 160 w 644"/>
              <a:gd name="T15" fmla="*/ 0 h 666"/>
              <a:gd name="T16" fmla="*/ 81 w 644"/>
              <a:gd name="T17" fmla="*/ 0 h 666"/>
              <a:gd name="T18" fmla="*/ 0 w 644"/>
              <a:gd name="T19" fmla="*/ 0 h 666"/>
              <a:gd name="T20" fmla="*/ 0 w 644"/>
              <a:gd name="T21" fmla="*/ 192 h 666"/>
              <a:gd name="T22" fmla="*/ 188 w 644"/>
              <a:gd name="T23" fmla="*/ 192 h 666"/>
              <a:gd name="T24" fmla="*/ 188 w 644"/>
              <a:gd name="T25" fmla="*/ 666 h 666"/>
              <a:gd name="T26" fmla="*/ 455 w 644"/>
              <a:gd name="T27" fmla="*/ 666 h 666"/>
              <a:gd name="T28" fmla="*/ 455 w 644"/>
              <a:gd name="T29" fmla="*/ 192 h 666"/>
              <a:gd name="T30" fmla="*/ 644 w 644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4" h="666">
                <a:moveTo>
                  <a:pt x="644" y="192"/>
                </a:moveTo>
                <a:lnTo>
                  <a:pt x="644" y="0"/>
                </a:lnTo>
                <a:lnTo>
                  <a:pt x="563" y="0"/>
                </a:lnTo>
                <a:lnTo>
                  <a:pt x="483" y="0"/>
                </a:lnTo>
                <a:lnTo>
                  <a:pt x="402" y="0"/>
                </a:lnTo>
                <a:lnTo>
                  <a:pt x="321" y="0"/>
                </a:lnTo>
                <a:lnTo>
                  <a:pt x="242" y="0"/>
                </a:lnTo>
                <a:lnTo>
                  <a:pt x="160" y="0"/>
                </a:lnTo>
                <a:lnTo>
                  <a:pt x="81" y="0"/>
                </a:lnTo>
                <a:lnTo>
                  <a:pt x="0" y="0"/>
                </a:lnTo>
                <a:lnTo>
                  <a:pt x="0" y="192"/>
                </a:lnTo>
                <a:lnTo>
                  <a:pt x="188" y="192"/>
                </a:lnTo>
                <a:lnTo>
                  <a:pt x="188" y="666"/>
                </a:lnTo>
                <a:lnTo>
                  <a:pt x="455" y="666"/>
                </a:lnTo>
                <a:lnTo>
                  <a:pt x="455" y="192"/>
                </a:lnTo>
                <a:lnTo>
                  <a:pt x="644" y="192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Freeform 34"/>
          <p:cNvSpPr>
            <a:spLocks/>
          </p:cNvSpPr>
          <p:nvPr userDrawn="1"/>
        </p:nvSpPr>
        <p:spPr bwMode="auto">
          <a:xfrm>
            <a:off x="3474669" y="4883358"/>
            <a:ext cx="145079" cy="123400"/>
          </a:xfrm>
          <a:custGeom>
            <a:avLst/>
            <a:gdLst>
              <a:gd name="T0" fmla="*/ 396 w 791"/>
              <a:gd name="T1" fmla="*/ 268 h 666"/>
              <a:gd name="T2" fmla="*/ 260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90 w 791"/>
              <a:gd name="T9" fmla="*/ 0 h 666"/>
              <a:gd name="T10" fmla="*/ 326 w 791"/>
              <a:gd name="T11" fmla="*/ 0 h 666"/>
              <a:gd name="T12" fmla="*/ 360 w 791"/>
              <a:gd name="T13" fmla="*/ 0 h 666"/>
              <a:gd name="T14" fmla="*/ 396 w 791"/>
              <a:gd name="T15" fmla="*/ 0 h 666"/>
              <a:gd name="T16" fmla="*/ 430 w 791"/>
              <a:gd name="T17" fmla="*/ 0 h 666"/>
              <a:gd name="T18" fmla="*/ 466 w 791"/>
              <a:gd name="T19" fmla="*/ 0 h 666"/>
              <a:gd name="T20" fmla="*/ 500 w 791"/>
              <a:gd name="T21" fmla="*/ 0 h 666"/>
              <a:gd name="T22" fmla="*/ 536 w 791"/>
              <a:gd name="T23" fmla="*/ 0 h 666"/>
              <a:gd name="T24" fmla="*/ 791 w 791"/>
              <a:gd name="T25" fmla="*/ 666 h 666"/>
              <a:gd name="T26" fmla="*/ 532 w 791"/>
              <a:gd name="T27" fmla="*/ 666 h 666"/>
              <a:gd name="T28" fmla="*/ 396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6" y="268"/>
                </a:moveTo>
                <a:lnTo>
                  <a:pt x="260" y="666"/>
                </a:lnTo>
                <a:lnTo>
                  <a:pt x="0" y="666"/>
                </a:lnTo>
                <a:lnTo>
                  <a:pt x="254" y="0"/>
                </a:lnTo>
                <a:lnTo>
                  <a:pt x="290" y="0"/>
                </a:lnTo>
                <a:lnTo>
                  <a:pt x="326" y="0"/>
                </a:lnTo>
                <a:lnTo>
                  <a:pt x="360" y="0"/>
                </a:lnTo>
                <a:lnTo>
                  <a:pt x="396" y="0"/>
                </a:lnTo>
                <a:lnTo>
                  <a:pt x="430" y="0"/>
                </a:lnTo>
                <a:lnTo>
                  <a:pt x="466" y="0"/>
                </a:lnTo>
                <a:lnTo>
                  <a:pt x="500" y="0"/>
                </a:lnTo>
                <a:lnTo>
                  <a:pt x="536" y="0"/>
                </a:lnTo>
                <a:lnTo>
                  <a:pt x="791" y="666"/>
                </a:lnTo>
                <a:lnTo>
                  <a:pt x="532" y="666"/>
                </a:lnTo>
                <a:lnTo>
                  <a:pt x="396" y="268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6" name="Freeform 35"/>
          <p:cNvSpPr>
            <a:spLocks/>
          </p:cNvSpPr>
          <p:nvPr userDrawn="1"/>
        </p:nvSpPr>
        <p:spPr bwMode="auto">
          <a:xfrm>
            <a:off x="3367944" y="4883358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3 w 643"/>
              <a:gd name="T5" fmla="*/ 0 h 666"/>
              <a:gd name="T6" fmla="*/ 482 w 643"/>
              <a:gd name="T7" fmla="*/ 0 h 666"/>
              <a:gd name="T8" fmla="*/ 401 w 643"/>
              <a:gd name="T9" fmla="*/ 0 h 666"/>
              <a:gd name="T10" fmla="*/ 321 w 643"/>
              <a:gd name="T11" fmla="*/ 0 h 666"/>
              <a:gd name="T12" fmla="*/ 240 w 643"/>
              <a:gd name="T13" fmla="*/ 0 h 666"/>
              <a:gd name="T14" fmla="*/ 160 w 643"/>
              <a:gd name="T15" fmla="*/ 0 h 666"/>
              <a:gd name="T16" fmla="*/ 79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8 w 643"/>
              <a:gd name="T23" fmla="*/ 192 h 666"/>
              <a:gd name="T24" fmla="*/ 188 w 643"/>
              <a:gd name="T25" fmla="*/ 666 h 666"/>
              <a:gd name="T26" fmla="*/ 454 w 643"/>
              <a:gd name="T27" fmla="*/ 666 h 666"/>
              <a:gd name="T28" fmla="*/ 454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3" y="0"/>
                </a:lnTo>
                <a:lnTo>
                  <a:pt x="482" y="0"/>
                </a:lnTo>
                <a:lnTo>
                  <a:pt x="401" y="0"/>
                </a:lnTo>
                <a:lnTo>
                  <a:pt x="321" y="0"/>
                </a:lnTo>
                <a:lnTo>
                  <a:pt x="240" y="0"/>
                </a:lnTo>
                <a:lnTo>
                  <a:pt x="160" y="0"/>
                </a:lnTo>
                <a:lnTo>
                  <a:pt x="79" y="0"/>
                </a:lnTo>
                <a:lnTo>
                  <a:pt x="0" y="0"/>
                </a:lnTo>
                <a:lnTo>
                  <a:pt x="0" y="192"/>
                </a:lnTo>
                <a:lnTo>
                  <a:pt x="188" y="192"/>
                </a:lnTo>
                <a:lnTo>
                  <a:pt x="188" y="666"/>
                </a:lnTo>
                <a:lnTo>
                  <a:pt x="454" y="666"/>
                </a:lnTo>
                <a:lnTo>
                  <a:pt x="454" y="192"/>
                </a:lnTo>
                <a:lnTo>
                  <a:pt x="643" y="192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7" name="Freeform 36"/>
          <p:cNvSpPr>
            <a:spLocks/>
          </p:cNvSpPr>
          <p:nvPr userDrawn="1"/>
        </p:nvSpPr>
        <p:spPr bwMode="auto">
          <a:xfrm>
            <a:off x="4195060" y="4883358"/>
            <a:ext cx="146746" cy="123400"/>
          </a:xfrm>
          <a:custGeom>
            <a:avLst/>
            <a:gdLst>
              <a:gd name="T0" fmla="*/ 394 w 791"/>
              <a:gd name="T1" fmla="*/ 268 h 666"/>
              <a:gd name="T2" fmla="*/ 259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88 w 791"/>
              <a:gd name="T9" fmla="*/ 0 h 666"/>
              <a:gd name="T10" fmla="*/ 324 w 791"/>
              <a:gd name="T11" fmla="*/ 0 h 666"/>
              <a:gd name="T12" fmla="*/ 360 w 791"/>
              <a:gd name="T13" fmla="*/ 0 h 666"/>
              <a:gd name="T14" fmla="*/ 394 w 791"/>
              <a:gd name="T15" fmla="*/ 0 h 666"/>
              <a:gd name="T16" fmla="*/ 430 w 791"/>
              <a:gd name="T17" fmla="*/ 0 h 666"/>
              <a:gd name="T18" fmla="*/ 465 w 791"/>
              <a:gd name="T19" fmla="*/ 0 h 666"/>
              <a:gd name="T20" fmla="*/ 501 w 791"/>
              <a:gd name="T21" fmla="*/ 0 h 666"/>
              <a:gd name="T22" fmla="*/ 535 w 791"/>
              <a:gd name="T23" fmla="*/ 0 h 666"/>
              <a:gd name="T24" fmla="*/ 791 w 791"/>
              <a:gd name="T25" fmla="*/ 666 h 666"/>
              <a:gd name="T26" fmla="*/ 530 w 791"/>
              <a:gd name="T27" fmla="*/ 666 h 666"/>
              <a:gd name="T28" fmla="*/ 394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4" y="268"/>
                </a:moveTo>
                <a:lnTo>
                  <a:pt x="259" y="666"/>
                </a:lnTo>
                <a:lnTo>
                  <a:pt x="0" y="666"/>
                </a:lnTo>
                <a:lnTo>
                  <a:pt x="254" y="0"/>
                </a:lnTo>
                <a:lnTo>
                  <a:pt x="288" y="0"/>
                </a:lnTo>
                <a:lnTo>
                  <a:pt x="324" y="0"/>
                </a:lnTo>
                <a:lnTo>
                  <a:pt x="360" y="0"/>
                </a:lnTo>
                <a:lnTo>
                  <a:pt x="394" y="0"/>
                </a:lnTo>
                <a:lnTo>
                  <a:pt x="430" y="0"/>
                </a:lnTo>
                <a:lnTo>
                  <a:pt x="465" y="0"/>
                </a:lnTo>
                <a:lnTo>
                  <a:pt x="501" y="0"/>
                </a:lnTo>
                <a:lnTo>
                  <a:pt x="535" y="0"/>
                </a:lnTo>
                <a:lnTo>
                  <a:pt x="791" y="666"/>
                </a:lnTo>
                <a:lnTo>
                  <a:pt x="530" y="666"/>
                </a:lnTo>
                <a:lnTo>
                  <a:pt x="394" y="268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46" name="Freeform 345"/>
          <p:cNvSpPr>
            <a:spLocks/>
          </p:cNvSpPr>
          <p:nvPr userDrawn="1"/>
        </p:nvSpPr>
        <p:spPr bwMode="auto">
          <a:xfrm>
            <a:off x="4123517" y="4883358"/>
            <a:ext cx="84883" cy="123400"/>
          </a:xfrm>
          <a:custGeom>
            <a:avLst/>
            <a:gdLst>
              <a:gd name="connsiteX0" fmla="*/ 50451 w 84883"/>
              <a:gd name="connsiteY0" fmla="*/ 0 h 123400"/>
              <a:gd name="connsiteX1" fmla="*/ 54541 w 84883"/>
              <a:gd name="connsiteY1" fmla="*/ 0 h 123400"/>
              <a:gd name="connsiteX2" fmla="*/ 69805 w 84883"/>
              <a:gd name="connsiteY2" fmla="*/ 0 h 123400"/>
              <a:gd name="connsiteX3" fmla="*/ 84883 w 84883"/>
              <a:gd name="connsiteY3" fmla="*/ 0 h 123400"/>
              <a:gd name="connsiteX4" fmla="*/ 84883 w 84883"/>
              <a:gd name="connsiteY4" fmla="*/ 35575 h 123400"/>
              <a:gd name="connsiteX5" fmla="*/ 49701 w 84883"/>
              <a:gd name="connsiteY5" fmla="*/ 35575 h 123400"/>
              <a:gd name="connsiteX6" fmla="*/ 49701 w 84883"/>
              <a:gd name="connsiteY6" fmla="*/ 123400 h 123400"/>
              <a:gd name="connsiteX7" fmla="*/ 0 w 84883"/>
              <a:gd name="connsiteY7" fmla="*/ 123400 h 123400"/>
              <a:gd name="connsiteX8" fmla="*/ 0 w 84883"/>
              <a:gd name="connsiteY8" fmla="*/ 110260 h 123400"/>
              <a:gd name="connsiteX9" fmla="*/ 50451 w 84883"/>
              <a:gd name="connsiteY9" fmla="*/ 0 h 12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4883" h="123400">
                <a:moveTo>
                  <a:pt x="50451" y="0"/>
                </a:moveTo>
                <a:lnTo>
                  <a:pt x="54541" y="0"/>
                </a:lnTo>
                <a:lnTo>
                  <a:pt x="69805" y="0"/>
                </a:lnTo>
                <a:lnTo>
                  <a:pt x="84883" y="0"/>
                </a:lnTo>
                <a:lnTo>
                  <a:pt x="84883" y="35575"/>
                </a:lnTo>
                <a:lnTo>
                  <a:pt x="49701" y="35575"/>
                </a:lnTo>
                <a:lnTo>
                  <a:pt x="49701" y="123400"/>
                </a:lnTo>
                <a:lnTo>
                  <a:pt x="0" y="123400"/>
                </a:lnTo>
                <a:lnTo>
                  <a:pt x="0" y="110260"/>
                </a:lnTo>
                <a:lnTo>
                  <a:pt x="50451" y="0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44" name="Freeform 343"/>
          <p:cNvSpPr>
            <a:spLocks/>
          </p:cNvSpPr>
          <p:nvPr userDrawn="1"/>
        </p:nvSpPr>
        <p:spPr bwMode="auto">
          <a:xfrm>
            <a:off x="4088335" y="4883358"/>
            <a:ext cx="85633" cy="110260"/>
          </a:xfrm>
          <a:custGeom>
            <a:avLst/>
            <a:gdLst>
              <a:gd name="connsiteX0" fmla="*/ 0 w 85633"/>
              <a:gd name="connsiteY0" fmla="*/ 0 h 110260"/>
              <a:gd name="connsiteX1" fmla="*/ 15078 w 85633"/>
              <a:gd name="connsiteY1" fmla="*/ 0 h 110260"/>
              <a:gd name="connsiteX2" fmla="*/ 29970 w 85633"/>
              <a:gd name="connsiteY2" fmla="*/ 0 h 110260"/>
              <a:gd name="connsiteX3" fmla="*/ 45048 w 85633"/>
              <a:gd name="connsiteY3" fmla="*/ 0 h 110260"/>
              <a:gd name="connsiteX4" fmla="*/ 59940 w 85633"/>
              <a:gd name="connsiteY4" fmla="*/ 0 h 110260"/>
              <a:gd name="connsiteX5" fmla="*/ 75017 w 85633"/>
              <a:gd name="connsiteY5" fmla="*/ 0 h 110260"/>
              <a:gd name="connsiteX6" fmla="*/ 85633 w 85633"/>
              <a:gd name="connsiteY6" fmla="*/ 0 h 110260"/>
              <a:gd name="connsiteX7" fmla="*/ 35182 w 85633"/>
              <a:gd name="connsiteY7" fmla="*/ 110260 h 110260"/>
              <a:gd name="connsiteX8" fmla="*/ 35182 w 85633"/>
              <a:gd name="connsiteY8" fmla="*/ 35575 h 110260"/>
              <a:gd name="connsiteX9" fmla="*/ 0 w 85633"/>
              <a:gd name="connsiteY9" fmla="*/ 35575 h 110260"/>
              <a:gd name="connsiteX10" fmla="*/ 0 w 85633"/>
              <a:gd name="connsiteY10" fmla="*/ 0 h 11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633" h="110260">
                <a:moveTo>
                  <a:pt x="0" y="0"/>
                </a:moveTo>
                <a:lnTo>
                  <a:pt x="15078" y="0"/>
                </a:lnTo>
                <a:lnTo>
                  <a:pt x="29970" y="0"/>
                </a:lnTo>
                <a:lnTo>
                  <a:pt x="45048" y="0"/>
                </a:lnTo>
                <a:lnTo>
                  <a:pt x="59940" y="0"/>
                </a:lnTo>
                <a:lnTo>
                  <a:pt x="75017" y="0"/>
                </a:lnTo>
                <a:lnTo>
                  <a:pt x="85633" y="0"/>
                </a:lnTo>
                <a:lnTo>
                  <a:pt x="35182" y="110260"/>
                </a:lnTo>
                <a:lnTo>
                  <a:pt x="35182" y="35575"/>
                </a:lnTo>
                <a:lnTo>
                  <a:pt x="0" y="35575"/>
                </a:lnTo>
                <a:lnTo>
                  <a:pt x="0" y="0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19" name="Freeform 38"/>
          <p:cNvSpPr>
            <a:spLocks/>
          </p:cNvSpPr>
          <p:nvPr userDrawn="1"/>
        </p:nvSpPr>
        <p:spPr bwMode="auto">
          <a:xfrm>
            <a:off x="3954929" y="4883358"/>
            <a:ext cx="145079" cy="123400"/>
          </a:xfrm>
          <a:custGeom>
            <a:avLst/>
            <a:gdLst>
              <a:gd name="T0" fmla="*/ 396 w 791"/>
              <a:gd name="T1" fmla="*/ 268 h 666"/>
              <a:gd name="T2" fmla="*/ 261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90 w 791"/>
              <a:gd name="T9" fmla="*/ 0 h 666"/>
              <a:gd name="T10" fmla="*/ 325 w 791"/>
              <a:gd name="T11" fmla="*/ 0 h 666"/>
              <a:gd name="T12" fmla="*/ 361 w 791"/>
              <a:gd name="T13" fmla="*/ 0 h 666"/>
              <a:gd name="T14" fmla="*/ 396 w 791"/>
              <a:gd name="T15" fmla="*/ 0 h 666"/>
              <a:gd name="T16" fmla="*/ 431 w 791"/>
              <a:gd name="T17" fmla="*/ 0 h 666"/>
              <a:gd name="T18" fmla="*/ 467 w 791"/>
              <a:gd name="T19" fmla="*/ 0 h 666"/>
              <a:gd name="T20" fmla="*/ 501 w 791"/>
              <a:gd name="T21" fmla="*/ 0 h 666"/>
              <a:gd name="T22" fmla="*/ 537 w 791"/>
              <a:gd name="T23" fmla="*/ 0 h 666"/>
              <a:gd name="T24" fmla="*/ 791 w 791"/>
              <a:gd name="T25" fmla="*/ 666 h 666"/>
              <a:gd name="T26" fmla="*/ 531 w 791"/>
              <a:gd name="T27" fmla="*/ 666 h 666"/>
              <a:gd name="T28" fmla="*/ 396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6" y="268"/>
                </a:moveTo>
                <a:lnTo>
                  <a:pt x="261" y="666"/>
                </a:lnTo>
                <a:lnTo>
                  <a:pt x="0" y="666"/>
                </a:lnTo>
                <a:lnTo>
                  <a:pt x="254" y="0"/>
                </a:lnTo>
                <a:lnTo>
                  <a:pt x="290" y="0"/>
                </a:lnTo>
                <a:lnTo>
                  <a:pt x="325" y="0"/>
                </a:lnTo>
                <a:lnTo>
                  <a:pt x="361" y="0"/>
                </a:lnTo>
                <a:lnTo>
                  <a:pt x="396" y="0"/>
                </a:lnTo>
                <a:lnTo>
                  <a:pt x="431" y="0"/>
                </a:lnTo>
                <a:lnTo>
                  <a:pt x="467" y="0"/>
                </a:lnTo>
                <a:lnTo>
                  <a:pt x="501" y="0"/>
                </a:lnTo>
                <a:lnTo>
                  <a:pt x="537" y="0"/>
                </a:lnTo>
                <a:lnTo>
                  <a:pt x="791" y="666"/>
                </a:lnTo>
                <a:lnTo>
                  <a:pt x="531" y="666"/>
                </a:lnTo>
                <a:lnTo>
                  <a:pt x="396" y="268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0" name="Freeform 39"/>
          <p:cNvSpPr>
            <a:spLocks/>
          </p:cNvSpPr>
          <p:nvPr userDrawn="1"/>
        </p:nvSpPr>
        <p:spPr bwMode="auto">
          <a:xfrm>
            <a:off x="3848205" y="4883358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2 w 643"/>
              <a:gd name="T5" fmla="*/ 0 h 666"/>
              <a:gd name="T6" fmla="*/ 482 w 643"/>
              <a:gd name="T7" fmla="*/ 0 h 666"/>
              <a:gd name="T8" fmla="*/ 401 w 643"/>
              <a:gd name="T9" fmla="*/ 0 h 666"/>
              <a:gd name="T10" fmla="*/ 322 w 643"/>
              <a:gd name="T11" fmla="*/ 0 h 666"/>
              <a:gd name="T12" fmla="*/ 241 w 643"/>
              <a:gd name="T13" fmla="*/ 0 h 666"/>
              <a:gd name="T14" fmla="*/ 161 w 643"/>
              <a:gd name="T15" fmla="*/ 0 h 666"/>
              <a:gd name="T16" fmla="*/ 80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9 w 643"/>
              <a:gd name="T23" fmla="*/ 192 h 666"/>
              <a:gd name="T24" fmla="*/ 189 w 643"/>
              <a:gd name="T25" fmla="*/ 666 h 666"/>
              <a:gd name="T26" fmla="*/ 454 w 643"/>
              <a:gd name="T27" fmla="*/ 666 h 666"/>
              <a:gd name="T28" fmla="*/ 454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2" y="0"/>
                </a:lnTo>
                <a:lnTo>
                  <a:pt x="482" y="0"/>
                </a:lnTo>
                <a:lnTo>
                  <a:pt x="401" y="0"/>
                </a:lnTo>
                <a:lnTo>
                  <a:pt x="322" y="0"/>
                </a:lnTo>
                <a:lnTo>
                  <a:pt x="241" y="0"/>
                </a:lnTo>
                <a:lnTo>
                  <a:pt x="161" y="0"/>
                </a:lnTo>
                <a:lnTo>
                  <a:pt x="80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4" y="666"/>
                </a:lnTo>
                <a:lnTo>
                  <a:pt x="454" y="192"/>
                </a:lnTo>
                <a:lnTo>
                  <a:pt x="643" y="192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1" name="Freeform 40"/>
          <p:cNvSpPr>
            <a:spLocks/>
          </p:cNvSpPr>
          <p:nvPr userDrawn="1"/>
        </p:nvSpPr>
        <p:spPr bwMode="auto">
          <a:xfrm>
            <a:off x="4436858" y="4883358"/>
            <a:ext cx="145079" cy="123400"/>
          </a:xfrm>
          <a:custGeom>
            <a:avLst/>
            <a:gdLst>
              <a:gd name="T0" fmla="*/ 394 w 791"/>
              <a:gd name="T1" fmla="*/ 268 h 666"/>
              <a:gd name="T2" fmla="*/ 260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90 w 791"/>
              <a:gd name="T9" fmla="*/ 0 h 666"/>
              <a:gd name="T10" fmla="*/ 324 w 791"/>
              <a:gd name="T11" fmla="*/ 0 h 666"/>
              <a:gd name="T12" fmla="*/ 360 w 791"/>
              <a:gd name="T13" fmla="*/ 0 h 666"/>
              <a:gd name="T14" fmla="*/ 394 w 791"/>
              <a:gd name="T15" fmla="*/ 0 h 666"/>
              <a:gd name="T16" fmla="*/ 430 w 791"/>
              <a:gd name="T17" fmla="*/ 0 h 666"/>
              <a:gd name="T18" fmla="*/ 466 w 791"/>
              <a:gd name="T19" fmla="*/ 0 h 666"/>
              <a:gd name="T20" fmla="*/ 501 w 791"/>
              <a:gd name="T21" fmla="*/ 0 h 666"/>
              <a:gd name="T22" fmla="*/ 536 w 791"/>
              <a:gd name="T23" fmla="*/ 0 h 666"/>
              <a:gd name="T24" fmla="*/ 791 w 791"/>
              <a:gd name="T25" fmla="*/ 666 h 666"/>
              <a:gd name="T26" fmla="*/ 530 w 791"/>
              <a:gd name="T27" fmla="*/ 666 h 666"/>
              <a:gd name="T28" fmla="*/ 394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4" y="268"/>
                </a:moveTo>
                <a:lnTo>
                  <a:pt x="260" y="666"/>
                </a:lnTo>
                <a:lnTo>
                  <a:pt x="0" y="666"/>
                </a:lnTo>
                <a:lnTo>
                  <a:pt x="254" y="0"/>
                </a:lnTo>
                <a:lnTo>
                  <a:pt x="290" y="0"/>
                </a:lnTo>
                <a:lnTo>
                  <a:pt x="324" y="0"/>
                </a:lnTo>
                <a:lnTo>
                  <a:pt x="360" y="0"/>
                </a:lnTo>
                <a:lnTo>
                  <a:pt x="394" y="0"/>
                </a:lnTo>
                <a:lnTo>
                  <a:pt x="430" y="0"/>
                </a:lnTo>
                <a:lnTo>
                  <a:pt x="466" y="0"/>
                </a:lnTo>
                <a:lnTo>
                  <a:pt x="501" y="0"/>
                </a:lnTo>
                <a:lnTo>
                  <a:pt x="536" y="0"/>
                </a:lnTo>
                <a:lnTo>
                  <a:pt x="791" y="666"/>
                </a:lnTo>
                <a:lnTo>
                  <a:pt x="530" y="666"/>
                </a:lnTo>
                <a:lnTo>
                  <a:pt x="394" y="268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22" name="Freeform 41"/>
          <p:cNvSpPr>
            <a:spLocks/>
          </p:cNvSpPr>
          <p:nvPr userDrawn="1"/>
        </p:nvSpPr>
        <p:spPr bwMode="auto">
          <a:xfrm>
            <a:off x="4330133" y="4883358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2 w 643"/>
              <a:gd name="T5" fmla="*/ 0 h 666"/>
              <a:gd name="T6" fmla="*/ 482 w 643"/>
              <a:gd name="T7" fmla="*/ 0 h 666"/>
              <a:gd name="T8" fmla="*/ 401 w 643"/>
              <a:gd name="T9" fmla="*/ 0 h 666"/>
              <a:gd name="T10" fmla="*/ 321 w 643"/>
              <a:gd name="T11" fmla="*/ 0 h 666"/>
              <a:gd name="T12" fmla="*/ 240 w 643"/>
              <a:gd name="T13" fmla="*/ 0 h 666"/>
              <a:gd name="T14" fmla="*/ 161 w 643"/>
              <a:gd name="T15" fmla="*/ 0 h 666"/>
              <a:gd name="T16" fmla="*/ 79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9 w 643"/>
              <a:gd name="T23" fmla="*/ 192 h 666"/>
              <a:gd name="T24" fmla="*/ 189 w 643"/>
              <a:gd name="T25" fmla="*/ 666 h 666"/>
              <a:gd name="T26" fmla="*/ 454 w 643"/>
              <a:gd name="T27" fmla="*/ 666 h 666"/>
              <a:gd name="T28" fmla="*/ 454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2" y="0"/>
                </a:lnTo>
                <a:lnTo>
                  <a:pt x="482" y="0"/>
                </a:lnTo>
                <a:lnTo>
                  <a:pt x="401" y="0"/>
                </a:lnTo>
                <a:lnTo>
                  <a:pt x="321" y="0"/>
                </a:lnTo>
                <a:lnTo>
                  <a:pt x="240" y="0"/>
                </a:lnTo>
                <a:lnTo>
                  <a:pt x="161" y="0"/>
                </a:lnTo>
                <a:lnTo>
                  <a:pt x="79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4" y="666"/>
                </a:lnTo>
                <a:lnTo>
                  <a:pt x="454" y="192"/>
                </a:lnTo>
                <a:lnTo>
                  <a:pt x="643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23" name="Freeform 42"/>
          <p:cNvSpPr>
            <a:spLocks/>
          </p:cNvSpPr>
          <p:nvPr userDrawn="1"/>
        </p:nvSpPr>
        <p:spPr bwMode="auto">
          <a:xfrm>
            <a:off x="-13891" y="5020099"/>
            <a:ext cx="146746" cy="123400"/>
          </a:xfrm>
          <a:custGeom>
            <a:avLst/>
            <a:gdLst>
              <a:gd name="T0" fmla="*/ 396 w 791"/>
              <a:gd name="T1" fmla="*/ 268 h 666"/>
              <a:gd name="T2" fmla="*/ 261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90 w 791"/>
              <a:gd name="T9" fmla="*/ 0 h 666"/>
              <a:gd name="T10" fmla="*/ 325 w 791"/>
              <a:gd name="T11" fmla="*/ 0 h 666"/>
              <a:gd name="T12" fmla="*/ 361 w 791"/>
              <a:gd name="T13" fmla="*/ 0 h 666"/>
              <a:gd name="T14" fmla="*/ 396 w 791"/>
              <a:gd name="T15" fmla="*/ 0 h 666"/>
              <a:gd name="T16" fmla="*/ 431 w 791"/>
              <a:gd name="T17" fmla="*/ 0 h 666"/>
              <a:gd name="T18" fmla="*/ 467 w 791"/>
              <a:gd name="T19" fmla="*/ 0 h 666"/>
              <a:gd name="T20" fmla="*/ 501 w 791"/>
              <a:gd name="T21" fmla="*/ 0 h 666"/>
              <a:gd name="T22" fmla="*/ 537 w 791"/>
              <a:gd name="T23" fmla="*/ 0 h 666"/>
              <a:gd name="T24" fmla="*/ 791 w 791"/>
              <a:gd name="T25" fmla="*/ 666 h 666"/>
              <a:gd name="T26" fmla="*/ 531 w 791"/>
              <a:gd name="T27" fmla="*/ 666 h 666"/>
              <a:gd name="T28" fmla="*/ 396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6" y="268"/>
                </a:moveTo>
                <a:lnTo>
                  <a:pt x="261" y="666"/>
                </a:lnTo>
                <a:lnTo>
                  <a:pt x="0" y="666"/>
                </a:lnTo>
                <a:lnTo>
                  <a:pt x="254" y="0"/>
                </a:lnTo>
                <a:lnTo>
                  <a:pt x="290" y="0"/>
                </a:lnTo>
                <a:lnTo>
                  <a:pt x="325" y="0"/>
                </a:lnTo>
                <a:lnTo>
                  <a:pt x="361" y="0"/>
                </a:lnTo>
                <a:lnTo>
                  <a:pt x="396" y="0"/>
                </a:lnTo>
                <a:lnTo>
                  <a:pt x="431" y="0"/>
                </a:lnTo>
                <a:lnTo>
                  <a:pt x="467" y="0"/>
                </a:lnTo>
                <a:lnTo>
                  <a:pt x="501" y="0"/>
                </a:lnTo>
                <a:lnTo>
                  <a:pt x="537" y="0"/>
                </a:lnTo>
                <a:lnTo>
                  <a:pt x="791" y="666"/>
                </a:lnTo>
                <a:lnTo>
                  <a:pt x="531" y="666"/>
                </a:lnTo>
                <a:lnTo>
                  <a:pt x="396" y="268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4" name="Freeform 43"/>
          <p:cNvSpPr>
            <a:spLocks/>
          </p:cNvSpPr>
          <p:nvPr userDrawn="1"/>
        </p:nvSpPr>
        <p:spPr bwMode="auto">
          <a:xfrm>
            <a:off x="468038" y="5020099"/>
            <a:ext cx="145079" cy="123400"/>
          </a:xfrm>
          <a:custGeom>
            <a:avLst/>
            <a:gdLst>
              <a:gd name="T0" fmla="*/ 394 w 791"/>
              <a:gd name="T1" fmla="*/ 268 h 666"/>
              <a:gd name="T2" fmla="*/ 260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90 w 791"/>
              <a:gd name="T9" fmla="*/ 0 h 666"/>
              <a:gd name="T10" fmla="*/ 324 w 791"/>
              <a:gd name="T11" fmla="*/ 0 h 666"/>
              <a:gd name="T12" fmla="*/ 360 w 791"/>
              <a:gd name="T13" fmla="*/ 0 h 666"/>
              <a:gd name="T14" fmla="*/ 394 w 791"/>
              <a:gd name="T15" fmla="*/ 0 h 666"/>
              <a:gd name="T16" fmla="*/ 430 w 791"/>
              <a:gd name="T17" fmla="*/ 0 h 666"/>
              <a:gd name="T18" fmla="*/ 466 w 791"/>
              <a:gd name="T19" fmla="*/ 0 h 666"/>
              <a:gd name="T20" fmla="*/ 501 w 791"/>
              <a:gd name="T21" fmla="*/ 0 h 666"/>
              <a:gd name="T22" fmla="*/ 536 w 791"/>
              <a:gd name="T23" fmla="*/ 0 h 666"/>
              <a:gd name="T24" fmla="*/ 791 w 791"/>
              <a:gd name="T25" fmla="*/ 666 h 666"/>
              <a:gd name="T26" fmla="*/ 530 w 791"/>
              <a:gd name="T27" fmla="*/ 666 h 666"/>
              <a:gd name="T28" fmla="*/ 394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4" y="268"/>
                </a:moveTo>
                <a:lnTo>
                  <a:pt x="260" y="666"/>
                </a:lnTo>
                <a:lnTo>
                  <a:pt x="0" y="666"/>
                </a:lnTo>
                <a:lnTo>
                  <a:pt x="254" y="0"/>
                </a:lnTo>
                <a:lnTo>
                  <a:pt x="290" y="0"/>
                </a:lnTo>
                <a:lnTo>
                  <a:pt x="324" y="0"/>
                </a:lnTo>
                <a:lnTo>
                  <a:pt x="360" y="0"/>
                </a:lnTo>
                <a:lnTo>
                  <a:pt x="394" y="0"/>
                </a:lnTo>
                <a:lnTo>
                  <a:pt x="430" y="0"/>
                </a:lnTo>
                <a:lnTo>
                  <a:pt x="466" y="0"/>
                </a:lnTo>
                <a:lnTo>
                  <a:pt x="501" y="0"/>
                </a:lnTo>
                <a:lnTo>
                  <a:pt x="536" y="0"/>
                </a:lnTo>
                <a:lnTo>
                  <a:pt x="791" y="666"/>
                </a:lnTo>
                <a:lnTo>
                  <a:pt x="530" y="666"/>
                </a:lnTo>
                <a:lnTo>
                  <a:pt x="394" y="268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5" name="Freeform 44"/>
          <p:cNvSpPr>
            <a:spLocks/>
          </p:cNvSpPr>
          <p:nvPr userDrawn="1"/>
        </p:nvSpPr>
        <p:spPr bwMode="auto">
          <a:xfrm>
            <a:off x="361313" y="5020099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2 w 643"/>
              <a:gd name="T5" fmla="*/ 0 h 666"/>
              <a:gd name="T6" fmla="*/ 482 w 643"/>
              <a:gd name="T7" fmla="*/ 0 h 666"/>
              <a:gd name="T8" fmla="*/ 401 w 643"/>
              <a:gd name="T9" fmla="*/ 0 h 666"/>
              <a:gd name="T10" fmla="*/ 321 w 643"/>
              <a:gd name="T11" fmla="*/ 0 h 666"/>
              <a:gd name="T12" fmla="*/ 240 w 643"/>
              <a:gd name="T13" fmla="*/ 0 h 666"/>
              <a:gd name="T14" fmla="*/ 161 w 643"/>
              <a:gd name="T15" fmla="*/ 0 h 666"/>
              <a:gd name="T16" fmla="*/ 79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7 w 643"/>
              <a:gd name="T23" fmla="*/ 192 h 666"/>
              <a:gd name="T24" fmla="*/ 187 w 643"/>
              <a:gd name="T25" fmla="*/ 666 h 666"/>
              <a:gd name="T26" fmla="*/ 454 w 643"/>
              <a:gd name="T27" fmla="*/ 666 h 666"/>
              <a:gd name="T28" fmla="*/ 454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2" y="0"/>
                </a:lnTo>
                <a:lnTo>
                  <a:pt x="482" y="0"/>
                </a:lnTo>
                <a:lnTo>
                  <a:pt x="401" y="0"/>
                </a:lnTo>
                <a:lnTo>
                  <a:pt x="321" y="0"/>
                </a:lnTo>
                <a:lnTo>
                  <a:pt x="240" y="0"/>
                </a:lnTo>
                <a:lnTo>
                  <a:pt x="161" y="0"/>
                </a:lnTo>
                <a:lnTo>
                  <a:pt x="79" y="0"/>
                </a:lnTo>
                <a:lnTo>
                  <a:pt x="0" y="0"/>
                </a:lnTo>
                <a:lnTo>
                  <a:pt x="0" y="192"/>
                </a:lnTo>
                <a:lnTo>
                  <a:pt x="187" y="192"/>
                </a:lnTo>
                <a:lnTo>
                  <a:pt x="187" y="666"/>
                </a:lnTo>
                <a:lnTo>
                  <a:pt x="454" y="666"/>
                </a:lnTo>
                <a:lnTo>
                  <a:pt x="454" y="192"/>
                </a:lnTo>
                <a:lnTo>
                  <a:pt x="643" y="192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6" name="Freeform 45"/>
          <p:cNvSpPr>
            <a:spLocks/>
          </p:cNvSpPr>
          <p:nvPr userDrawn="1"/>
        </p:nvSpPr>
        <p:spPr bwMode="auto">
          <a:xfrm>
            <a:off x="226239" y="5020099"/>
            <a:ext cx="146746" cy="123400"/>
          </a:xfrm>
          <a:custGeom>
            <a:avLst/>
            <a:gdLst>
              <a:gd name="T0" fmla="*/ 396 w 791"/>
              <a:gd name="T1" fmla="*/ 268 h 666"/>
              <a:gd name="T2" fmla="*/ 261 w 791"/>
              <a:gd name="T3" fmla="*/ 666 h 666"/>
              <a:gd name="T4" fmla="*/ 0 w 791"/>
              <a:gd name="T5" fmla="*/ 666 h 666"/>
              <a:gd name="T6" fmla="*/ 256 w 791"/>
              <a:gd name="T7" fmla="*/ 0 h 666"/>
              <a:gd name="T8" fmla="*/ 290 w 791"/>
              <a:gd name="T9" fmla="*/ 0 h 666"/>
              <a:gd name="T10" fmla="*/ 326 w 791"/>
              <a:gd name="T11" fmla="*/ 0 h 666"/>
              <a:gd name="T12" fmla="*/ 361 w 791"/>
              <a:gd name="T13" fmla="*/ 0 h 666"/>
              <a:gd name="T14" fmla="*/ 396 w 791"/>
              <a:gd name="T15" fmla="*/ 0 h 666"/>
              <a:gd name="T16" fmla="*/ 431 w 791"/>
              <a:gd name="T17" fmla="*/ 0 h 666"/>
              <a:gd name="T18" fmla="*/ 467 w 791"/>
              <a:gd name="T19" fmla="*/ 0 h 666"/>
              <a:gd name="T20" fmla="*/ 503 w 791"/>
              <a:gd name="T21" fmla="*/ 0 h 666"/>
              <a:gd name="T22" fmla="*/ 537 w 791"/>
              <a:gd name="T23" fmla="*/ 0 h 666"/>
              <a:gd name="T24" fmla="*/ 791 w 791"/>
              <a:gd name="T25" fmla="*/ 666 h 666"/>
              <a:gd name="T26" fmla="*/ 532 w 791"/>
              <a:gd name="T27" fmla="*/ 666 h 666"/>
              <a:gd name="T28" fmla="*/ 396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6" y="268"/>
                </a:moveTo>
                <a:lnTo>
                  <a:pt x="261" y="666"/>
                </a:lnTo>
                <a:lnTo>
                  <a:pt x="0" y="666"/>
                </a:lnTo>
                <a:lnTo>
                  <a:pt x="256" y="0"/>
                </a:lnTo>
                <a:lnTo>
                  <a:pt x="290" y="0"/>
                </a:lnTo>
                <a:lnTo>
                  <a:pt x="326" y="0"/>
                </a:lnTo>
                <a:lnTo>
                  <a:pt x="361" y="0"/>
                </a:lnTo>
                <a:lnTo>
                  <a:pt x="396" y="0"/>
                </a:lnTo>
                <a:lnTo>
                  <a:pt x="431" y="0"/>
                </a:lnTo>
                <a:lnTo>
                  <a:pt x="467" y="0"/>
                </a:lnTo>
                <a:lnTo>
                  <a:pt x="503" y="0"/>
                </a:lnTo>
                <a:lnTo>
                  <a:pt x="537" y="0"/>
                </a:lnTo>
                <a:lnTo>
                  <a:pt x="791" y="666"/>
                </a:lnTo>
                <a:lnTo>
                  <a:pt x="532" y="666"/>
                </a:lnTo>
                <a:lnTo>
                  <a:pt x="396" y="268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7" name="Freeform 46"/>
          <p:cNvSpPr>
            <a:spLocks/>
          </p:cNvSpPr>
          <p:nvPr userDrawn="1"/>
        </p:nvSpPr>
        <p:spPr bwMode="auto">
          <a:xfrm>
            <a:off x="119515" y="5020099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4 w 643"/>
              <a:gd name="T5" fmla="*/ 0 h 666"/>
              <a:gd name="T6" fmla="*/ 482 w 643"/>
              <a:gd name="T7" fmla="*/ 0 h 666"/>
              <a:gd name="T8" fmla="*/ 403 w 643"/>
              <a:gd name="T9" fmla="*/ 0 h 666"/>
              <a:gd name="T10" fmla="*/ 322 w 643"/>
              <a:gd name="T11" fmla="*/ 0 h 666"/>
              <a:gd name="T12" fmla="*/ 242 w 643"/>
              <a:gd name="T13" fmla="*/ 0 h 666"/>
              <a:gd name="T14" fmla="*/ 161 w 643"/>
              <a:gd name="T15" fmla="*/ 0 h 666"/>
              <a:gd name="T16" fmla="*/ 81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9 w 643"/>
              <a:gd name="T23" fmla="*/ 192 h 666"/>
              <a:gd name="T24" fmla="*/ 189 w 643"/>
              <a:gd name="T25" fmla="*/ 666 h 666"/>
              <a:gd name="T26" fmla="*/ 454 w 643"/>
              <a:gd name="T27" fmla="*/ 666 h 666"/>
              <a:gd name="T28" fmla="*/ 454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4" y="0"/>
                </a:lnTo>
                <a:lnTo>
                  <a:pt x="482" y="0"/>
                </a:lnTo>
                <a:lnTo>
                  <a:pt x="403" y="0"/>
                </a:lnTo>
                <a:lnTo>
                  <a:pt x="322" y="0"/>
                </a:lnTo>
                <a:lnTo>
                  <a:pt x="242" y="0"/>
                </a:lnTo>
                <a:lnTo>
                  <a:pt x="161" y="0"/>
                </a:lnTo>
                <a:lnTo>
                  <a:pt x="81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4" y="666"/>
                </a:lnTo>
                <a:lnTo>
                  <a:pt x="454" y="192"/>
                </a:lnTo>
                <a:lnTo>
                  <a:pt x="643" y="192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8" name="Freeform 47"/>
          <p:cNvSpPr>
            <a:spLocks/>
          </p:cNvSpPr>
          <p:nvPr userDrawn="1"/>
        </p:nvSpPr>
        <p:spPr bwMode="auto">
          <a:xfrm>
            <a:off x="948298" y="5020099"/>
            <a:ext cx="145079" cy="123400"/>
          </a:xfrm>
          <a:custGeom>
            <a:avLst/>
            <a:gdLst>
              <a:gd name="T0" fmla="*/ 395 w 791"/>
              <a:gd name="T1" fmla="*/ 268 h 666"/>
              <a:gd name="T2" fmla="*/ 259 w 791"/>
              <a:gd name="T3" fmla="*/ 666 h 666"/>
              <a:gd name="T4" fmla="*/ 0 w 791"/>
              <a:gd name="T5" fmla="*/ 666 h 666"/>
              <a:gd name="T6" fmla="*/ 255 w 791"/>
              <a:gd name="T7" fmla="*/ 0 h 666"/>
              <a:gd name="T8" fmla="*/ 291 w 791"/>
              <a:gd name="T9" fmla="*/ 0 h 666"/>
              <a:gd name="T10" fmla="*/ 325 w 791"/>
              <a:gd name="T11" fmla="*/ 0 h 666"/>
              <a:gd name="T12" fmla="*/ 361 w 791"/>
              <a:gd name="T13" fmla="*/ 0 h 666"/>
              <a:gd name="T14" fmla="*/ 395 w 791"/>
              <a:gd name="T15" fmla="*/ 0 h 666"/>
              <a:gd name="T16" fmla="*/ 431 w 791"/>
              <a:gd name="T17" fmla="*/ 0 h 666"/>
              <a:gd name="T18" fmla="*/ 465 w 791"/>
              <a:gd name="T19" fmla="*/ 0 h 666"/>
              <a:gd name="T20" fmla="*/ 501 w 791"/>
              <a:gd name="T21" fmla="*/ 0 h 666"/>
              <a:gd name="T22" fmla="*/ 537 w 791"/>
              <a:gd name="T23" fmla="*/ 0 h 666"/>
              <a:gd name="T24" fmla="*/ 791 w 791"/>
              <a:gd name="T25" fmla="*/ 666 h 666"/>
              <a:gd name="T26" fmla="*/ 531 w 791"/>
              <a:gd name="T27" fmla="*/ 666 h 666"/>
              <a:gd name="T28" fmla="*/ 395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5" y="268"/>
                </a:moveTo>
                <a:lnTo>
                  <a:pt x="259" y="666"/>
                </a:lnTo>
                <a:lnTo>
                  <a:pt x="0" y="666"/>
                </a:lnTo>
                <a:lnTo>
                  <a:pt x="255" y="0"/>
                </a:lnTo>
                <a:lnTo>
                  <a:pt x="291" y="0"/>
                </a:lnTo>
                <a:lnTo>
                  <a:pt x="325" y="0"/>
                </a:lnTo>
                <a:lnTo>
                  <a:pt x="361" y="0"/>
                </a:lnTo>
                <a:lnTo>
                  <a:pt x="395" y="0"/>
                </a:lnTo>
                <a:lnTo>
                  <a:pt x="431" y="0"/>
                </a:lnTo>
                <a:lnTo>
                  <a:pt x="465" y="0"/>
                </a:lnTo>
                <a:lnTo>
                  <a:pt x="501" y="0"/>
                </a:lnTo>
                <a:lnTo>
                  <a:pt x="537" y="0"/>
                </a:lnTo>
                <a:lnTo>
                  <a:pt x="791" y="666"/>
                </a:lnTo>
                <a:lnTo>
                  <a:pt x="531" y="666"/>
                </a:lnTo>
                <a:lnTo>
                  <a:pt x="395" y="268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9" name="Freeform 48"/>
          <p:cNvSpPr>
            <a:spLocks/>
          </p:cNvSpPr>
          <p:nvPr userDrawn="1"/>
        </p:nvSpPr>
        <p:spPr bwMode="auto">
          <a:xfrm>
            <a:off x="841574" y="5020099"/>
            <a:ext cx="118398" cy="123400"/>
          </a:xfrm>
          <a:custGeom>
            <a:avLst/>
            <a:gdLst>
              <a:gd name="T0" fmla="*/ 644 w 644"/>
              <a:gd name="T1" fmla="*/ 192 h 666"/>
              <a:gd name="T2" fmla="*/ 644 w 644"/>
              <a:gd name="T3" fmla="*/ 0 h 666"/>
              <a:gd name="T4" fmla="*/ 563 w 644"/>
              <a:gd name="T5" fmla="*/ 0 h 666"/>
              <a:gd name="T6" fmla="*/ 484 w 644"/>
              <a:gd name="T7" fmla="*/ 0 h 666"/>
              <a:gd name="T8" fmla="*/ 402 w 644"/>
              <a:gd name="T9" fmla="*/ 0 h 666"/>
              <a:gd name="T10" fmla="*/ 323 w 644"/>
              <a:gd name="T11" fmla="*/ 0 h 666"/>
              <a:gd name="T12" fmla="*/ 242 w 644"/>
              <a:gd name="T13" fmla="*/ 0 h 666"/>
              <a:gd name="T14" fmla="*/ 162 w 644"/>
              <a:gd name="T15" fmla="*/ 0 h 666"/>
              <a:gd name="T16" fmla="*/ 81 w 644"/>
              <a:gd name="T17" fmla="*/ 0 h 666"/>
              <a:gd name="T18" fmla="*/ 0 w 644"/>
              <a:gd name="T19" fmla="*/ 0 h 666"/>
              <a:gd name="T20" fmla="*/ 0 w 644"/>
              <a:gd name="T21" fmla="*/ 192 h 666"/>
              <a:gd name="T22" fmla="*/ 189 w 644"/>
              <a:gd name="T23" fmla="*/ 192 h 666"/>
              <a:gd name="T24" fmla="*/ 189 w 644"/>
              <a:gd name="T25" fmla="*/ 666 h 666"/>
              <a:gd name="T26" fmla="*/ 455 w 644"/>
              <a:gd name="T27" fmla="*/ 666 h 666"/>
              <a:gd name="T28" fmla="*/ 455 w 644"/>
              <a:gd name="T29" fmla="*/ 192 h 666"/>
              <a:gd name="T30" fmla="*/ 644 w 644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4" h="666">
                <a:moveTo>
                  <a:pt x="644" y="192"/>
                </a:moveTo>
                <a:lnTo>
                  <a:pt x="644" y="0"/>
                </a:lnTo>
                <a:lnTo>
                  <a:pt x="563" y="0"/>
                </a:lnTo>
                <a:lnTo>
                  <a:pt x="484" y="0"/>
                </a:lnTo>
                <a:lnTo>
                  <a:pt x="402" y="0"/>
                </a:lnTo>
                <a:lnTo>
                  <a:pt x="323" y="0"/>
                </a:lnTo>
                <a:lnTo>
                  <a:pt x="242" y="0"/>
                </a:lnTo>
                <a:lnTo>
                  <a:pt x="162" y="0"/>
                </a:lnTo>
                <a:lnTo>
                  <a:pt x="81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5" y="666"/>
                </a:lnTo>
                <a:lnTo>
                  <a:pt x="455" y="192"/>
                </a:lnTo>
                <a:lnTo>
                  <a:pt x="644" y="192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0" name="Freeform 49"/>
          <p:cNvSpPr>
            <a:spLocks/>
          </p:cNvSpPr>
          <p:nvPr userDrawn="1"/>
        </p:nvSpPr>
        <p:spPr bwMode="auto">
          <a:xfrm>
            <a:off x="708168" y="5020099"/>
            <a:ext cx="145079" cy="123400"/>
          </a:xfrm>
          <a:custGeom>
            <a:avLst/>
            <a:gdLst>
              <a:gd name="T0" fmla="*/ 396 w 791"/>
              <a:gd name="T1" fmla="*/ 268 h 666"/>
              <a:gd name="T2" fmla="*/ 260 w 791"/>
              <a:gd name="T3" fmla="*/ 666 h 666"/>
              <a:gd name="T4" fmla="*/ 0 w 791"/>
              <a:gd name="T5" fmla="*/ 666 h 666"/>
              <a:gd name="T6" fmla="*/ 256 w 791"/>
              <a:gd name="T7" fmla="*/ 0 h 666"/>
              <a:gd name="T8" fmla="*/ 290 w 791"/>
              <a:gd name="T9" fmla="*/ 0 h 666"/>
              <a:gd name="T10" fmla="*/ 326 w 791"/>
              <a:gd name="T11" fmla="*/ 0 h 666"/>
              <a:gd name="T12" fmla="*/ 360 w 791"/>
              <a:gd name="T13" fmla="*/ 0 h 666"/>
              <a:gd name="T14" fmla="*/ 396 w 791"/>
              <a:gd name="T15" fmla="*/ 0 h 666"/>
              <a:gd name="T16" fmla="*/ 430 w 791"/>
              <a:gd name="T17" fmla="*/ 0 h 666"/>
              <a:gd name="T18" fmla="*/ 466 w 791"/>
              <a:gd name="T19" fmla="*/ 0 h 666"/>
              <a:gd name="T20" fmla="*/ 501 w 791"/>
              <a:gd name="T21" fmla="*/ 0 h 666"/>
              <a:gd name="T22" fmla="*/ 536 w 791"/>
              <a:gd name="T23" fmla="*/ 0 h 666"/>
              <a:gd name="T24" fmla="*/ 791 w 791"/>
              <a:gd name="T25" fmla="*/ 666 h 666"/>
              <a:gd name="T26" fmla="*/ 532 w 791"/>
              <a:gd name="T27" fmla="*/ 666 h 666"/>
              <a:gd name="T28" fmla="*/ 396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6" y="268"/>
                </a:moveTo>
                <a:lnTo>
                  <a:pt x="260" y="666"/>
                </a:lnTo>
                <a:lnTo>
                  <a:pt x="0" y="666"/>
                </a:lnTo>
                <a:lnTo>
                  <a:pt x="256" y="0"/>
                </a:lnTo>
                <a:lnTo>
                  <a:pt x="290" y="0"/>
                </a:lnTo>
                <a:lnTo>
                  <a:pt x="326" y="0"/>
                </a:lnTo>
                <a:lnTo>
                  <a:pt x="360" y="0"/>
                </a:lnTo>
                <a:lnTo>
                  <a:pt x="396" y="0"/>
                </a:lnTo>
                <a:lnTo>
                  <a:pt x="430" y="0"/>
                </a:lnTo>
                <a:lnTo>
                  <a:pt x="466" y="0"/>
                </a:lnTo>
                <a:lnTo>
                  <a:pt x="501" y="0"/>
                </a:lnTo>
                <a:lnTo>
                  <a:pt x="536" y="0"/>
                </a:lnTo>
                <a:lnTo>
                  <a:pt x="791" y="666"/>
                </a:lnTo>
                <a:lnTo>
                  <a:pt x="532" y="666"/>
                </a:lnTo>
                <a:lnTo>
                  <a:pt x="396" y="268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" name="Freeform 50"/>
          <p:cNvSpPr>
            <a:spLocks/>
          </p:cNvSpPr>
          <p:nvPr userDrawn="1"/>
        </p:nvSpPr>
        <p:spPr bwMode="auto">
          <a:xfrm>
            <a:off x="601443" y="5020099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3 w 643"/>
              <a:gd name="T5" fmla="*/ 0 h 666"/>
              <a:gd name="T6" fmla="*/ 482 w 643"/>
              <a:gd name="T7" fmla="*/ 0 h 666"/>
              <a:gd name="T8" fmla="*/ 402 w 643"/>
              <a:gd name="T9" fmla="*/ 0 h 666"/>
              <a:gd name="T10" fmla="*/ 321 w 643"/>
              <a:gd name="T11" fmla="*/ 0 h 666"/>
              <a:gd name="T12" fmla="*/ 242 w 643"/>
              <a:gd name="T13" fmla="*/ 0 h 666"/>
              <a:gd name="T14" fmla="*/ 161 w 643"/>
              <a:gd name="T15" fmla="*/ 0 h 666"/>
              <a:gd name="T16" fmla="*/ 81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9 w 643"/>
              <a:gd name="T23" fmla="*/ 192 h 666"/>
              <a:gd name="T24" fmla="*/ 189 w 643"/>
              <a:gd name="T25" fmla="*/ 666 h 666"/>
              <a:gd name="T26" fmla="*/ 454 w 643"/>
              <a:gd name="T27" fmla="*/ 666 h 666"/>
              <a:gd name="T28" fmla="*/ 454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3" y="0"/>
                </a:lnTo>
                <a:lnTo>
                  <a:pt x="482" y="0"/>
                </a:lnTo>
                <a:lnTo>
                  <a:pt x="402" y="0"/>
                </a:lnTo>
                <a:lnTo>
                  <a:pt x="321" y="0"/>
                </a:lnTo>
                <a:lnTo>
                  <a:pt x="242" y="0"/>
                </a:lnTo>
                <a:lnTo>
                  <a:pt x="161" y="0"/>
                </a:lnTo>
                <a:lnTo>
                  <a:pt x="81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4" y="666"/>
                </a:lnTo>
                <a:lnTo>
                  <a:pt x="454" y="192"/>
                </a:lnTo>
                <a:lnTo>
                  <a:pt x="643" y="192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2" name="Freeform 51"/>
          <p:cNvSpPr>
            <a:spLocks/>
          </p:cNvSpPr>
          <p:nvPr userDrawn="1"/>
        </p:nvSpPr>
        <p:spPr bwMode="auto">
          <a:xfrm>
            <a:off x="1430226" y="5020099"/>
            <a:ext cx="145079" cy="123400"/>
          </a:xfrm>
          <a:custGeom>
            <a:avLst/>
            <a:gdLst>
              <a:gd name="T0" fmla="*/ 395 w 791"/>
              <a:gd name="T1" fmla="*/ 268 h 666"/>
              <a:gd name="T2" fmla="*/ 259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90 w 791"/>
              <a:gd name="T9" fmla="*/ 0 h 666"/>
              <a:gd name="T10" fmla="*/ 324 w 791"/>
              <a:gd name="T11" fmla="*/ 0 h 666"/>
              <a:gd name="T12" fmla="*/ 360 w 791"/>
              <a:gd name="T13" fmla="*/ 0 h 666"/>
              <a:gd name="T14" fmla="*/ 395 w 791"/>
              <a:gd name="T15" fmla="*/ 0 h 666"/>
              <a:gd name="T16" fmla="*/ 431 w 791"/>
              <a:gd name="T17" fmla="*/ 0 h 666"/>
              <a:gd name="T18" fmla="*/ 465 w 791"/>
              <a:gd name="T19" fmla="*/ 0 h 666"/>
              <a:gd name="T20" fmla="*/ 501 w 791"/>
              <a:gd name="T21" fmla="*/ 0 h 666"/>
              <a:gd name="T22" fmla="*/ 535 w 791"/>
              <a:gd name="T23" fmla="*/ 0 h 666"/>
              <a:gd name="T24" fmla="*/ 791 w 791"/>
              <a:gd name="T25" fmla="*/ 666 h 666"/>
              <a:gd name="T26" fmla="*/ 530 w 791"/>
              <a:gd name="T27" fmla="*/ 666 h 666"/>
              <a:gd name="T28" fmla="*/ 395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5" y="268"/>
                </a:moveTo>
                <a:lnTo>
                  <a:pt x="259" y="666"/>
                </a:lnTo>
                <a:lnTo>
                  <a:pt x="0" y="666"/>
                </a:lnTo>
                <a:lnTo>
                  <a:pt x="254" y="0"/>
                </a:lnTo>
                <a:lnTo>
                  <a:pt x="290" y="0"/>
                </a:lnTo>
                <a:lnTo>
                  <a:pt x="324" y="0"/>
                </a:lnTo>
                <a:lnTo>
                  <a:pt x="360" y="0"/>
                </a:lnTo>
                <a:lnTo>
                  <a:pt x="395" y="0"/>
                </a:lnTo>
                <a:lnTo>
                  <a:pt x="431" y="0"/>
                </a:lnTo>
                <a:lnTo>
                  <a:pt x="465" y="0"/>
                </a:lnTo>
                <a:lnTo>
                  <a:pt x="501" y="0"/>
                </a:lnTo>
                <a:lnTo>
                  <a:pt x="535" y="0"/>
                </a:lnTo>
                <a:lnTo>
                  <a:pt x="791" y="666"/>
                </a:lnTo>
                <a:lnTo>
                  <a:pt x="530" y="666"/>
                </a:lnTo>
                <a:lnTo>
                  <a:pt x="395" y="268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3" name="Freeform 52"/>
          <p:cNvSpPr>
            <a:spLocks/>
          </p:cNvSpPr>
          <p:nvPr userDrawn="1"/>
        </p:nvSpPr>
        <p:spPr bwMode="auto">
          <a:xfrm>
            <a:off x="1323501" y="5020099"/>
            <a:ext cx="118398" cy="123400"/>
          </a:xfrm>
          <a:custGeom>
            <a:avLst/>
            <a:gdLst>
              <a:gd name="T0" fmla="*/ 645 w 645"/>
              <a:gd name="T1" fmla="*/ 192 h 666"/>
              <a:gd name="T2" fmla="*/ 645 w 645"/>
              <a:gd name="T3" fmla="*/ 0 h 666"/>
              <a:gd name="T4" fmla="*/ 564 w 645"/>
              <a:gd name="T5" fmla="*/ 0 h 666"/>
              <a:gd name="T6" fmla="*/ 484 w 645"/>
              <a:gd name="T7" fmla="*/ 0 h 666"/>
              <a:gd name="T8" fmla="*/ 403 w 645"/>
              <a:gd name="T9" fmla="*/ 0 h 666"/>
              <a:gd name="T10" fmla="*/ 323 w 645"/>
              <a:gd name="T11" fmla="*/ 0 h 666"/>
              <a:gd name="T12" fmla="*/ 242 w 645"/>
              <a:gd name="T13" fmla="*/ 0 h 666"/>
              <a:gd name="T14" fmla="*/ 161 w 645"/>
              <a:gd name="T15" fmla="*/ 0 h 666"/>
              <a:gd name="T16" fmla="*/ 82 w 645"/>
              <a:gd name="T17" fmla="*/ 0 h 666"/>
              <a:gd name="T18" fmla="*/ 0 w 645"/>
              <a:gd name="T19" fmla="*/ 0 h 666"/>
              <a:gd name="T20" fmla="*/ 0 w 645"/>
              <a:gd name="T21" fmla="*/ 192 h 666"/>
              <a:gd name="T22" fmla="*/ 189 w 645"/>
              <a:gd name="T23" fmla="*/ 192 h 666"/>
              <a:gd name="T24" fmla="*/ 189 w 645"/>
              <a:gd name="T25" fmla="*/ 666 h 666"/>
              <a:gd name="T26" fmla="*/ 456 w 645"/>
              <a:gd name="T27" fmla="*/ 666 h 666"/>
              <a:gd name="T28" fmla="*/ 456 w 645"/>
              <a:gd name="T29" fmla="*/ 192 h 666"/>
              <a:gd name="T30" fmla="*/ 645 w 645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5" h="666">
                <a:moveTo>
                  <a:pt x="645" y="192"/>
                </a:moveTo>
                <a:lnTo>
                  <a:pt x="645" y="0"/>
                </a:lnTo>
                <a:lnTo>
                  <a:pt x="564" y="0"/>
                </a:lnTo>
                <a:lnTo>
                  <a:pt x="484" y="0"/>
                </a:lnTo>
                <a:lnTo>
                  <a:pt x="403" y="0"/>
                </a:lnTo>
                <a:lnTo>
                  <a:pt x="323" y="0"/>
                </a:lnTo>
                <a:lnTo>
                  <a:pt x="242" y="0"/>
                </a:lnTo>
                <a:lnTo>
                  <a:pt x="161" y="0"/>
                </a:lnTo>
                <a:lnTo>
                  <a:pt x="82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6" y="666"/>
                </a:lnTo>
                <a:lnTo>
                  <a:pt x="456" y="192"/>
                </a:lnTo>
                <a:lnTo>
                  <a:pt x="645" y="192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4" name="Freeform 53"/>
          <p:cNvSpPr>
            <a:spLocks/>
          </p:cNvSpPr>
          <p:nvPr userDrawn="1"/>
        </p:nvSpPr>
        <p:spPr bwMode="auto">
          <a:xfrm>
            <a:off x="1188429" y="5020099"/>
            <a:ext cx="146746" cy="123400"/>
          </a:xfrm>
          <a:custGeom>
            <a:avLst/>
            <a:gdLst>
              <a:gd name="T0" fmla="*/ 397 w 791"/>
              <a:gd name="T1" fmla="*/ 268 h 666"/>
              <a:gd name="T2" fmla="*/ 261 w 791"/>
              <a:gd name="T3" fmla="*/ 666 h 666"/>
              <a:gd name="T4" fmla="*/ 0 w 791"/>
              <a:gd name="T5" fmla="*/ 666 h 666"/>
              <a:gd name="T6" fmla="*/ 256 w 791"/>
              <a:gd name="T7" fmla="*/ 0 h 666"/>
              <a:gd name="T8" fmla="*/ 291 w 791"/>
              <a:gd name="T9" fmla="*/ 0 h 666"/>
              <a:gd name="T10" fmla="*/ 326 w 791"/>
              <a:gd name="T11" fmla="*/ 0 h 666"/>
              <a:gd name="T12" fmla="*/ 361 w 791"/>
              <a:gd name="T13" fmla="*/ 0 h 666"/>
              <a:gd name="T14" fmla="*/ 397 w 791"/>
              <a:gd name="T15" fmla="*/ 0 h 666"/>
              <a:gd name="T16" fmla="*/ 431 w 791"/>
              <a:gd name="T17" fmla="*/ 0 h 666"/>
              <a:gd name="T18" fmla="*/ 467 w 791"/>
              <a:gd name="T19" fmla="*/ 0 h 666"/>
              <a:gd name="T20" fmla="*/ 501 w 791"/>
              <a:gd name="T21" fmla="*/ 0 h 666"/>
              <a:gd name="T22" fmla="*/ 537 w 791"/>
              <a:gd name="T23" fmla="*/ 0 h 666"/>
              <a:gd name="T24" fmla="*/ 791 w 791"/>
              <a:gd name="T25" fmla="*/ 666 h 666"/>
              <a:gd name="T26" fmla="*/ 532 w 791"/>
              <a:gd name="T27" fmla="*/ 666 h 666"/>
              <a:gd name="T28" fmla="*/ 397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7" y="268"/>
                </a:moveTo>
                <a:lnTo>
                  <a:pt x="261" y="666"/>
                </a:lnTo>
                <a:lnTo>
                  <a:pt x="0" y="666"/>
                </a:lnTo>
                <a:lnTo>
                  <a:pt x="256" y="0"/>
                </a:lnTo>
                <a:lnTo>
                  <a:pt x="291" y="0"/>
                </a:lnTo>
                <a:lnTo>
                  <a:pt x="326" y="0"/>
                </a:lnTo>
                <a:lnTo>
                  <a:pt x="361" y="0"/>
                </a:lnTo>
                <a:lnTo>
                  <a:pt x="397" y="0"/>
                </a:lnTo>
                <a:lnTo>
                  <a:pt x="431" y="0"/>
                </a:lnTo>
                <a:lnTo>
                  <a:pt x="467" y="0"/>
                </a:lnTo>
                <a:lnTo>
                  <a:pt x="501" y="0"/>
                </a:lnTo>
                <a:lnTo>
                  <a:pt x="537" y="0"/>
                </a:lnTo>
                <a:lnTo>
                  <a:pt x="791" y="666"/>
                </a:lnTo>
                <a:lnTo>
                  <a:pt x="532" y="666"/>
                </a:lnTo>
                <a:lnTo>
                  <a:pt x="397" y="268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5" name="Freeform 54"/>
          <p:cNvSpPr>
            <a:spLocks/>
          </p:cNvSpPr>
          <p:nvPr userDrawn="1"/>
        </p:nvSpPr>
        <p:spPr bwMode="auto">
          <a:xfrm>
            <a:off x="1081704" y="5020099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4 w 643"/>
              <a:gd name="T5" fmla="*/ 0 h 666"/>
              <a:gd name="T6" fmla="*/ 483 w 643"/>
              <a:gd name="T7" fmla="*/ 0 h 666"/>
              <a:gd name="T8" fmla="*/ 403 w 643"/>
              <a:gd name="T9" fmla="*/ 0 h 666"/>
              <a:gd name="T10" fmla="*/ 322 w 643"/>
              <a:gd name="T11" fmla="*/ 0 h 666"/>
              <a:gd name="T12" fmla="*/ 242 w 643"/>
              <a:gd name="T13" fmla="*/ 0 h 666"/>
              <a:gd name="T14" fmla="*/ 161 w 643"/>
              <a:gd name="T15" fmla="*/ 0 h 666"/>
              <a:gd name="T16" fmla="*/ 80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9 w 643"/>
              <a:gd name="T23" fmla="*/ 192 h 666"/>
              <a:gd name="T24" fmla="*/ 189 w 643"/>
              <a:gd name="T25" fmla="*/ 666 h 666"/>
              <a:gd name="T26" fmla="*/ 454 w 643"/>
              <a:gd name="T27" fmla="*/ 666 h 666"/>
              <a:gd name="T28" fmla="*/ 454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4" y="0"/>
                </a:lnTo>
                <a:lnTo>
                  <a:pt x="483" y="0"/>
                </a:lnTo>
                <a:lnTo>
                  <a:pt x="403" y="0"/>
                </a:lnTo>
                <a:lnTo>
                  <a:pt x="322" y="0"/>
                </a:lnTo>
                <a:lnTo>
                  <a:pt x="242" y="0"/>
                </a:lnTo>
                <a:lnTo>
                  <a:pt x="161" y="0"/>
                </a:lnTo>
                <a:lnTo>
                  <a:pt x="80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4" y="666"/>
                </a:lnTo>
                <a:lnTo>
                  <a:pt x="454" y="192"/>
                </a:lnTo>
                <a:lnTo>
                  <a:pt x="643" y="192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6" name="Freeform 55"/>
          <p:cNvSpPr>
            <a:spLocks/>
          </p:cNvSpPr>
          <p:nvPr userDrawn="1"/>
        </p:nvSpPr>
        <p:spPr bwMode="auto">
          <a:xfrm>
            <a:off x="1910487" y="5020099"/>
            <a:ext cx="146746" cy="123400"/>
          </a:xfrm>
          <a:custGeom>
            <a:avLst/>
            <a:gdLst>
              <a:gd name="T0" fmla="*/ 395 w 792"/>
              <a:gd name="T1" fmla="*/ 268 h 666"/>
              <a:gd name="T2" fmla="*/ 260 w 792"/>
              <a:gd name="T3" fmla="*/ 666 h 666"/>
              <a:gd name="T4" fmla="*/ 0 w 792"/>
              <a:gd name="T5" fmla="*/ 666 h 666"/>
              <a:gd name="T6" fmla="*/ 255 w 792"/>
              <a:gd name="T7" fmla="*/ 0 h 666"/>
              <a:gd name="T8" fmla="*/ 291 w 792"/>
              <a:gd name="T9" fmla="*/ 0 h 666"/>
              <a:gd name="T10" fmla="*/ 325 w 792"/>
              <a:gd name="T11" fmla="*/ 0 h 666"/>
              <a:gd name="T12" fmla="*/ 361 w 792"/>
              <a:gd name="T13" fmla="*/ 0 h 666"/>
              <a:gd name="T14" fmla="*/ 395 w 792"/>
              <a:gd name="T15" fmla="*/ 0 h 666"/>
              <a:gd name="T16" fmla="*/ 431 w 792"/>
              <a:gd name="T17" fmla="*/ 0 h 666"/>
              <a:gd name="T18" fmla="*/ 465 w 792"/>
              <a:gd name="T19" fmla="*/ 0 h 666"/>
              <a:gd name="T20" fmla="*/ 501 w 792"/>
              <a:gd name="T21" fmla="*/ 0 h 666"/>
              <a:gd name="T22" fmla="*/ 536 w 792"/>
              <a:gd name="T23" fmla="*/ 0 h 666"/>
              <a:gd name="T24" fmla="*/ 792 w 792"/>
              <a:gd name="T25" fmla="*/ 666 h 666"/>
              <a:gd name="T26" fmla="*/ 531 w 792"/>
              <a:gd name="T27" fmla="*/ 666 h 666"/>
              <a:gd name="T28" fmla="*/ 395 w 792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2" h="666">
                <a:moveTo>
                  <a:pt x="395" y="268"/>
                </a:moveTo>
                <a:lnTo>
                  <a:pt x="260" y="666"/>
                </a:lnTo>
                <a:lnTo>
                  <a:pt x="0" y="666"/>
                </a:lnTo>
                <a:lnTo>
                  <a:pt x="255" y="0"/>
                </a:lnTo>
                <a:lnTo>
                  <a:pt x="291" y="0"/>
                </a:lnTo>
                <a:lnTo>
                  <a:pt x="325" y="0"/>
                </a:lnTo>
                <a:lnTo>
                  <a:pt x="361" y="0"/>
                </a:lnTo>
                <a:lnTo>
                  <a:pt x="395" y="0"/>
                </a:lnTo>
                <a:lnTo>
                  <a:pt x="431" y="0"/>
                </a:lnTo>
                <a:lnTo>
                  <a:pt x="465" y="0"/>
                </a:lnTo>
                <a:lnTo>
                  <a:pt x="501" y="0"/>
                </a:lnTo>
                <a:lnTo>
                  <a:pt x="536" y="0"/>
                </a:lnTo>
                <a:lnTo>
                  <a:pt x="792" y="666"/>
                </a:lnTo>
                <a:lnTo>
                  <a:pt x="531" y="666"/>
                </a:lnTo>
                <a:lnTo>
                  <a:pt x="395" y="268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7" name="Freeform 56"/>
          <p:cNvSpPr>
            <a:spLocks/>
          </p:cNvSpPr>
          <p:nvPr userDrawn="1"/>
        </p:nvSpPr>
        <p:spPr bwMode="auto">
          <a:xfrm>
            <a:off x="1803762" y="5020099"/>
            <a:ext cx="118398" cy="123400"/>
          </a:xfrm>
          <a:custGeom>
            <a:avLst/>
            <a:gdLst>
              <a:gd name="T0" fmla="*/ 644 w 644"/>
              <a:gd name="T1" fmla="*/ 192 h 666"/>
              <a:gd name="T2" fmla="*/ 644 w 644"/>
              <a:gd name="T3" fmla="*/ 0 h 666"/>
              <a:gd name="T4" fmla="*/ 563 w 644"/>
              <a:gd name="T5" fmla="*/ 0 h 666"/>
              <a:gd name="T6" fmla="*/ 484 w 644"/>
              <a:gd name="T7" fmla="*/ 0 h 666"/>
              <a:gd name="T8" fmla="*/ 403 w 644"/>
              <a:gd name="T9" fmla="*/ 0 h 666"/>
              <a:gd name="T10" fmla="*/ 321 w 644"/>
              <a:gd name="T11" fmla="*/ 0 h 666"/>
              <a:gd name="T12" fmla="*/ 242 w 644"/>
              <a:gd name="T13" fmla="*/ 0 h 666"/>
              <a:gd name="T14" fmla="*/ 161 w 644"/>
              <a:gd name="T15" fmla="*/ 0 h 666"/>
              <a:gd name="T16" fmla="*/ 81 w 644"/>
              <a:gd name="T17" fmla="*/ 0 h 666"/>
              <a:gd name="T18" fmla="*/ 0 w 644"/>
              <a:gd name="T19" fmla="*/ 0 h 666"/>
              <a:gd name="T20" fmla="*/ 0 w 644"/>
              <a:gd name="T21" fmla="*/ 192 h 666"/>
              <a:gd name="T22" fmla="*/ 189 w 644"/>
              <a:gd name="T23" fmla="*/ 192 h 666"/>
              <a:gd name="T24" fmla="*/ 189 w 644"/>
              <a:gd name="T25" fmla="*/ 666 h 666"/>
              <a:gd name="T26" fmla="*/ 456 w 644"/>
              <a:gd name="T27" fmla="*/ 666 h 666"/>
              <a:gd name="T28" fmla="*/ 456 w 644"/>
              <a:gd name="T29" fmla="*/ 192 h 666"/>
              <a:gd name="T30" fmla="*/ 644 w 644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4" h="666">
                <a:moveTo>
                  <a:pt x="644" y="192"/>
                </a:moveTo>
                <a:lnTo>
                  <a:pt x="644" y="0"/>
                </a:lnTo>
                <a:lnTo>
                  <a:pt x="563" y="0"/>
                </a:lnTo>
                <a:lnTo>
                  <a:pt x="484" y="0"/>
                </a:lnTo>
                <a:lnTo>
                  <a:pt x="403" y="0"/>
                </a:lnTo>
                <a:lnTo>
                  <a:pt x="321" y="0"/>
                </a:lnTo>
                <a:lnTo>
                  <a:pt x="242" y="0"/>
                </a:lnTo>
                <a:lnTo>
                  <a:pt x="161" y="0"/>
                </a:lnTo>
                <a:lnTo>
                  <a:pt x="81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6" y="666"/>
                </a:lnTo>
                <a:lnTo>
                  <a:pt x="456" y="192"/>
                </a:lnTo>
                <a:lnTo>
                  <a:pt x="644" y="192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8" name="Freeform 57"/>
          <p:cNvSpPr>
            <a:spLocks/>
          </p:cNvSpPr>
          <p:nvPr userDrawn="1"/>
        </p:nvSpPr>
        <p:spPr bwMode="auto">
          <a:xfrm>
            <a:off x="1670356" y="5020099"/>
            <a:ext cx="145079" cy="123400"/>
          </a:xfrm>
          <a:custGeom>
            <a:avLst/>
            <a:gdLst>
              <a:gd name="T0" fmla="*/ 396 w 791"/>
              <a:gd name="T1" fmla="*/ 268 h 666"/>
              <a:gd name="T2" fmla="*/ 261 w 791"/>
              <a:gd name="T3" fmla="*/ 666 h 666"/>
              <a:gd name="T4" fmla="*/ 0 w 791"/>
              <a:gd name="T5" fmla="*/ 666 h 666"/>
              <a:gd name="T6" fmla="*/ 256 w 791"/>
              <a:gd name="T7" fmla="*/ 0 h 666"/>
              <a:gd name="T8" fmla="*/ 290 w 791"/>
              <a:gd name="T9" fmla="*/ 0 h 666"/>
              <a:gd name="T10" fmla="*/ 326 w 791"/>
              <a:gd name="T11" fmla="*/ 0 h 666"/>
              <a:gd name="T12" fmla="*/ 360 w 791"/>
              <a:gd name="T13" fmla="*/ 0 h 666"/>
              <a:gd name="T14" fmla="*/ 396 w 791"/>
              <a:gd name="T15" fmla="*/ 0 h 666"/>
              <a:gd name="T16" fmla="*/ 431 w 791"/>
              <a:gd name="T17" fmla="*/ 0 h 666"/>
              <a:gd name="T18" fmla="*/ 466 w 791"/>
              <a:gd name="T19" fmla="*/ 0 h 666"/>
              <a:gd name="T20" fmla="*/ 501 w 791"/>
              <a:gd name="T21" fmla="*/ 0 h 666"/>
              <a:gd name="T22" fmla="*/ 537 w 791"/>
              <a:gd name="T23" fmla="*/ 0 h 666"/>
              <a:gd name="T24" fmla="*/ 791 w 791"/>
              <a:gd name="T25" fmla="*/ 666 h 666"/>
              <a:gd name="T26" fmla="*/ 532 w 791"/>
              <a:gd name="T27" fmla="*/ 666 h 666"/>
              <a:gd name="T28" fmla="*/ 396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6" y="268"/>
                </a:moveTo>
                <a:lnTo>
                  <a:pt x="261" y="666"/>
                </a:lnTo>
                <a:lnTo>
                  <a:pt x="0" y="666"/>
                </a:lnTo>
                <a:lnTo>
                  <a:pt x="256" y="0"/>
                </a:lnTo>
                <a:lnTo>
                  <a:pt x="290" y="0"/>
                </a:lnTo>
                <a:lnTo>
                  <a:pt x="326" y="0"/>
                </a:lnTo>
                <a:lnTo>
                  <a:pt x="360" y="0"/>
                </a:lnTo>
                <a:lnTo>
                  <a:pt x="396" y="0"/>
                </a:lnTo>
                <a:lnTo>
                  <a:pt x="431" y="0"/>
                </a:lnTo>
                <a:lnTo>
                  <a:pt x="466" y="0"/>
                </a:lnTo>
                <a:lnTo>
                  <a:pt x="501" y="0"/>
                </a:lnTo>
                <a:lnTo>
                  <a:pt x="537" y="0"/>
                </a:lnTo>
                <a:lnTo>
                  <a:pt x="791" y="666"/>
                </a:lnTo>
                <a:lnTo>
                  <a:pt x="532" y="666"/>
                </a:lnTo>
                <a:lnTo>
                  <a:pt x="396" y="268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9" name="Freeform 58"/>
          <p:cNvSpPr>
            <a:spLocks/>
          </p:cNvSpPr>
          <p:nvPr userDrawn="1"/>
        </p:nvSpPr>
        <p:spPr bwMode="auto">
          <a:xfrm>
            <a:off x="1563632" y="5020099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3 w 643"/>
              <a:gd name="T5" fmla="*/ 0 h 666"/>
              <a:gd name="T6" fmla="*/ 482 w 643"/>
              <a:gd name="T7" fmla="*/ 0 h 666"/>
              <a:gd name="T8" fmla="*/ 403 w 643"/>
              <a:gd name="T9" fmla="*/ 0 h 666"/>
              <a:gd name="T10" fmla="*/ 321 w 643"/>
              <a:gd name="T11" fmla="*/ 0 h 666"/>
              <a:gd name="T12" fmla="*/ 240 w 643"/>
              <a:gd name="T13" fmla="*/ 0 h 666"/>
              <a:gd name="T14" fmla="*/ 161 w 643"/>
              <a:gd name="T15" fmla="*/ 0 h 666"/>
              <a:gd name="T16" fmla="*/ 80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9 w 643"/>
              <a:gd name="T23" fmla="*/ 192 h 666"/>
              <a:gd name="T24" fmla="*/ 189 w 643"/>
              <a:gd name="T25" fmla="*/ 666 h 666"/>
              <a:gd name="T26" fmla="*/ 454 w 643"/>
              <a:gd name="T27" fmla="*/ 666 h 666"/>
              <a:gd name="T28" fmla="*/ 454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3" y="0"/>
                </a:lnTo>
                <a:lnTo>
                  <a:pt x="482" y="0"/>
                </a:lnTo>
                <a:lnTo>
                  <a:pt x="403" y="0"/>
                </a:lnTo>
                <a:lnTo>
                  <a:pt x="321" y="0"/>
                </a:lnTo>
                <a:lnTo>
                  <a:pt x="240" y="0"/>
                </a:lnTo>
                <a:lnTo>
                  <a:pt x="161" y="0"/>
                </a:lnTo>
                <a:lnTo>
                  <a:pt x="80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4" y="666"/>
                </a:lnTo>
                <a:lnTo>
                  <a:pt x="454" y="192"/>
                </a:lnTo>
                <a:lnTo>
                  <a:pt x="643" y="192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0" name="Freeform 59"/>
          <p:cNvSpPr>
            <a:spLocks/>
          </p:cNvSpPr>
          <p:nvPr userDrawn="1"/>
        </p:nvSpPr>
        <p:spPr bwMode="auto">
          <a:xfrm>
            <a:off x="2392415" y="5020099"/>
            <a:ext cx="145079" cy="123400"/>
          </a:xfrm>
          <a:custGeom>
            <a:avLst/>
            <a:gdLst>
              <a:gd name="T0" fmla="*/ 395 w 791"/>
              <a:gd name="T1" fmla="*/ 268 h 666"/>
              <a:gd name="T2" fmla="*/ 259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89 w 791"/>
              <a:gd name="T9" fmla="*/ 0 h 666"/>
              <a:gd name="T10" fmla="*/ 325 w 791"/>
              <a:gd name="T11" fmla="*/ 0 h 666"/>
              <a:gd name="T12" fmla="*/ 361 w 791"/>
              <a:gd name="T13" fmla="*/ 0 h 666"/>
              <a:gd name="T14" fmla="*/ 395 w 791"/>
              <a:gd name="T15" fmla="*/ 0 h 666"/>
              <a:gd name="T16" fmla="*/ 431 w 791"/>
              <a:gd name="T17" fmla="*/ 0 h 666"/>
              <a:gd name="T18" fmla="*/ 465 w 791"/>
              <a:gd name="T19" fmla="*/ 0 h 666"/>
              <a:gd name="T20" fmla="*/ 501 w 791"/>
              <a:gd name="T21" fmla="*/ 0 h 666"/>
              <a:gd name="T22" fmla="*/ 535 w 791"/>
              <a:gd name="T23" fmla="*/ 0 h 666"/>
              <a:gd name="T24" fmla="*/ 791 w 791"/>
              <a:gd name="T25" fmla="*/ 666 h 666"/>
              <a:gd name="T26" fmla="*/ 531 w 791"/>
              <a:gd name="T27" fmla="*/ 666 h 666"/>
              <a:gd name="T28" fmla="*/ 395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5" y="268"/>
                </a:moveTo>
                <a:lnTo>
                  <a:pt x="259" y="666"/>
                </a:lnTo>
                <a:lnTo>
                  <a:pt x="0" y="666"/>
                </a:lnTo>
                <a:lnTo>
                  <a:pt x="254" y="0"/>
                </a:lnTo>
                <a:lnTo>
                  <a:pt x="289" y="0"/>
                </a:lnTo>
                <a:lnTo>
                  <a:pt x="325" y="0"/>
                </a:lnTo>
                <a:lnTo>
                  <a:pt x="361" y="0"/>
                </a:lnTo>
                <a:lnTo>
                  <a:pt x="395" y="0"/>
                </a:lnTo>
                <a:lnTo>
                  <a:pt x="431" y="0"/>
                </a:lnTo>
                <a:lnTo>
                  <a:pt x="465" y="0"/>
                </a:lnTo>
                <a:lnTo>
                  <a:pt x="501" y="0"/>
                </a:lnTo>
                <a:lnTo>
                  <a:pt x="535" y="0"/>
                </a:lnTo>
                <a:lnTo>
                  <a:pt x="791" y="666"/>
                </a:lnTo>
                <a:lnTo>
                  <a:pt x="531" y="666"/>
                </a:lnTo>
                <a:lnTo>
                  <a:pt x="395" y="268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1" name="Freeform 60"/>
          <p:cNvSpPr>
            <a:spLocks/>
          </p:cNvSpPr>
          <p:nvPr userDrawn="1"/>
        </p:nvSpPr>
        <p:spPr bwMode="auto">
          <a:xfrm>
            <a:off x="2285691" y="5020099"/>
            <a:ext cx="118398" cy="123400"/>
          </a:xfrm>
          <a:custGeom>
            <a:avLst/>
            <a:gdLst>
              <a:gd name="T0" fmla="*/ 644 w 644"/>
              <a:gd name="T1" fmla="*/ 192 h 666"/>
              <a:gd name="T2" fmla="*/ 644 w 644"/>
              <a:gd name="T3" fmla="*/ 0 h 666"/>
              <a:gd name="T4" fmla="*/ 563 w 644"/>
              <a:gd name="T5" fmla="*/ 0 h 666"/>
              <a:gd name="T6" fmla="*/ 482 w 644"/>
              <a:gd name="T7" fmla="*/ 0 h 666"/>
              <a:gd name="T8" fmla="*/ 402 w 644"/>
              <a:gd name="T9" fmla="*/ 0 h 666"/>
              <a:gd name="T10" fmla="*/ 321 w 644"/>
              <a:gd name="T11" fmla="*/ 0 h 666"/>
              <a:gd name="T12" fmla="*/ 242 w 644"/>
              <a:gd name="T13" fmla="*/ 0 h 666"/>
              <a:gd name="T14" fmla="*/ 160 w 644"/>
              <a:gd name="T15" fmla="*/ 0 h 666"/>
              <a:gd name="T16" fmla="*/ 81 w 644"/>
              <a:gd name="T17" fmla="*/ 0 h 666"/>
              <a:gd name="T18" fmla="*/ 0 w 644"/>
              <a:gd name="T19" fmla="*/ 0 h 666"/>
              <a:gd name="T20" fmla="*/ 0 w 644"/>
              <a:gd name="T21" fmla="*/ 192 h 666"/>
              <a:gd name="T22" fmla="*/ 188 w 644"/>
              <a:gd name="T23" fmla="*/ 192 h 666"/>
              <a:gd name="T24" fmla="*/ 188 w 644"/>
              <a:gd name="T25" fmla="*/ 666 h 666"/>
              <a:gd name="T26" fmla="*/ 455 w 644"/>
              <a:gd name="T27" fmla="*/ 666 h 666"/>
              <a:gd name="T28" fmla="*/ 455 w 644"/>
              <a:gd name="T29" fmla="*/ 192 h 666"/>
              <a:gd name="T30" fmla="*/ 644 w 644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4" h="666">
                <a:moveTo>
                  <a:pt x="644" y="192"/>
                </a:moveTo>
                <a:lnTo>
                  <a:pt x="644" y="0"/>
                </a:lnTo>
                <a:lnTo>
                  <a:pt x="563" y="0"/>
                </a:lnTo>
                <a:lnTo>
                  <a:pt x="482" y="0"/>
                </a:lnTo>
                <a:lnTo>
                  <a:pt x="402" y="0"/>
                </a:lnTo>
                <a:lnTo>
                  <a:pt x="321" y="0"/>
                </a:lnTo>
                <a:lnTo>
                  <a:pt x="242" y="0"/>
                </a:lnTo>
                <a:lnTo>
                  <a:pt x="160" y="0"/>
                </a:lnTo>
                <a:lnTo>
                  <a:pt x="81" y="0"/>
                </a:lnTo>
                <a:lnTo>
                  <a:pt x="0" y="0"/>
                </a:lnTo>
                <a:lnTo>
                  <a:pt x="0" y="192"/>
                </a:lnTo>
                <a:lnTo>
                  <a:pt x="188" y="192"/>
                </a:lnTo>
                <a:lnTo>
                  <a:pt x="188" y="666"/>
                </a:lnTo>
                <a:lnTo>
                  <a:pt x="455" y="666"/>
                </a:lnTo>
                <a:lnTo>
                  <a:pt x="455" y="192"/>
                </a:lnTo>
                <a:lnTo>
                  <a:pt x="644" y="192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2" name="Freeform 61"/>
          <p:cNvSpPr>
            <a:spLocks/>
          </p:cNvSpPr>
          <p:nvPr userDrawn="1"/>
        </p:nvSpPr>
        <p:spPr bwMode="auto">
          <a:xfrm>
            <a:off x="2150617" y="5020099"/>
            <a:ext cx="146746" cy="123400"/>
          </a:xfrm>
          <a:custGeom>
            <a:avLst/>
            <a:gdLst>
              <a:gd name="T0" fmla="*/ 396 w 791"/>
              <a:gd name="T1" fmla="*/ 268 h 666"/>
              <a:gd name="T2" fmla="*/ 260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90 w 791"/>
              <a:gd name="T9" fmla="*/ 0 h 666"/>
              <a:gd name="T10" fmla="*/ 326 w 791"/>
              <a:gd name="T11" fmla="*/ 0 h 666"/>
              <a:gd name="T12" fmla="*/ 360 w 791"/>
              <a:gd name="T13" fmla="*/ 0 h 666"/>
              <a:gd name="T14" fmla="*/ 396 w 791"/>
              <a:gd name="T15" fmla="*/ 0 h 666"/>
              <a:gd name="T16" fmla="*/ 430 w 791"/>
              <a:gd name="T17" fmla="*/ 0 h 666"/>
              <a:gd name="T18" fmla="*/ 466 w 791"/>
              <a:gd name="T19" fmla="*/ 0 h 666"/>
              <a:gd name="T20" fmla="*/ 500 w 791"/>
              <a:gd name="T21" fmla="*/ 0 h 666"/>
              <a:gd name="T22" fmla="*/ 536 w 791"/>
              <a:gd name="T23" fmla="*/ 0 h 666"/>
              <a:gd name="T24" fmla="*/ 791 w 791"/>
              <a:gd name="T25" fmla="*/ 666 h 666"/>
              <a:gd name="T26" fmla="*/ 530 w 791"/>
              <a:gd name="T27" fmla="*/ 666 h 666"/>
              <a:gd name="T28" fmla="*/ 396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6" y="268"/>
                </a:moveTo>
                <a:lnTo>
                  <a:pt x="260" y="666"/>
                </a:lnTo>
                <a:lnTo>
                  <a:pt x="0" y="666"/>
                </a:lnTo>
                <a:lnTo>
                  <a:pt x="254" y="0"/>
                </a:lnTo>
                <a:lnTo>
                  <a:pt x="290" y="0"/>
                </a:lnTo>
                <a:lnTo>
                  <a:pt x="326" y="0"/>
                </a:lnTo>
                <a:lnTo>
                  <a:pt x="360" y="0"/>
                </a:lnTo>
                <a:lnTo>
                  <a:pt x="396" y="0"/>
                </a:lnTo>
                <a:lnTo>
                  <a:pt x="430" y="0"/>
                </a:lnTo>
                <a:lnTo>
                  <a:pt x="466" y="0"/>
                </a:lnTo>
                <a:lnTo>
                  <a:pt x="500" y="0"/>
                </a:lnTo>
                <a:lnTo>
                  <a:pt x="536" y="0"/>
                </a:lnTo>
                <a:lnTo>
                  <a:pt x="791" y="666"/>
                </a:lnTo>
                <a:lnTo>
                  <a:pt x="530" y="666"/>
                </a:lnTo>
                <a:lnTo>
                  <a:pt x="396" y="268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3" name="Freeform 62"/>
          <p:cNvSpPr>
            <a:spLocks/>
          </p:cNvSpPr>
          <p:nvPr userDrawn="1"/>
        </p:nvSpPr>
        <p:spPr bwMode="auto">
          <a:xfrm>
            <a:off x="2043892" y="5020099"/>
            <a:ext cx="118398" cy="123400"/>
          </a:xfrm>
          <a:custGeom>
            <a:avLst/>
            <a:gdLst>
              <a:gd name="T0" fmla="*/ 642 w 642"/>
              <a:gd name="T1" fmla="*/ 192 h 666"/>
              <a:gd name="T2" fmla="*/ 642 w 642"/>
              <a:gd name="T3" fmla="*/ 0 h 666"/>
              <a:gd name="T4" fmla="*/ 563 w 642"/>
              <a:gd name="T5" fmla="*/ 0 h 666"/>
              <a:gd name="T6" fmla="*/ 482 w 642"/>
              <a:gd name="T7" fmla="*/ 0 h 666"/>
              <a:gd name="T8" fmla="*/ 401 w 642"/>
              <a:gd name="T9" fmla="*/ 0 h 666"/>
              <a:gd name="T10" fmla="*/ 321 w 642"/>
              <a:gd name="T11" fmla="*/ 0 h 666"/>
              <a:gd name="T12" fmla="*/ 240 w 642"/>
              <a:gd name="T13" fmla="*/ 0 h 666"/>
              <a:gd name="T14" fmla="*/ 160 w 642"/>
              <a:gd name="T15" fmla="*/ 0 h 666"/>
              <a:gd name="T16" fmla="*/ 79 w 642"/>
              <a:gd name="T17" fmla="*/ 0 h 666"/>
              <a:gd name="T18" fmla="*/ 0 w 642"/>
              <a:gd name="T19" fmla="*/ 0 h 666"/>
              <a:gd name="T20" fmla="*/ 0 w 642"/>
              <a:gd name="T21" fmla="*/ 192 h 666"/>
              <a:gd name="T22" fmla="*/ 188 w 642"/>
              <a:gd name="T23" fmla="*/ 192 h 666"/>
              <a:gd name="T24" fmla="*/ 188 w 642"/>
              <a:gd name="T25" fmla="*/ 666 h 666"/>
              <a:gd name="T26" fmla="*/ 454 w 642"/>
              <a:gd name="T27" fmla="*/ 666 h 666"/>
              <a:gd name="T28" fmla="*/ 454 w 642"/>
              <a:gd name="T29" fmla="*/ 192 h 666"/>
              <a:gd name="T30" fmla="*/ 642 w 642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2" h="666">
                <a:moveTo>
                  <a:pt x="642" y="192"/>
                </a:moveTo>
                <a:lnTo>
                  <a:pt x="642" y="0"/>
                </a:lnTo>
                <a:lnTo>
                  <a:pt x="563" y="0"/>
                </a:lnTo>
                <a:lnTo>
                  <a:pt x="482" y="0"/>
                </a:lnTo>
                <a:lnTo>
                  <a:pt x="401" y="0"/>
                </a:lnTo>
                <a:lnTo>
                  <a:pt x="321" y="0"/>
                </a:lnTo>
                <a:lnTo>
                  <a:pt x="240" y="0"/>
                </a:lnTo>
                <a:lnTo>
                  <a:pt x="160" y="0"/>
                </a:lnTo>
                <a:lnTo>
                  <a:pt x="79" y="0"/>
                </a:lnTo>
                <a:lnTo>
                  <a:pt x="0" y="0"/>
                </a:lnTo>
                <a:lnTo>
                  <a:pt x="0" y="192"/>
                </a:lnTo>
                <a:lnTo>
                  <a:pt x="188" y="192"/>
                </a:lnTo>
                <a:lnTo>
                  <a:pt x="188" y="666"/>
                </a:lnTo>
                <a:lnTo>
                  <a:pt x="454" y="666"/>
                </a:lnTo>
                <a:lnTo>
                  <a:pt x="454" y="192"/>
                </a:lnTo>
                <a:lnTo>
                  <a:pt x="642" y="192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4" name="Freeform 63"/>
          <p:cNvSpPr>
            <a:spLocks/>
          </p:cNvSpPr>
          <p:nvPr userDrawn="1"/>
        </p:nvSpPr>
        <p:spPr bwMode="auto">
          <a:xfrm>
            <a:off x="2872676" y="5020099"/>
            <a:ext cx="145079" cy="123400"/>
          </a:xfrm>
          <a:custGeom>
            <a:avLst/>
            <a:gdLst>
              <a:gd name="T0" fmla="*/ 394 w 791"/>
              <a:gd name="T1" fmla="*/ 268 h 666"/>
              <a:gd name="T2" fmla="*/ 259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88 w 791"/>
              <a:gd name="T9" fmla="*/ 0 h 666"/>
              <a:gd name="T10" fmla="*/ 324 w 791"/>
              <a:gd name="T11" fmla="*/ 0 h 666"/>
              <a:gd name="T12" fmla="*/ 359 w 791"/>
              <a:gd name="T13" fmla="*/ 0 h 666"/>
              <a:gd name="T14" fmla="*/ 394 w 791"/>
              <a:gd name="T15" fmla="*/ 0 h 666"/>
              <a:gd name="T16" fmla="*/ 430 w 791"/>
              <a:gd name="T17" fmla="*/ 0 h 666"/>
              <a:gd name="T18" fmla="*/ 465 w 791"/>
              <a:gd name="T19" fmla="*/ 0 h 666"/>
              <a:gd name="T20" fmla="*/ 501 w 791"/>
              <a:gd name="T21" fmla="*/ 0 h 666"/>
              <a:gd name="T22" fmla="*/ 535 w 791"/>
              <a:gd name="T23" fmla="*/ 0 h 666"/>
              <a:gd name="T24" fmla="*/ 791 w 791"/>
              <a:gd name="T25" fmla="*/ 666 h 666"/>
              <a:gd name="T26" fmla="*/ 530 w 791"/>
              <a:gd name="T27" fmla="*/ 666 h 666"/>
              <a:gd name="T28" fmla="*/ 394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4" y="268"/>
                </a:moveTo>
                <a:lnTo>
                  <a:pt x="259" y="666"/>
                </a:lnTo>
                <a:lnTo>
                  <a:pt x="0" y="666"/>
                </a:lnTo>
                <a:lnTo>
                  <a:pt x="254" y="0"/>
                </a:lnTo>
                <a:lnTo>
                  <a:pt x="288" y="0"/>
                </a:lnTo>
                <a:lnTo>
                  <a:pt x="324" y="0"/>
                </a:lnTo>
                <a:lnTo>
                  <a:pt x="359" y="0"/>
                </a:lnTo>
                <a:lnTo>
                  <a:pt x="394" y="0"/>
                </a:lnTo>
                <a:lnTo>
                  <a:pt x="430" y="0"/>
                </a:lnTo>
                <a:lnTo>
                  <a:pt x="465" y="0"/>
                </a:lnTo>
                <a:lnTo>
                  <a:pt x="501" y="0"/>
                </a:lnTo>
                <a:lnTo>
                  <a:pt x="535" y="0"/>
                </a:lnTo>
                <a:lnTo>
                  <a:pt x="791" y="666"/>
                </a:lnTo>
                <a:lnTo>
                  <a:pt x="530" y="666"/>
                </a:lnTo>
                <a:lnTo>
                  <a:pt x="394" y="268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" name="Freeform 64"/>
          <p:cNvSpPr>
            <a:spLocks/>
          </p:cNvSpPr>
          <p:nvPr userDrawn="1"/>
        </p:nvSpPr>
        <p:spPr bwMode="auto">
          <a:xfrm>
            <a:off x="2765951" y="5020099"/>
            <a:ext cx="118398" cy="123400"/>
          </a:xfrm>
          <a:custGeom>
            <a:avLst/>
            <a:gdLst>
              <a:gd name="T0" fmla="*/ 645 w 645"/>
              <a:gd name="T1" fmla="*/ 192 h 666"/>
              <a:gd name="T2" fmla="*/ 645 w 645"/>
              <a:gd name="T3" fmla="*/ 0 h 666"/>
              <a:gd name="T4" fmla="*/ 564 w 645"/>
              <a:gd name="T5" fmla="*/ 0 h 666"/>
              <a:gd name="T6" fmla="*/ 482 w 645"/>
              <a:gd name="T7" fmla="*/ 0 h 666"/>
              <a:gd name="T8" fmla="*/ 403 w 645"/>
              <a:gd name="T9" fmla="*/ 0 h 666"/>
              <a:gd name="T10" fmla="*/ 322 w 645"/>
              <a:gd name="T11" fmla="*/ 0 h 666"/>
              <a:gd name="T12" fmla="*/ 242 w 645"/>
              <a:gd name="T13" fmla="*/ 0 h 666"/>
              <a:gd name="T14" fmla="*/ 161 w 645"/>
              <a:gd name="T15" fmla="*/ 0 h 666"/>
              <a:gd name="T16" fmla="*/ 81 w 645"/>
              <a:gd name="T17" fmla="*/ 0 h 666"/>
              <a:gd name="T18" fmla="*/ 0 w 645"/>
              <a:gd name="T19" fmla="*/ 0 h 666"/>
              <a:gd name="T20" fmla="*/ 0 w 645"/>
              <a:gd name="T21" fmla="*/ 192 h 666"/>
              <a:gd name="T22" fmla="*/ 189 w 645"/>
              <a:gd name="T23" fmla="*/ 192 h 666"/>
              <a:gd name="T24" fmla="*/ 189 w 645"/>
              <a:gd name="T25" fmla="*/ 666 h 666"/>
              <a:gd name="T26" fmla="*/ 456 w 645"/>
              <a:gd name="T27" fmla="*/ 666 h 666"/>
              <a:gd name="T28" fmla="*/ 456 w 645"/>
              <a:gd name="T29" fmla="*/ 192 h 666"/>
              <a:gd name="T30" fmla="*/ 645 w 645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5" h="666">
                <a:moveTo>
                  <a:pt x="645" y="192"/>
                </a:moveTo>
                <a:lnTo>
                  <a:pt x="645" y="0"/>
                </a:lnTo>
                <a:lnTo>
                  <a:pt x="564" y="0"/>
                </a:lnTo>
                <a:lnTo>
                  <a:pt x="482" y="0"/>
                </a:lnTo>
                <a:lnTo>
                  <a:pt x="403" y="0"/>
                </a:lnTo>
                <a:lnTo>
                  <a:pt x="322" y="0"/>
                </a:lnTo>
                <a:lnTo>
                  <a:pt x="242" y="0"/>
                </a:lnTo>
                <a:lnTo>
                  <a:pt x="161" y="0"/>
                </a:lnTo>
                <a:lnTo>
                  <a:pt x="81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6" y="666"/>
                </a:lnTo>
                <a:lnTo>
                  <a:pt x="456" y="192"/>
                </a:lnTo>
                <a:lnTo>
                  <a:pt x="645" y="192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6" name="Freeform 65"/>
          <p:cNvSpPr>
            <a:spLocks/>
          </p:cNvSpPr>
          <p:nvPr userDrawn="1"/>
        </p:nvSpPr>
        <p:spPr bwMode="auto">
          <a:xfrm>
            <a:off x="2632546" y="5020099"/>
            <a:ext cx="145079" cy="123400"/>
          </a:xfrm>
          <a:custGeom>
            <a:avLst/>
            <a:gdLst>
              <a:gd name="T0" fmla="*/ 396 w 791"/>
              <a:gd name="T1" fmla="*/ 268 h 666"/>
              <a:gd name="T2" fmla="*/ 261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90 w 791"/>
              <a:gd name="T9" fmla="*/ 0 h 666"/>
              <a:gd name="T10" fmla="*/ 325 w 791"/>
              <a:gd name="T11" fmla="*/ 0 h 666"/>
              <a:gd name="T12" fmla="*/ 361 w 791"/>
              <a:gd name="T13" fmla="*/ 0 h 666"/>
              <a:gd name="T14" fmla="*/ 396 w 791"/>
              <a:gd name="T15" fmla="*/ 0 h 666"/>
              <a:gd name="T16" fmla="*/ 431 w 791"/>
              <a:gd name="T17" fmla="*/ 0 h 666"/>
              <a:gd name="T18" fmla="*/ 467 w 791"/>
              <a:gd name="T19" fmla="*/ 0 h 666"/>
              <a:gd name="T20" fmla="*/ 501 w 791"/>
              <a:gd name="T21" fmla="*/ 0 h 666"/>
              <a:gd name="T22" fmla="*/ 537 w 791"/>
              <a:gd name="T23" fmla="*/ 0 h 666"/>
              <a:gd name="T24" fmla="*/ 791 w 791"/>
              <a:gd name="T25" fmla="*/ 666 h 666"/>
              <a:gd name="T26" fmla="*/ 531 w 791"/>
              <a:gd name="T27" fmla="*/ 666 h 666"/>
              <a:gd name="T28" fmla="*/ 396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6" y="268"/>
                </a:moveTo>
                <a:lnTo>
                  <a:pt x="261" y="666"/>
                </a:lnTo>
                <a:lnTo>
                  <a:pt x="0" y="666"/>
                </a:lnTo>
                <a:lnTo>
                  <a:pt x="254" y="0"/>
                </a:lnTo>
                <a:lnTo>
                  <a:pt x="290" y="0"/>
                </a:lnTo>
                <a:lnTo>
                  <a:pt x="325" y="0"/>
                </a:lnTo>
                <a:lnTo>
                  <a:pt x="361" y="0"/>
                </a:lnTo>
                <a:lnTo>
                  <a:pt x="396" y="0"/>
                </a:lnTo>
                <a:lnTo>
                  <a:pt x="431" y="0"/>
                </a:lnTo>
                <a:lnTo>
                  <a:pt x="467" y="0"/>
                </a:lnTo>
                <a:lnTo>
                  <a:pt x="501" y="0"/>
                </a:lnTo>
                <a:lnTo>
                  <a:pt x="537" y="0"/>
                </a:lnTo>
                <a:lnTo>
                  <a:pt x="791" y="666"/>
                </a:lnTo>
                <a:lnTo>
                  <a:pt x="531" y="666"/>
                </a:lnTo>
                <a:lnTo>
                  <a:pt x="396" y="268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7" name="Freeform 66"/>
          <p:cNvSpPr>
            <a:spLocks/>
          </p:cNvSpPr>
          <p:nvPr userDrawn="1"/>
        </p:nvSpPr>
        <p:spPr bwMode="auto">
          <a:xfrm>
            <a:off x="2525821" y="5020099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2 w 643"/>
              <a:gd name="T5" fmla="*/ 0 h 666"/>
              <a:gd name="T6" fmla="*/ 482 w 643"/>
              <a:gd name="T7" fmla="*/ 0 h 666"/>
              <a:gd name="T8" fmla="*/ 401 w 643"/>
              <a:gd name="T9" fmla="*/ 0 h 666"/>
              <a:gd name="T10" fmla="*/ 322 w 643"/>
              <a:gd name="T11" fmla="*/ 0 h 666"/>
              <a:gd name="T12" fmla="*/ 241 w 643"/>
              <a:gd name="T13" fmla="*/ 0 h 666"/>
              <a:gd name="T14" fmla="*/ 161 w 643"/>
              <a:gd name="T15" fmla="*/ 0 h 666"/>
              <a:gd name="T16" fmla="*/ 80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9 w 643"/>
              <a:gd name="T23" fmla="*/ 192 h 666"/>
              <a:gd name="T24" fmla="*/ 189 w 643"/>
              <a:gd name="T25" fmla="*/ 666 h 666"/>
              <a:gd name="T26" fmla="*/ 454 w 643"/>
              <a:gd name="T27" fmla="*/ 666 h 666"/>
              <a:gd name="T28" fmla="*/ 454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2" y="0"/>
                </a:lnTo>
                <a:lnTo>
                  <a:pt x="482" y="0"/>
                </a:lnTo>
                <a:lnTo>
                  <a:pt x="401" y="0"/>
                </a:lnTo>
                <a:lnTo>
                  <a:pt x="322" y="0"/>
                </a:lnTo>
                <a:lnTo>
                  <a:pt x="241" y="0"/>
                </a:lnTo>
                <a:lnTo>
                  <a:pt x="161" y="0"/>
                </a:lnTo>
                <a:lnTo>
                  <a:pt x="80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4" y="666"/>
                </a:lnTo>
                <a:lnTo>
                  <a:pt x="454" y="192"/>
                </a:lnTo>
                <a:lnTo>
                  <a:pt x="643" y="192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8" name="Freeform 67"/>
          <p:cNvSpPr>
            <a:spLocks/>
          </p:cNvSpPr>
          <p:nvPr userDrawn="1"/>
        </p:nvSpPr>
        <p:spPr bwMode="auto">
          <a:xfrm>
            <a:off x="3352936" y="5020099"/>
            <a:ext cx="146746" cy="123400"/>
          </a:xfrm>
          <a:custGeom>
            <a:avLst/>
            <a:gdLst>
              <a:gd name="T0" fmla="*/ 396 w 791"/>
              <a:gd name="T1" fmla="*/ 268 h 666"/>
              <a:gd name="T2" fmla="*/ 260 w 791"/>
              <a:gd name="T3" fmla="*/ 666 h 666"/>
              <a:gd name="T4" fmla="*/ 0 w 791"/>
              <a:gd name="T5" fmla="*/ 666 h 666"/>
              <a:gd name="T6" fmla="*/ 256 w 791"/>
              <a:gd name="T7" fmla="*/ 0 h 666"/>
              <a:gd name="T8" fmla="*/ 290 w 791"/>
              <a:gd name="T9" fmla="*/ 0 h 666"/>
              <a:gd name="T10" fmla="*/ 326 w 791"/>
              <a:gd name="T11" fmla="*/ 0 h 666"/>
              <a:gd name="T12" fmla="*/ 360 w 791"/>
              <a:gd name="T13" fmla="*/ 0 h 666"/>
              <a:gd name="T14" fmla="*/ 396 w 791"/>
              <a:gd name="T15" fmla="*/ 0 h 666"/>
              <a:gd name="T16" fmla="*/ 430 w 791"/>
              <a:gd name="T17" fmla="*/ 0 h 666"/>
              <a:gd name="T18" fmla="*/ 466 w 791"/>
              <a:gd name="T19" fmla="*/ 0 h 666"/>
              <a:gd name="T20" fmla="*/ 502 w 791"/>
              <a:gd name="T21" fmla="*/ 0 h 666"/>
              <a:gd name="T22" fmla="*/ 536 w 791"/>
              <a:gd name="T23" fmla="*/ 0 h 666"/>
              <a:gd name="T24" fmla="*/ 791 w 791"/>
              <a:gd name="T25" fmla="*/ 666 h 666"/>
              <a:gd name="T26" fmla="*/ 532 w 791"/>
              <a:gd name="T27" fmla="*/ 666 h 666"/>
              <a:gd name="T28" fmla="*/ 396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6" y="268"/>
                </a:moveTo>
                <a:lnTo>
                  <a:pt x="260" y="666"/>
                </a:lnTo>
                <a:lnTo>
                  <a:pt x="0" y="666"/>
                </a:lnTo>
                <a:lnTo>
                  <a:pt x="256" y="0"/>
                </a:lnTo>
                <a:lnTo>
                  <a:pt x="290" y="0"/>
                </a:lnTo>
                <a:lnTo>
                  <a:pt x="326" y="0"/>
                </a:lnTo>
                <a:lnTo>
                  <a:pt x="360" y="0"/>
                </a:lnTo>
                <a:lnTo>
                  <a:pt x="396" y="0"/>
                </a:lnTo>
                <a:lnTo>
                  <a:pt x="430" y="0"/>
                </a:lnTo>
                <a:lnTo>
                  <a:pt x="466" y="0"/>
                </a:lnTo>
                <a:lnTo>
                  <a:pt x="502" y="0"/>
                </a:lnTo>
                <a:lnTo>
                  <a:pt x="536" y="0"/>
                </a:lnTo>
                <a:lnTo>
                  <a:pt x="791" y="666"/>
                </a:lnTo>
                <a:lnTo>
                  <a:pt x="532" y="666"/>
                </a:lnTo>
                <a:lnTo>
                  <a:pt x="396" y="268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9" name="Freeform 68"/>
          <p:cNvSpPr>
            <a:spLocks/>
          </p:cNvSpPr>
          <p:nvPr userDrawn="1"/>
        </p:nvSpPr>
        <p:spPr bwMode="auto">
          <a:xfrm>
            <a:off x="3247879" y="5020099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3 w 643"/>
              <a:gd name="T5" fmla="*/ 0 h 666"/>
              <a:gd name="T6" fmla="*/ 482 w 643"/>
              <a:gd name="T7" fmla="*/ 0 h 666"/>
              <a:gd name="T8" fmla="*/ 402 w 643"/>
              <a:gd name="T9" fmla="*/ 0 h 666"/>
              <a:gd name="T10" fmla="*/ 321 w 643"/>
              <a:gd name="T11" fmla="*/ 0 h 666"/>
              <a:gd name="T12" fmla="*/ 242 w 643"/>
              <a:gd name="T13" fmla="*/ 0 h 666"/>
              <a:gd name="T14" fmla="*/ 161 w 643"/>
              <a:gd name="T15" fmla="*/ 0 h 666"/>
              <a:gd name="T16" fmla="*/ 81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9 w 643"/>
              <a:gd name="T23" fmla="*/ 192 h 666"/>
              <a:gd name="T24" fmla="*/ 189 w 643"/>
              <a:gd name="T25" fmla="*/ 666 h 666"/>
              <a:gd name="T26" fmla="*/ 455 w 643"/>
              <a:gd name="T27" fmla="*/ 666 h 666"/>
              <a:gd name="T28" fmla="*/ 455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3" y="0"/>
                </a:lnTo>
                <a:lnTo>
                  <a:pt x="482" y="0"/>
                </a:lnTo>
                <a:lnTo>
                  <a:pt x="402" y="0"/>
                </a:lnTo>
                <a:lnTo>
                  <a:pt x="321" y="0"/>
                </a:lnTo>
                <a:lnTo>
                  <a:pt x="242" y="0"/>
                </a:lnTo>
                <a:lnTo>
                  <a:pt x="161" y="0"/>
                </a:lnTo>
                <a:lnTo>
                  <a:pt x="81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5" y="666"/>
                </a:lnTo>
                <a:lnTo>
                  <a:pt x="455" y="192"/>
                </a:lnTo>
                <a:lnTo>
                  <a:pt x="643" y="192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0" name="Freeform 69"/>
          <p:cNvSpPr>
            <a:spLocks/>
          </p:cNvSpPr>
          <p:nvPr userDrawn="1"/>
        </p:nvSpPr>
        <p:spPr bwMode="auto">
          <a:xfrm>
            <a:off x="3112806" y="5020099"/>
            <a:ext cx="146746" cy="123400"/>
          </a:xfrm>
          <a:custGeom>
            <a:avLst/>
            <a:gdLst>
              <a:gd name="T0" fmla="*/ 394 w 791"/>
              <a:gd name="T1" fmla="*/ 268 h 666"/>
              <a:gd name="T2" fmla="*/ 260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90 w 791"/>
              <a:gd name="T9" fmla="*/ 0 h 666"/>
              <a:gd name="T10" fmla="*/ 324 w 791"/>
              <a:gd name="T11" fmla="*/ 0 h 666"/>
              <a:gd name="T12" fmla="*/ 360 w 791"/>
              <a:gd name="T13" fmla="*/ 0 h 666"/>
              <a:gd name="T14" fmla="*/ 394 w 791"/>
              <a:gd name="T15" fmla="*/ 0 h 666"/>
              <a:gd name="T16" fmla="*/ 430 w 791"/>
              <a:gd name="T17" fmla="*/ 0 h 666"/>
              <a:gd name="T18" fmla="*/ 466 w 791"/>
              <a:gd name="T19" fmla="*/ 0 h 666"/>
              <a:gd name="T20" fmla="*/ 501 w 791"/>
              <a:gd name="T21" fmla="*/ 0 h 666"/>
              <a:gd name="T22" fmla="*/ 536 w 791"/>
              <a:gd name="T23" fmla="*/ 0 h 666"/>
              <a:gd name="T24" fmla="*/ 791 w 791"/>
              <a:gd name="T25" fmla="*/ 666 h 666"/>
              <a:gd name="T26" fmla="*/ 530 w 791"/>
              <a:gd name="T27" fmla="*/ 666 h 666"/>
              <a:gd name="T28" fmla="*/ 394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4" y="268"/>
                </a:moveTo>
                <a:lnTo>
                  <a:pt x="260" y="666"/>
                </a:lnTo>
                <a:lnTo>
                  <a:pt x="0" y="666"/>
                </a:lnTo>
                <a:lnTo>
                  <a:pt x="254" y="0"/>
                </a:lnTo>
                <a:lnTo>
                  <a:pt x="290" y="0"/>
                </a:lnTo>
                <a:lnTo>
                  <a:pt x="324" y="0"/>
                </a:lnTo>
                <a:lnTo>
                  <a:pt x="360" y="0"/>
                </a:lnTo>
                <a:lnTo>
                  <a:pt x="394" y="0"/>
                </a:lnTo>
                <a:lnTo>
                  <a:pt x="430" y="0"/>
                </a:lnTo>
                <a:lnTo>
                  <a:pt x="466" y="0"/>
                </a:lnTo>
                <a:lnTo>
                  <a:pt x="501" y="0"/>
                </a:lnTo>
                <a:lnTo>
                  <a:pt x="536" y="0"/>
                </a:lnTo>
                <a:lnTo>
                  <a:pt x="791" y="666"/>
                </a:lnTo>
                <a:lnTo>
                  <a:pt x="530" y="666"/>
                </a:lnTo>
                <a:lnTo>
                  <a:pt x="394" y="268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1" name="Freeform 70"/>
          <p:cNvSpPr>
            <a:spLocks/>
          </p:cNvSpPr>
          <p:nvPr userDrawn="1"/>
        </p:nvSpPr>
        <p:spPr bwMode="auto">
          <a:xfrm>
            <a:off x="3006082" y="5020099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2 w 643"/>
              <a:gd name="T5" fmla="*/ 0 h 666"/>
              <a:gd name="T6" fmla="*/ 482 w 643"/>
              <a:gd name="T7" fmla="*/ 0 h 666"/>
              <a:gd name="T8" fmla="*/ 401 w 643"/>
              <a:gd name="T9" fmla="*/ 0 h 666"/>
              <a:gd name="T10" fmla="*/ 321 w 643"/>
              <a:gd name="T11" fmla="*/ 0 h 666"/>
              <a:gd name="T12" fmla="*/ 240 w 643"/>
              <a:gd name="T13" fmla="*/ 0 h 666"/>
              <a:gd name="T14" fmla="*/ 161 w 643"/>
              <a:gd name="T15" fmla="*/ 0 h 666"/>
              <a:gd name="T16" fmla="*/ 79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7 w 643"/>
              <a:gd name="T23" fmla="*/ 192 h 666"/>
              <a:gd name="T24" fmla="*/ 187 w 643"/>
              <a:gd name="T25" fmla="*/ 666 h 666"/>
              <a:gd name="T26" fmla="*/ 454 w 643"/>
              <a:gd name="T27" fmla="*/ 666 h 666"/>
              <a:gd name="T28" fmla="*/ 454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2" y="0"/>
                </a:lnTo>
                <a:lnTo>
                  <a:pt x="482" y="0"/>
                </a:lnTo>
                <a:lnTo>
                  <a:pt x="401" y="0"/>
                </a:lnTo>
                <a:lnTo>
                  <a:pt x="321" y="0"/>
                </a:lnTo>
                <a:lnTo>
                  <a:pt x="240" y="0"/>
                </a:lnTo>
                <a:lnTo>
                  <a:pt x="161" y="0"/>
                </a:lnTo>
                <a:lnTo>
                  <a:pt x="79" y="0"/>
                </a:lnTo>
                <a:lnTo>
                  <a:pt x="0" y="0"/>
                </a:lnTo>
                <a:lnTo>
                  <a:pt x="0" y="192"/>
                </a:lnTo>
                <a:lnTo>
                  <a:pt x="187" y="192"/>
                </a:lnTo>
                <a:lnTo>
                  <a:pt x="187" y="666"/>
                </a:lnTo>
                <a:lnTo>
                  <a:pt x="454" y="666"/>
                </a:lnTo>
                <a:lnTo>
                  <a:pt x="454" y="192"/>
                </a:lnTo>
                <a:lnTo>
                  <a:pt x="643" y="192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2" name="Freeform 71"/>
          <p:cNvSpPr>
            <a:spLocks/>
          </p:cNvSpPr>
          <p:nvPr userDrawn="1"/>
        </p:nvSpPr>
        <p:spPr bwMode="auto">
          <a:xfrm>
            <a:off x="3834864" y="5020099"/>
            <a:ext cx="145079" cy="123400"/>
          </a:xfrm>
          <a:custGeom>
            <a:avLst/>
            <a:gdLst>
              <a:gd name="T0" fmla="*/ 397 w 791"/>
              <a:gd name="T1" fmla="*/ 268 h 666"/>
              <a:gd name="T2" fmla="*/ 261 w 791"/>
              <a:gd name="T3" fmla="*/ 666 h 666"/>
              <a:gd name="T4" fmla="*/ 0 w 791"/>
              <a:gd name="T5" fmla="*/ 666 h 666"/>
              <a:gd name="T6" fmla="*/ 256 w 791"/>
              <a:gd name="T7" fmla="*/ 0 h 666"/>
              <a:gd name="T8" fmla="*/ 291 w 791"/>
              <a:gd name="T9" fmla="*/ 0 h 666"/>
              <a:gd name="T10" fmla="*/ 326 w 791"/>
              <a:gd name="T11" fmla="*/ 0 h 666"/>
              <a:gd name="T12" fmla="*/ 361 w 791"/>
              <a:gd name="T13" fmla="*/ 0 h 666"/>
              <a:gd name="T14" fmla="*/ 397 w 791"/>
              <a:gd name="T15" fmla="*/ 0 h 666"/>
              <a:gd name="T16" fmla="*/ 431 w 791"/>
              <a:gd name="T17" fmla="*/ 0 h 666"/>
              <a:gd name="T18" fmla="*/ 467 w 791"/>
              <a:gd name="T19" fmla="*/ 0 h 666"/>
              <a:gd name="T20" fmla="*/ 503 w 791"/>
              <a:gd name="T21" fmla="*/ 0 h 666"/>
              <a:gd name="T22" fmla="*/ 537 w 791"/>
              <a:gd name="T23" fmla="*/ 0 h 666"/>
              <a:gd name="T24" fmla="*/ 791 w 791"/>
              <a:gd name="T25" fmla="*/ 666 h 666"/>
              <a:gd name="T26" fmla="*/ 532 w 791"/>
              <a:gd name="T27" fmla="*/ 666 h 666"/>
              <a:gd name="T28" fmla="*/ 397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7" y="268"/>
                </a:moveTo>
                <a:lnTo>
                  <a:pt x="261" y="666"/>
                </a:lnTo>
                <a:lnTo>
                  <a:pt x="0" y="666"/>
                </a:lnTo>
                <a:lnTo>
                  <a:pt x="256" y="0"/>
                </a:lnTo>
                <a:lnTo>
                  <a:pt x="291" y="0"/>
                </a:lnTo>
                <a:lnTo>
                  <a:pt x="326" y="0"/>
                </a:lnTo>
                <a:lnTo>
                  <a:pt x="361" y="0"/>
                </a:lnTo>
                <a:lnTo>
                  <a:pt x="397" y="0"/>
                </a:lnTo>
                <a:lnTo>
                  <a:pt x="431" y="0"/>
                </a:lnTo>
                <a:lnTo>
                  <a:pt x="467" y="0"/>
                </a:lnTo>
                <a:lnTo>
                  <a:pt x="503" y="0"/>
                </a:lnTo>
                <a:lnTo>
                  <a:pt x="537" y="0"/>
                </a:lnTo>
                <a:lnTo>
                  <a:pt x="791" y="666"/>
                </a:lnTo>
                <a:lnTo>
                  <a:pt x="532" y="666"/>
                </a:lnTo>
                <a:lnTo>
                  <a:pt x="397" y="268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3" name="Freeform 72"/>
          <p:cNvSpPr>
            <a:spLocks/>
          </p:cNvSpPr>
          <p:nvPr userDrawn="1"/>
        </p:nvSpPr>
        <p:spPr bwMode="auto">
          <a:xfrm>
            <a:off x="3728139" y="5020099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4 w 643"/>
              <a:gd name="T5" fmla="*/ 0 h 666"/>
              <a:gd name="T6" fmla="*/ 483 w 643"/>
              <a:gd name="T7" fmla="*/ 0 h 666"/>
              <a:gd name="T8" fmla="*/ 403 w 643"/>
              <a:gd name="T9" fmla="*/ 0 h 666"/>
              <a:gd name="T10" fmla="*/ 322 w 643"/>
              <a:gd name="T11" fmla="*/ 0 h 666"/>
              <a:gd name="T12" fmla="*/ 242 w 643"/>
              <a:gd name="T13" fmla="*/ 0 h 666"/>
              <a:gd name="T14" fmla="*/ 161 w 643"/>
              <a:gd name="T15" fmla="*/ 0 h 666"/>
              <a:gd name="T16" fmla="*/ 82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9 w 643"/>
              <a:gd name="T23" fmla="*/ 192 h 666"/>
              <a:gd name="T24" fmla="*/ 189 w 643"/>
              <a:gd name="T25" fmla="*/ 666 h 666"/>
              <a:gd name="T26" fmla="*/ 454 w 643"/>
              <a:gd name="T27" fmla="*/ 666 h 666"/>
              <a:gd name="T28" fmla="*/ 454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4" y="0"/>
                </a:lnTo>
                <a:lnTo>
                  <a:pt x="483" y="0"/>
                </a:lnTo>
                <a:lnTo>
                  <a:pt x="403" y="0"/>
                </a:lnTo>
                <a:lnTo>
                  <a:pt x="322" y="0"/>
                </a:lnTo>
                <a:lnTo>
                  <a:pt x="242" y="0"/>
                </a:lnTo>
                <a:lnTo>
                  <a:pt x="161" y="0"/>
                </a:lnTo>
                <a:lnTo>
                  <a:pt x="82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4" y="666"/>
                </a:lnTo>
                <a:lnTo>
                  <a:pt x="454" y="192"/>
                </a:lnTo>
                <a:lnTo>
                  <a:pt x="643" y="192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4" name="Freeform 73"/>
          <p:cNvSpPr>
            <a:spLocks/>
          </p:cNvSpPr>
          <p:nvPr userDrawn="1"/>
        </p:nvSpPr>
        <p:spPr bwMode="auto">
          <a:xfrm>
            <a:off x="3594734" y="5020099"/>
            <a:ext cx="145079" cy="123400"/>
          </a:xfrm>
          <a:custGeom>
            <a:avLst/>
            <a:gdLst>
              <a:gd name="T0" fmla="*/ 395 w 791"/>
              <a:gd name="T1" fmla="*/ 268 h 666"/>
              <a:gd name="T2" fmla="*/ 259 w 791"/>
              <a:gd name="T3" fmla="*/ 666 h 666"/>
              <a:gd name="T4" fmla="*/ 0 w 791"/>
              <a:gd name="T5" fmla="*/ 666 h 666"/>
              <a:gd name="T6" fmla="*/ 255 w 791"/>
              <a:gd name="T7" fmla="*/ 0 h 666"/>
              <a:gd name="T8" fmla="*/ 291 w 791"/>
              <a:gd name="T9" fmla="*/ 0 h 666"/>
              <a:gd name="T10" fmla="*/ 325 w 791"/>
              <a:gd name="T11" fmla="*/ 0 h 666"/>
              <a:gd name="T12" fmla="*/ 361 w 791"/>
              <a:gd name="T13" fmla="*/ 0 h 666"/>
              <a:gd name="T14" fmla="*/ 395 w 791"/>
              <a:gd name="T15" fmla="*/ 0 h 666"/>
              <a:gd name="T16" fmla="*/ 431 w 791"/>
              <a:gd name="T17" fmla="*/ 0 h 666"/>
              <a:gd name="T18" fmla="*/ 465 w 791"/>
              <a:gd name="T19" fmla="*/ 0 h 666"/>
              <a:gd name="T20" fmla="*/ 501 w 791"/>
              <a:gd name="T21" fmla="*/ 0 h 666"/>
              <a:gd name="T22" fmla="*/ 537 w 791"/>
              <a:gd name="T23" fmla="*/ 0 h 666"/>
              <a:gd name="T24" fmla="*/ 791 w 791"/>
              <a:gd name="T25" fmla="*/ 666 h 666"/>
              <a:gd name="T26" fmla="*/ 531 w 791"/>
              <a:gd name="T27" fmla="*/ 666 h 666"/>
              <a:gd name="T28" fmla="*/ 395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5" y="268"/>
                </a:moveTo>
                <a:lnTo>
                  <a:pt x="259" y="666"/>
                </a:lnTo>
                <a:lnTo>
                  <a:pt x="0" y="666"/>
                </a:lnTo>
                <a:lnTo>
                  <a:pt x="255" y="0"/>
                </a:lnTo>
                <a:lnTo>
                  <a:pt x="291" y="0"/>
                </a:lnTo>
                <a:lnTo>
                  <a:pt x="325" y="0"/>
                </a:lnTo>
                <a:lnTo>
                  <a:pt x="361" y="0"/>
                </a:lnTo>
                <a:lnTo>
                  <a:pt x="395" y="0"/>
                </a:lnTo>
                <a:lnTo>
                  <a:pt x="431" y="0"/>
                </a:lnTo>
                <a:lnTo>
                  <a:pt x="465" y="0"/>
                </a:lnTo>
                <a:lnTo>
                  <a:pt x="501" y="0"/>
                </a:lnTo>
                <a:lnTo>
                  <a:pt x="537" y="0"/>
                </a:lnTo>
                <a:lnTo>
                  <a:pt x="791" y="666"/>
                </a:lnTo>
                <a:lnTo>
                  <a:pt x="531" y="666"/>
                </a:lnTo>
                <a:lnTo>
                  <a:pt x="395" y="268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5" name="Freeform 74"/>
          <p:cNvSpPr>
            <a:spLocks/>
          </p:cNvSpPr>
          <p:nvPr userDrawn="1"/>
        </p:nvSpPr>
        <p:spPr bwMode="auto">
          <a:xfrm>
            <a:off x="3488009" y="5020099"/>
            <a:ext cx="118398" cy="123400"/>
          </a:xfrm>
          <a:custGeom>
            <a:avLst/>
            <a:gdLst>
              <a:gd name="T0" fmla="*/ 644 w 644"/>
              <a:gd name="T1" fmla="*/ 192 h 666"/>
              <a:gd name="T2" fmla="*/ 644 w 644"/>
              <a:gd name="T3" fmla="*/ 0 h 666"/>
              <a:gd name="T4" fmla="*/ 563 w 644"/>
              <a:gd name="T5" fmla="*/ 0 h 666"/>
              <a:gd name="T6" fmla="*/ 484 w 644"/>
              <a:gd name="T7" fmla="*/ 0 h 666"/>
              <a:gd name="T8" fmla="*/ 402 w 644"/>
              <a:gd name="T9" fmla="*/ 0 h 666"/>
              <a:gd name="T10" fmla="*/ 323 w 644"/>
              <a:gd name="T11" fmla="*/ 0 h 666"/>
              <a:gd name="T12" fmla="*/ 242 w 644"/>
              <a:gd name="T13" fmla="*/ 0 h 666"/>
              <a:gd name="T14" fmla="*/ 162 w 644"/>
              <a:gd name="T15" fmla="*/ 0 h 666"/>
              <a:gd name="T16" fmla="*/ 81 w 644"/>
              <a:gd name="T17" fmla="*/ 0 h 666"/>
              <a:gd name="T18" fmla="*/ 0 w 644"/>
              <a:gd name="T19" fmla="*/ 0 h 666"/>
              <a:gd name="T20" fmla="*/ 0 w 644"/>
              <a:gd name="T21" fmla="*/ 192 h 666"/>
              <a:gd name="T22" fmla="*/ 189 w 644"/>
              <a:gd name="T23" fmla="*/ 192 h 666"/>
              <a:gd name="T24" fmla="*/ 189 w 644"/>
              <a:gd name="T25" fmla="*/ 666 h 666"/>
              <a:gd name="T26" fmla="*/ 455 w 644"/>
              <a:gd name="T27" fmla="*/ 666 h 666"/>
              <a:gd name="T28" fmla="*/ 455 w 644"/>
              <a:gd name="T29" fmla="*/ 192 h 666"/>
              <a:gd name="T30" fmla="*/ 644 w 644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4" h="666">
                <a:moveTo>
                  <a:pt x="644" y="192"/>
                </a:moveTo>
                <a:lnTo>
                  <a:pt x="644" y="0"/>
                </a:lnTo>
                <a:lnTo>
                  <a:pt x="563" y="0"/>
                </a:lnTo>
                <a:lnTo>
                  <a:pt x="484" y="0"/>
                </a:lnTo>
                <a:lnTo>
                  <a:pt x="402" y="0"/>
                </a:lnTo>
                <a:lnTo>
                  <a:pt x="323" y="0"/>
                </a:lnTo>
                <a:lnTo>
                  <a:pt x="242" y="0"/>
                </a:lnTo>
                <a:lnTo>
                  <a:pt x="162" y="0"/>
                </a:lnTo>
                <a:lnTo>
                  <a:pt x="81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5" y="666"/>
                </a:lnTo>
                <a:lnTo>
                  <a:pt x="455" y="192"/>
                </a:lnTo>
                <a:lnTo>
                  <a:pt x="644" y="192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6" name="Freeform 75"/>
          <p:cNvSpPr>
            <a:spLocks/>
          </p:cNvSpPr>
          <p:nvPr userDrawn="1"/>
        </p:nvSpPr>
        <p:spPr bwMode="auto">
          <a:xfrm>
            <a:off x="4315125" y="5020099"/>
            <a:ext cx="146746" cy="123400"/>
          </a:xfrm>
          <a:custGeom>
            <a:avLst/>
            <a:gdLst>
              <a:gd name="T0" fmla="*/ 396 w 791"/>
              <a:gd name="T1" fmla="*/ 268 h 666"/>
              <a:gd name="T2" fmla="*/ 261 w 791"/>
              <a:gd name="T3" fmla="*/ 666 h 666"/>
              <a:gd name="T4" fmla="*/ 0 w 791"/>
              <a:gd name="T5" fmla="*/ 666 h 666"/>
              <a:gd name="T6" fmla="*/ 256 w 791"/>
              <a:gd name="T7" fmla="*/ 0 h 666"/>
              <a:gd name="T8" fmla="*/ 290 w 791"/>
              <a:gd name="T9" fmla="*/ 0 h 666"/>
              <a:gd name="T10" fmla="*/ 326 w 791"/>
              <a:gd name="T11" fmla="*/ 0 h 666"/>
              <a:gd name="T12" fmla="*/ 360 w 791"/>
              <a:gd name="T13" fmla="*/ 0 h 666"/>
              <a:gd name="T14" fmla="*/ 396 w 791"/>
              <a:gd name="T15" fmla="*/ 0 h 666"/>
              <a:gd name="T16" fmla="*/ 431 w 791"/>
              <a:gd name="T17" fmla="*/ 0 h 666"/>
              <a:gd name="T18" fmla="*/ 466 w 791"/>
              <a:gd name="T19" fmla="*/ 0 h 666"/>
              <a:gd name="T20" fmla="*/ 501 w 791"/>
              <a:gd name="T21" fmla="*/ 0 h 666"/>
              <a:gd name="T22" fmla="*/ 537 w 791"/>
              <a:gd name="T23" fmla="*/ 0 h 666"/>
              <a:gd name="T24" fmla="*/ 791 w 791"/>
              <a:gd name="T25" fmla="*/ 666 h 666"/>
              <a:gd name="T26" fmla="*/ 532 w 791"/>
              <a:gd name="T27" fmla="*/ 666 h 666"/>
              <a:gd name="T28" fmla="*/ 396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6" y="268"/>
                </a:moveTo>
                <a:lnTo>
                  <a:pt x="261" y="666"/>
                </a:lnTo>
                <a:lnTo>
                  <a:pt x="0" y="666"/>
                </a:lnTo>
                <a:lnTo>
                  <a:pt x="256" y="0"/>
                </a:lnTo>
                <a:lnTo>
                  <a:pt x="290" y="0"/>
                </a:lnTo>
                <a:lnTo>
                  <a:pt x="326" y="0"/>
                </a:lnTo>
                <a:lnTo>
                  <a:pt x="360" y="0"/>
                </a:lnTo>
                <a:lnTo>
                  <a:pt x="396" y="0"/>
                </a:lnTo>
                <a:lnTo>
                  <a:pt x="431" y="0"/>
                </a:lnTo>
                <a:lnTo>
                  <a:pt x="466" y="0"/>
                </a:lnTo>
                <a:lnTo>
                  <a:pt x="501" y="0"/>
                </a:lnTo>
                <a:lnTo>
                  <a:pt x="537" y="0"/>
                </a:lnTo>
                <a:lnTo>
                  <a:pt x="791" y="666"/>
                </a:lnTo>
                <a:lnTo>
                  <a:pt x="532" y="666"/>
                </a:lnTo>
                <a:lnTo>
                  <a:pt x="396" y="268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57" name="Freeform 76"/>
          <p:cNvSpPr>
            <a:spLocks/>
          </p:cNvSpPr>
          <p:nvPr userDrawn="1"/>
        </p:nvSpPr>
        <p:spPr bwMode="auto">
          <a:xfrm>
            <a:off x="4210068" y="5020099"/>
            <a:ext cx="116730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3 w 643"/>
              <a:gd name="T5" fmla="*/ 0 h 666"/>
              <a:gd name="T6" fmla="*/ 482 w 643"/>
              <a:gd name="T7" fmla="*/ 0 h 666"/>
              <a:gd name="T8" fmla="*/ 403 w 643"/>
              <a:gd name="T9" fmla="*/ 0 h 666"/>
              <a:gd name="T10" fmla="*/ 321 w 643"/>
              <a:gd name="T11" fmla="*/ 0 h 666"/>
              <a:gd name="T12" fmla="*/ 242 w 643"/>
              <a:gd name="T13" fmla="*/ 0 h 666"/>
              <a:gd name="T14" fmla="*/ 161 w 643"/>
              <a:gd name="T15" fmla="*/ 0 h 666"/>
              <a:gd name="T16" fmla="*/ 80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9 w 643"/>
              <a:gd name="T23" fmla="*/ 192 h 666"/>
              <a:gd name="T24" fmla="*/ 189 w 643"/>
              <a:gd name="T25" fmla="*/ 666 h 666"/>
              <a:gd name="T26" fmla="*/ 454 w 643"/>
              <a:gd name="T27" fmla="*/ 666 h 666"/>
              <a:gd name="T28" fmla="*/ 454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3" y="0"/>
                </a:lnTo>
                <a:lnTo>
                  <a:pt x="482" y="0"/>
                </a:lnTo>
                <a:lnTo>
                  <a:pt x="403" y="0"/>
                </a:lnTo>
                <a:lnTo>
                  <a:pt x="321" y="0"/>
                </a:lnTo>
                <a:lnTo>
                  <a:pt x="242" y="0"/>
                </a:lnTo>
                <a:lnTo>
                  <a:pt x="161" y="0"/>
                </a:lnTo>
                <a:lnTo>
                  <a:pt x="80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4" y="666"/>
                </a:lnTo>
                <a:lnTo>
                  <a:pt x="454" y="192"/>
                </a:lnTo>
                <a:lnTo>
                  <a:pt x="643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58" name="Freeform 77"/>
          <p:cNvSpPr>
            <a:spLocks/>
          </p:cNvSpPr>
          <p:nvPr userDrawn="1"/>
        </p:nvSpPr>
        <p:spPr bwMode="auto">
          <a:xfrm>
            <a:off x="4074994" y="5020099"/>
            <a:ext cx="146746" cy="123400"/>
          </a:xfrm>
          <a:custGeom>
            <a:avLst/>
            <a:gdLst>
              <a:gd name="T0" fmla="*/ 395 w 791"/>
              <a:gd name="T1" fmla="*/ 268 h 666"/>
              <a:gd name="T2" fmla="*/ 259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90 w 791"/>
              <a:gd name="T9" fmla="*/ 0 h 666"/>
              <a:gd name="T10" fmla="*/ 324 w 791"/>
              <a:gd name="T11" fmla="*/ 0 h 666"/>
              <a:gd name="T12" fmla="*/ 360 w 791"/>
              <a:gd name="T13" fmla="*/ 0 h 666"/>
              <a:gd name="T14" fmla="*/ 395 w 791"/>
              <a:gd name="T15" fmla="*/ 0 h 666"/>
              <a:gd name="T16" fmla="*/ 431 w 791"/>
              <a:gd name="T17" fmla="*/ 0 h 666"/>
              <a:gd name="T18" fmla="*/ 465 w 791"/>
              <a:gd name="T19" fmla="*/ 0 h 666"/>
              <a:gd name="T20" fmla="*/ 501 w 791"/>
              <a:gd name="T21" fmla="*/ 0 h 666"/>
              <a:gd name="T22" fmla="*/ 535 w 791"/>
              <a:gd name="T23" fmla="*/ 0 h 666"/>
              <a:gd name="T24" fmla="*/ 791 w 791"/>
              <a:gd name="T25" fmla="*/ 666 h 666"/>
              <a:gd name="T26" fmla="*/ 530 w 791"/>
              <a:gd name="T27" fmla="*/ 666 h 666"/>
              <a:gd name="T28" fmla="*/ 395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5" y="268"/>
                </a:moveTo>
                <a:lnTo>
                  <a:pt x="259" y="666"/>
                </a:lnTo>
                <a:lnTo>
                  <a:pt x="0" y="666"/>
                </a:lnTo>
                <a:lnTo>
                  <a:pt x="254" y="0"/>
                </a:lnTo>
                <a:lnTo>
                  <a:pt x="290" y="0"/>
                </a:lnTo>
                <a:lnTo>
                  <a:pt x="324" y="0"/>
                </a:lnTo>
                <a:lnTo>
                  <a:pt x="360" y="0"/>
                </a:lnTo>
                <a:lnTo>
                  <a:pt x="395" y="0"/>
                </a:lnTo>
                <a:lnTo>
                  <a:pt x="431" y="0"/>
                </a:lnTo>
                <a:lnTo>
                  <a:pt x="465" y="0"/>
                </a:lnTo>
                <a:lnTo>
                  <a:pt x="501" y="0"/>
                </a:lnTo>
                <a:lnTo>
                  <a:pt x="535" y="0"/>
                </a:lnTo>
                <a:lnTo>
                  <a:pt x="791" y="666"/>
                </a:lnTo>
                <a:lnTo>
                  <a:pt x="530" y="666"/>
                </a:lnTo>
                <a:lnTo>
                  <a:pt x="395" y="268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59" name="Freeform 78"/>
          <p:cNvSpPr>
            <a:spLocks/>
          </p:cNvSpPr>
          <p:nvPr userDrawn="1"/>
        </p:nvSpPr>
        <p:spPr bwMode="auto">
          <a:xfrm>
            <a:off x="3968270" y="5020099"/>
            <a:ext cx="118398" cy="123400"/>
          </a:xfrm>
          <a:custGeom>
            <a:avLst/>
            <a:gdLst>
              <a:gd name="T0" fmla="*/ 645 w 645"/>
              <a:gd name="T1" fmla="*/ 192 h 666"/>
              <a:gd name="T2" fmla="*/ 645 w 645"/>
              <a:gd name="T3" fmla="*/ 0 h 666"/>
              <a:gd name="T4" fmla="*/ 564 w 645"/>
              <a:gd name="T5" fmla="*/ 0 h 666"/>
              <a:gd name="T6" fmla="*/ 484 w 645"/>
              <a:gd name="T7" fmla="*/ 0 h 666"/>
              <a:gd name="T8" fmla="*/ 403 w 645"/>
              <a:gd name="T9" fmla="*/ 0 h 666"/>
              <a:gd name="T10" fmla="*/ 323 w 645"/>
              <a:gd name="T11" fmla="*/ 0 h 666"/>
              <a:gd name="T12" fmla="*/ 242 w 645"/>
              <a:gd name="T13" fmla="*/ 0 h 666"/>
              <a:gd name="T14" fmla="*/ 161 w 645"/>
              <a:gd name="T15" fmla="*/ 0 h 666"/>
              <a:gd name="T16" fmla="*/ 82 w 645"/>
              <a:gd name="T17" fmla="*/ 0 h 666"/>
              <a:gd name="T18" fmla="*/ 0 w 645"/>
              <a:gd name="T19" fmla="*/ 0 h 666"/>
              <a:gd name="T20" fmla="*/ 0 w 645"/>
              <a:gd name="T21" fmla="*/ 192 h 666"/>
              <a:gd name="T22" fmla="*/ 189 w 645"/>
              <a:gd name="T23" fmla="*/ 192 h 666"/>
              <a:gd name="T24" fmla="*/ 189 w 645"/>
              <a:gd name="T25" fmla="*/ 666 h 666"/>
              <a:gd name="T26" fmla="*/ 456 w 645"/>
              <a:gd name="T27" fmla="*/ 666 h 666"/>
              <a:gd name="T28" fmla="*/ 456 w 645"/>
              <a:gd name="T29" fmla="*/ 192 h 666"/>
              <a:gd name="T30" fmla="*/ 645 w 645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5" h="666">
                <a:moveTo>
                  <a:pt x="645" y="192"/>
                </a:moveTo>
                <a:lnTo>
                  <a:pt x="645" y="0"/>
                </a:lnTo>
                <a:lnTo>
                  <a:pt x="564" y="0"/>
                </a:lnTo>
                <a:lnTo>
                  <a:pt x="484" y="0"/>
                </a:lnTo>
                <a:lnTo>
                  <a:pt x="403" y="0"/>
                </a:lnTo>
                <a:lnTo>
                  <a:pt x="323" y="0"/>
                </a:lnTo>
                <a:lnTo>
                  <a:pt x="242" y="0"/>
                </a:lnTo>
                <a:lnTo>
                  <a:pt x="161" y="0"/>
                </a:lnTo>
                <a:lnTo>
                  <a:pt x="82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6" y="666"/>
                </a:lnTo>
                <a:lnTo>
                  <a:pt x="456" y="192"/>
                </a:lnTo>
                <a:lnTo>
                  <a:pt x="645" y="192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0" name="Freeform 79"/>
          <p:cNvSpPr>
            <a:spLocks/>
          </p:cNvSpPr>
          <p:nvPr userDrawn="1"/>
        </p:nvSpPr>
        <p:spPr bwMode="auto">
          <a:xfrm>
            <a:off x="4450198" y="5020099"/>
            <a:ext cx="118398" cy="123400"/>
          </a:xfrm>
          <a:custGeom>
            <a:avLst/>
            <a:gdLst>
              <a:gd name="T0" fmla="*/ 644 w 644"/>
              <a:gd name="T1" fmla="*/ 192 h 666"/>
              <a:gd name="T2" fmla="*/ 644 w 644"/>
              <a:gd name="T3" fmla="*/ 0 h 666"/>
              <a:gd name="T4" fmla="*/ 563 w 644"/>
              <a:gd name="T5" fmla="*/ 0 h 666"/>
              <a:gd name="T6" fmla="*/ 484 w 644"/>
              <a:gd name="T7" fmla="*/ 0 h 666"/>
              <a:gd name="T8" fmla="*/ 403 w 644"/>
              <a:gd name="T9" fmla="*/ 0 h 666"/>
              <a:gd name="T10" fmla="*/ 321 w 644"/>
              <a:gd name="T11" fmla="*/ 0 h 666"/>
              <a:gd name="T12" fmla="*/ 242 w 644"/>
              <a:gd name="T13" fmla="*/ 0 h 666"/>
              <a:gd name="T14" fmla="*/ 161 w 644"/>
              <a:gd name="T15" fmla="*/ 0 h 666"/>
              <a:gd name="T16" fmla="*/ 81 w 644"/>
              <a:gd name="T17" fmla="*/ 0 h 666"/>
              <a:gd name="T18" fmla="*/ 0 w 644"/>
              <a:gd name="T19" fmla="*/ 0 h 666"/>
              <a:gd name="T20" fmla="*/ 0 w 644"/>
              <a:gd name="T21" fmla="*/ 192 h 666"/>
              <a:gd name="T22" fmla="*/ 189 w 644"/>
              <a:gd name="T23" fmla="*/ 192 h 666"/>
              <a:gd name="T24" fmla="*/ 189 w 644"/>
              <a:gd name="T25" fmla="*/ 666 h 666"/>
              <a:gd name="T26" fmla="*/ 456 w 644"/>
              <a:gd name="T27" fmla="*/ 666 h 666"/>
              <a:gd name="T28" fmla="*/ 456 w 644"/>
              <a:gd name="T29" fmla="*/ 192 h 666"/>
              <a:gd name="T30" fmla="*/ 644 w 644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4" h="666">
                <a:moveTo>
                  <a:pt x="644" y="192"/>
                </a:moveTo>
                <a:lnTo>
                  <a:pt x="644" y="0"/>
                </a:lnTo>
                <a:lnTo>
                  <a:pt x="563" y="0"/>
                </a:lnTo>
                <a:lnTo>
                  <a:pt x="484" y="0"/>
                </a:lnTo>
                <a:lnTo>
                  <a:pt x="403" y="0"/>
                </a:lnTo>
                <a:lnTo>
                  <a:pt x="321" y="0"/>
                </a:lnTo>
                <a:lnTo>
                  <a:pt x="242" y="0"/>
                </a:lnTo>
                <a:lnTo>
                  <a:pt x="161" y="0"/>
                </a:lnTo>
                <a:lnTo>
                  <a:pt x="81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6" y="666"/>
                </a:lnTo>
                <a:lnTo>
                  <a:pt x="456" y="192"/>
                </a:lnTo>
                <a:lnTo>
                  <a:pt x="644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61" name="Freeform 80"/>
          <p:cNvSpPr>
            <a:spLocks/>
          </p:cNvSpPr>
          <p:nvPr userDrawn="1"/>
        </p:nvSpPr>
        <p:spPr bwMode="auto">
          <a:xfrm>
            <a:off x="4923927" y="4883358"/>
            <a:ext cx="145079" cy="123400"/>
          </a:xfrm>
          <a:custGeom>
            <a:avLst/>
            <a:gdLst>
              <a:gd name="T0" fmla="*/ 396 w 791"/>
              <a:gd name="T1" fmla="*/ 268 h 666"/>
              <a:gd name="T2" fmla="*/ 260 w 791"/>
              <a:gd name="T3" fmla="*/ 666 h 666"/>
              <a:gd name="T4" fmla="*/ 0 w 791"/>
              <a:gd name="T5" fmla="*/ 666 h 666"/>
              <a:gd name="T6" fmla="*/ 256 w 791"/>
              <a:gd name="T7" fmla="*/ 0 h 666"/>
              <a:gd name="T8" fmla="*/ 290 w 791"/>
              <a:gd name="T9" fmla="*/ 0 h 666"/>
              <a:gd name="T10" fmla="*/ 326 w 791"/>
              <a:gd name="T11" fmla="*/ 0 h 666"/>
              <a:gd name="T12" fmla="*/ 360 w 791"/>
              <a:gd name="T13" fmla="*/ 0 h 666"/>
              <a:gd name="T14" fmla="*/ 396 w 791"/>
              <a:gd name="T15" fmla="*/ 0 h 666"/>
              <a:gd name="T16" fmla="*/ 431 w 791"/>
              <a:gd name="T17" fmla="*/ 0 h 666"/>
              <a:gd name="T18" fmla="*/ 466 w 791"/>
              <a:gd name="T19" fmla="*/ 0 h 666"/>
              <a:gd name="T20" fmla="*/ 501 w 791"/>
              <a:gd name="T21" fmla="*/ 0 h 666"/>
              <a:gd name="T22" fmla="*/ 537 w 791"/>
              <a:gd name="T23" fmla="*/ 0 h 666"/>
              <a:gd name="T24" fmla="*/ 791 w 791"/>
              <a:gd name="T25" fmla="*/ 666 h 666"/>
              <a:gd name="T26" fmla="*/ 532 w 791"/>
              <a:gd name="T27" fmla="*/ 666 h 666"/>
              <a:gd name="T28" fmla="*/ 396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6" y="268"/>
                </a:moveTo>
                <a:lnTo>
                  <a:pt x="260" y="666"/>
                </a:lnTo>
                <a:lnTo>
                  <a:pt x="0" y="666"/>
                </a:lnTo>
                <a:lnTo>
                  <a:pt x="256" y="0"/>
                </a:lnTo>
                <a:lnTo>
                  <a:pt x="290" y="0"/>
                </a:lnTo>
                <a:lnTo>
                  <a:pt x="326" y="0"/>
                </a:lnTo>
                <a:lnTo>
                  <a:pt x="360" y="0"/>
                </a:lnTo>
                <a:lnTo>
                  <a:pt x="396" y="0"/>
                </a:lnTo>
                <a:lnTo>
                  <a:pt x="431" y="0"/>
                </a:lnTo>
                <a:lnTo>
                  <a:pt x="466" y="0"/>
                </a:lnTo>
                <a:lnTo>
                  <a:pt x="501" y="0"/>
                </a:lnTo>
                <a:lnTo>
                  <a:pt x="537" y="0"/>
                </a:lnTo>
                <a:lnTo>
                  <a:pt x="791" y="666"/>
                </a:lnTo>
                <a:lnTo>
                  <a:pt x="532" y="666"/>
                </a:lnTo>
                <a:lnTo>
                  <a:pt x="396" y="268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62" name="Freeform 81"/>
          <p:cNvSpPr>
            <a:spLocks/>
          </p:cNvSpPr>
          <p:nvPr userDrawn="1"/>
        </p:nvSpPr>
        <p:spPr bwMode="auto">
          <a:xfrm>
            <a:off x="4817202" y="4883358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3 w 643"/>
              <a:gd name="T5" fmla="*/ 0 h 666"/>
              <a:gd name="T6" fmla="*/ 482 w 643"/>
              <a:gd name="T7" fmla="*/ 0 h 666"/>
              <a:gd name="T8" fmla="*/ 403 w 643"/>
              <a:gd name="T9" fmla="*/ 0 h 666"/>
              <a:gd name="T10" fmla="*/ 321 w 643"/>
              <a:gd name="T11" fmla="*/ 0 h 666"/>
              <a:gd name="T12" fmla="*/ 240 w 643"/>
              <a:gd name="T13" fmla="*/ 0 h 666"/>
              <a:gd name="T14" fmla="*/ 161 w 643"/>
              <a:gd name="T15" fmla="*/ 0 h 666"/>
              <a:gd name="T16" fmla="*/ 80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9 w 643"/>
              <a:gd name="T23" fmla="*/ 192 h 666"/>
              <a:gd name="T24" fmla="*/ 189 w 643"/>
              <a:gd name="T25" fmla="*/ 666 h 666"/>
              <a:gd name="T26" fmla="*/ 454 w 643"/>
              <a:gd name="T27" fmla="*/ 666 h 666"/>
              <a:gd name="T28" fmla="*/ 454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3" y="0"/>
                </a:lnTo>
                <a:lnTo>
                  <a:pt x="482" y="0"/>
                </a:lnTo>
                <a:lnTo>
                  <a:pt x="403" y="0"/>
                </a:lnTo>
                <a:lnTo>
                  <a:pt x="321" y="0"/>
                </a:lnTo>
                <a:lnTo>
                  <a:pt x="240" y="0"/>
                </a:lnTo>
                <a:lnTo>
                  <a:pt x="161" y="0"/>
                </a:lnTo>
                <a:lnTo>
                  <a:pt x="80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4" y="666"/>
                </a:lnTo>
                <a:lnTo>
                  <a:pt x="454" y="192"/>
                </a:lnTo>
                <a:lnTo>
                  <a:pt x="643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63" name="Freeform 82"/>
          <p:cNvSpPr>
            <a:spLocks/>
          </p:cNvSpPr>
          <p:nvPr userDrawn="1"/>
        </p:nvSpPr>
        <p:spPr bwMode="auto">
          <a:xfrm>
            <a:off x="4682128" y="4883358"/>
            <a:ext cx="146746" cy="123400"/>
          </a:xfrm>
          <a:custGeom>
            <a:avLst/>
            <a:gdLst>
              <a:gd name="T0" fmla="*/ 395 w 791"/>
              <a:gd name="T1" fmla="*/ 268 h 666"/>
              <a:gd name="T2" fmla="*/ 259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90 w 791"/>
              <a:gd name="T9" fmla="*/ 0 h 666"/>
              <a:gd name="T10" fmla="*/ 324 w 791"/>
              <a:gd name="T11" fmla="*/ 0 h 666"/>
              <a:gd name="T12" fmla="*/ 360 w 791"/>
              <a:gd name="T13" fmla="*/ 0 h 666"/>
              <a:gd name="T14" fmla="*/ 395 w 791"/>
              <a:gd name="T15" fmla="*/ 0 h 666"/>
              <a:gd name="T16" fmla="*/ 431 w 791"/>
              <a:gd name="T17" fmla="*/ 0 h 666"/>
              <a:gd name="T18" fmla="*/ 465 w 791"/>
              <a:gd name="T19" fmla="*/ 0 h 666"/>
              <a:gd name="T20" fmla="*/ 501 w 791"/>
              <a:gd name="T21" fmla="*/ 0 h 666"/>
              <a:gd name="T22" fmla="*/ 535 w 791"/>
              <a:gd name="T23" fmla="*/ 0 h 666"/>
              <a:gd name="T24" fmla="*/ 791 w 791"/>
              <a:gd name="T25" fmla="*/ 666 h 666"/>
              <a:gd name="T26" fmla="*/ 530 w 791"/>
              <a:gd name="T27" fmla="*/ 666 h 666"/>
              <a:gd name="T28" fmla="*/ 395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5" y="268"/>
                </a:moveTo>
                <a:lnTo>
                  <a:pt x="259" y="666"/>
                </a:lnTo>
                <a:lnTo>
                  <a:pt x="0" y="666"/>
                </a:lnTo>
                <a:lnTo>
                  <a:pt x="254" y="0"/>
                </a:lnTo>
                <a:lnTo>
                  <a:pt x="290" y="0"/>
                </a:lnTo>
                <a:lnTo>
                  <a:pt x="324" y="0"/>
                </a:lnTo>
                <a:lnTo>
                  <a:pt x="360" y="0"/>
                </a:lnTo>
                <a:lnTo>
                  <a:pt x="395" y="0"/>
                </a:lnTo>
                <a:lnTo>
                  <a:pt x="431" y="0"/>
                </a:lnTo>
                <a:lnTo>
                  <a:pt x="465" y="0"/>
                </a:lnTo>
                <a:lnTo>
                  <a:pt x="501" y="0"/>
                </a:lnTo>
                <a:lnTo>
                  <a:pt x="535" y="0"/>
                </a:lnTo>
                <a:lnTo>
                  <a:pt x="791" y="666"/>
                </a:lnTo>
                <a:lnTo>
                  <a:pt x="530" y="666"/>
                </a:lnTo>
                <a:lnTo>
                  <a:pt x="395" y="268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64" name="Freeform 83"/>
          <p:cNvSpPr>
            <a:spLocks/>
          </p:cNvSpPr>
          <p:nvPr userDrawn="1"/>
        </p:nvSpPr>
        <p:spPr bwMode="auto">
          <a:xfrm>
            <a:off x="4575404" y="4883358"/>
            <a:ext cx="118398" cy="123400"/>
          </a:xfrm>
          <a:custGeom>
            <a:avLst/>
            <a:gdLst>
              <a:gd name="T0" fmla="*/ 645 w 645"/>
              <a:gd name="T1" fmla="*/ 192 h 666"/>
              <a:gd name="T2" fmla="*/ 645 w 645"/>
              <a:gd name="T3" fmla="*/ 0 h 666"/>
              <a:gd name="T4" fmla="*/ 564 w 645"/>
              <a:gd name="T5" fmla="*/ 0 h 666"/>
              <a:gd name="T6" fmla="*/ 484 w 645"/>
              <a:gd name="T7" fmla="*/ 0 h 666"/>
              <a:gd name="T8" fmla="*/ 403 w 645"/>
              <a:gd name="T9" fmla="*/ 0 h 666"/>
              <a:gd name="T10" fmla="*/ 323 w 645"/>
              <a:gd name="T11" fmla="*/ 0 h 666"/>
              <a:gd name="T12" fmla="*/ 242 w 645"/>
              <a:gd name="T13" fmla="*/ 0 h 666"/>
              <a:gd name="T14" fmla="*/ 161 w 645"/>
              <a:gd name="T15" fmla="*/ 0 h 666"/>
              <a:gd name="T16" fmla="*/ 82 w 645"/>
              <a:gd name="T17" fmla="*/ 0 h 666"/>
              <a:gd name="T18" fmla="*/ 0 w 645"/>
              <a:gd name="T19" fmla="*/ 0 h 666"/>
              <a:gd name="T20" fmla="*/ 0 w 645"/>
              <a:gd name="T21" fmla="*/ 192 h 666"/>
              <a:gd name="T22" fmla="*/ 189 w 645"/>
              <a:gd name="T23" fmla="*/ 192 h 666"/>
              <a:gd name="T24" fmla="*/ 189 w 645"/>
              <a:gd name="T25" fmla="*/ 666 h 666"/>
              <a:gd name="T26" fmla="*/ 456 w 645"/>
              <a:gd name="T27" fmla="*/ 666 h 666"/>
              <a:gd name="T28" fmla="*/ 456 w 645"/>
              <a:gd name="T29" fmla="*/ 192 h 666"/>
              <a:gd name="T30" fmla="*/ 645 w 645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5" h="666">
                <a:moveTo>
                  <a:pt x="645" y="192"/>
                </a:moveTo>
                <a:lnTo>
                  <a:pt x="645" y="0"/>
                </a:lnTo>
                <a:lnTo>
                  <a:pt x="564" y="0"/>
                </a:lnTo>
                <a:lnTo>
                  <a:pt x="484" y="0"/>
                </a:lnTo>
                <a:lnTo>
                  <a:pt x="403" y="0"/>
                </a:lnTo>
                <a:lnTo>
                  <a:pt x="323" y="0"/>
                </a:lnTo>
                <a:lnTo>
                  <a:pt x="242" y="0"/>
                </a:lnTo>
                <a:lnTo>
                  <a:pt x="161" y="0"/>
                </a:lnTo>
                <a:lnTo>
                  <a:pt x="82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6" y="666"/>
                </a:lnTo>
                <a:lnTo>
                  <a:pt x="456" y="192"/>
                </a:lnTo>
                <a:lnTo>
                  <a:pt x="645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65" name="Freeform 85"/>
          <p:cNvSpPr>
            <a:spLocks/>
          </p:cNvSpPr>
          <p:nvPr userDrawn="1"/>
        </p:nvSpPr>
        <p:spPr bwMode="auto">
          <a:xfrm>
            <a:off x="5297463" y="4883358"/>
            <a:ext cx="118398" cy="123400"/>
          </a:xfrm>
          <a:custGeom>
            <a:avLst/>
            <a:gdLst>
              <a:gd name="T0" fmla="*/ 642 w 642"/>
              <a:gd name="T1" fmla="*/ 192 h 666"/>
              <a:gd name="T2" fmla="*/ 642 w 642"/>
              <a:gd name="T3" fmla="*/ 0 h 666"/>
              <a:gd name="T4" fmla="*/ 563 w 642"/>
              <a:gd name="T5" fmla="*/ 0 h 666"/>
              <a:gd name="T6" fmla="*/ 482 w 642"/>
              <a:gd name="T7" fmla="*/ 0 h 666"/>
              <a:gd name="T8" fmla="*/ 401 w 642"/>
              <a:gd name="T9" fmla="*/ 0 h 666"/>
              <a:gd name="T10" fmla="*/ 321 w 642"/>
              <a:gd name="T11" fmla="*/ 0 h 666"/>
              <a:gd name="T12" fmla="*/ 240 w 642"/>
              <a:gd name="T13" fmla="*/ 0 h 666"/>
              <a:gd name="T14" fmla="*/ 160 w 642"/>
              <a:gd name="T15" fmla="*/ 0 h 666"/>
              <a:gd name="T16" fmla="*/ 79 w 642"/>
              <a:gd name="T17" fmla="*/ 0 h 666"/>
              <a:gd name="T18" fmla="*/ 0 w 642"/>
              <a:gd name="T19" fmla="*/ 0 h 666"/>
              <a:gd name="T20" fmla="*/ 0 w 642"/>
              <a:gd name="T21" fmla="*/ 192 h 666"/>
              <a:gd name="T22" fmla="*/ 188 w 642"/>
              <a:gd name="T23" fmla="*/ 192 h 666"/>
              <a:gd name="T24" fmla="*/ 188 w 642"/>
              <a:gd name="T25" fmla="*/ 666 h 666"/>
              <a:gd name="T26" fmla="*/ 454 w 642"/>
              <a:gd name="T27" fmla="*/ 666 h 666"/>
              <a:gd name="T28" fmla="*/ 454 w 642"/>
              <a:gd name="T29" fmla="*/ 192 h 666"/>
              <a:gd name="T30" fmla="*/ 642 w 642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2" h="666">
                <a:moveTo>
                  <a:pt x="642" y="192"/>
                </a:moveTo>
                <a:lnTo>
                  <a:pt x="642" y="0"/>
                </a:lnTo>
                <a:lnTo>
                  <a:pt x="563" y="0"/>
                </a:lnTo>
                <a:lnTo>
                  <a:pt x="482" y="0"/>
                </a:lnTo>
                <a:lnTo>
                  <a:pt x="401" y="0"/>
                </a:lnTo>
                <a:lnTo>
                  <a:pt x="321" y="0"/>
                </a:lnTo>
                <a:lnTo>
                  <a:pt x="240" y="0"/>
                </a:lnTo>
                <a:lnTo>
                  <a:pt x="160" y="0"/>
                </a:lnTo>
                <a:lnTo>
                  <a:pt x="79" y="0"/>
                </a:lnTo>
                <a:lnTo>
                  <a:pt x="0" y="0"/>
                </a:lnTo>
                <a:lnTo>
                  <a:pt x="0" y="192"/>
                </a:lnTo>
                <a:lnTo>
                  <a:pt x="188" y="192"/>
                </a:lnTo>
                <a:lnTo>
                  <a:pt x="188" y="666"/>
                </a:lnTo>
                <a:lnTo>
                  <a:pt x="454" y="666"/>
                </a:lnTo>
                <a:lnTo>
                  <a:pt x="454" y="192"/>
                </a:lnTo>
                <a:lnTo>
                  <a:pt x="642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66" name="Freeform 86"/>
          <p:cNvSpPr>
            <a:spLocks/>
          </p:cNvSpPr>
          <p:nvPr userDrawn="1"/>
        </p:nvSpPr>
        <p:spPr bwMode="auto">
          <a:xfrm>
            <a:off x="5164057" y="4883358"/>
            <a:ext cx="145079" cy="123400"/>
          </a:xfrm>
          <a:custGeom>
            <a:avLst/>
            <a:gdLst>
              <a:gd name="T0" fmla="*/ 395 w 792"/>
              <a:gd name="T1" fmla="*/ 268 h 666"/>
              <a:gd name="T2" fmla="*/ 260 w 792"/>
              <a:gd name="T3" fmla="*/ 666 h 666"/>
              <a:gd name="T4" fmla="*/ 0 w 792"/>
              <a:gd name="T5" fmla="*/ 666 h 666"/>
              <a:gd name="T6" fmla="*/ 255 w 792"/>
              <a:gd name="T7" fmla="*/ 0 h 666"/>
              <a:gd name="T8" fmla="*/ 289 w 792"/>
              <a:gd name="T9" fmla="*/ 0 h 666"/>
              <a:gd name="T10" fmla="*/ 325 w 792"/>
              <a:gd name="T11" fmla="*/ 0 h 666"/>
              <a:gd name="T12" fmla="*/ 361 w 792"/>
              <a:gd name="T13" fmla="*/ 0 h 666"/>
              <a:gd name="T14" fmla="*/ 395 w 792"/>
              <a:gd name="T15" fmla="*/ 0 h 666"/>
              <a:gd name="T16" fmla="*/ 431 w 792"/>
              <a:gd name="T17" fmla="*/ 0 h 666"/>
              <a:gd name="T18" fmla="*/ 465 w 792"/>
              <a:gd name="T19" fmla="*/ 0 h 666"/>
              <a:gd name="T20" fmla="*/ 501 w 792"/>
              <a:gd name="T21" fmla="*/ 0 h 666"/>
              <a:gd name="T22" fmla="*/ 536 w 792"/>
              <a:gd name="T23" fmla="*/ 0 h 666"/>
              <a:gd name="T24" fmla="*/ 792 w 792"/>
              <a:gd name="T25" fmla="*/ 666 h 666"/>
              <a:gd name="T26" fmla="*/ 531 w 792"/>
              <a:gd name="T27" fmla="*/ 666 h 666"/>
              <a:gd name="T28" fmla="*/ 395 w 792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2" h="666">
                <a:moveTo>
                  <a:pt x="395" y="268"/>
                </a:moveTo>
                <a:lnTo>
                  <a:pt x="260" y="666"/>
                </a:lnTo>
                <a:lnTo>
                  <a:pt x="0" y="666"/>
                </a:lnTo>
                <a:lnTo>
                  <a:pt x="255" y="0"/>
                </a:lnTo>
                <a:lnTo>
                  <a:pt x="289" y="0"/>
                </a:lnTo>
                <a:lnTo>
                  <a:pt x="325" y="0"/>
                </a:lnTo>
                <a:lnTo>
                  <a:pt x="361" y="0"/>
                </a:lnTo>
                <a:lnTo>
                  <a:pt x="395" y="0"/>
                </a:lnTo>
                <a:lnTo>
                  <a:pt x="431" y="0"/>
                </a:lnTo>
                <a:lnTo>
                  <a:pt x="465" y="0"/>
                </a:lnTo>
                <a:lnTo>
                  <a:pt x="501" y="0"/>
                </a:lnTo>
                <a:lnTo>
                  <a:pt x="536" y="0"/>
                </a:lnTo>
                <a:lnTo>
                  <a:pt x="792" y="666"/>
                </a:lnTo>
                <a:lnTo>
                  <a:pt x="531" y="666"/>
                </a:lnTo>
                <a:lnTo>
                  <a:pt x="395" y="268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67" name="Freeform 87"/>
          <p:cNvSpPr>
            <a:spLocks/>
          </p:cNvSpPr>
          <p:nvPr userDrawn="1"/>
        </p:nvSpPr>
        <p:spPr bwMode="auto">
          <a:xfrm>
            <a:off x="5057332" y="4883358"/>
            <a:ext cx="118398" cy="123400"/>
          </a:xfrm>
          <a:custGeom>
            <a:avLst/>
            <a:gdLst>
              <a:gd name="T0" fmla="*/ 644 w 644"/>
              <a:gd name="T1" fmla="*/ 192 h 666"/>
              <a:gd name="T2" fmla="*/ 644 w 644"/>
              <a:gd name="T3" fmla="*/ 0 h 666"/>
              <a:gd name="T4" fmla="*/ 563 w 644"/>
              <a:gd name="T5" fmla="*/ 0 h 666"/>
              <a:gd name="T6" fmla="*/ 484 w 644"/>
              <a:gd name="T7" fmla="*/ 0 h 666"/>
              <a:gd name="T8" fmla="*/ 403 w 644"/>
              <a:gd name="T9" fmla="*/ 0 h 666"/>
              <a:gd name="T10" fmla="*/ 321 w 644"/>
              <a:gd name="T11" fmla="*/ 0 h 666"/>
              <a:gd name="T12" fmla="*/ 242 w 644"/>
              <a:gd name="T13" fmla="*/ 0 h 666"/>
              <a:gd name="T14" fmla="*/ 161 w 644"/>
              <a:gd name="T15" fmla="*/ 0 h 666"/>
              <a:gd name="T16" fmla="*/ 81 w 644"/>
              <a:gd name="T17" fmla="*/ 0 h 666"/>
              <a:gd name="T18" fmla="*/ 0 w 644"/>
              <a:gd name="T19" fmla="*/ 0 h 666"/>
              <a:gd name="T20" fmla="*/ 0 w 644"/>
              <a:gd name="T21" fmla="*/ 192 h 666"/>
              <a:gd name="T22" fmla="*/ 189 w 644"/>
              <a:gd name="T23" fmla="*/ 192 h 666"/>
              <a:gd name="T24" fmla="*/ 189 w 644"/>
              <a:gd name="T25" fmla="*/ 666 h 666"/>
              <a:gd name="T26" fmla="*/ 456 w 644"/>
              <a:gd name="T27" fmla="*/ 666 h 666"/>
              <a:gd name="T28" fmla="*/ 456 w 644"/>
              <a:gd name="T29" fmla="*/ 192 h 666"/>
              <a:gd name="T30" fmla="*/ 644 w 644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4" h="666">
                <a:moveTo>
                  <a:pt x="644" y="192"/>
                </a:moveTo>
                <a:lnTo>
                  <a:pt x="644" y="0"/>
                </a:lnTo>
                <a:lnTo>
                  <a:pt x="563" y="0"/>
                </a:lnTo>
                <a:lnTo>
                  <a:pt x="484" y="0"/>
                </a:lnTo>
                <a:lnTo>
                  <a:pt x="403" y="0"/>
                </a:lnTo>
                <a:lnTo>
                  <a:pt x="321" y="0"/>
                </a:lnTo>
                <a:lnTo>
                  <a:pt x="242" y="0"/>
                </a:lnTo>
                <a:lnTo>
                  <a:pt x="161" y="0"/>
                </a:lnTo>
                <a:lnTo>
                  <a:pt x="81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6" y="666"/>
                </a:lnTo>
                <a:lnTo>
                  <a:pt x="456" y="192"/>
                </a:lnTo>
                <a:lnTo>
                  <a:pt x="644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68" name="Freeform 118"/>
          <p:cNvSpPr>
            <a:spLocks/>
          </p:cNvSpPr>
          <p:nvPr userDrawn="1"/>
        </p:nvSpPr>
        <p:spPr bwMode="auto">
          <a:xfrm>
            <a:off x="4562063" y="5020099"/>
            <a:ext cx="146746" cy="123400"/>
          </a:xfrm>
          <a:custGeom>
            <a:avLst/>
            <a:gdLst>
              <a:gd name="T0" fmla="*/ 396 w 791"/>
              <a:gd name="T1" fmla="*/ 267 h 666"/>
              <a:gd name="T2" fmla="*/ 261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90 w 791"/>
              <a:gd name="T9" fmla="*/ 0 h 666"/>
              <a:gd name="T10" fmla="*/ 325 w 791"/>
              <a:gd name="T11" fmla="*/ 0 h 666"/>
              <a:gd name="T12" fmla="*/ 361 w 791"/>
              <a:gd name="T13" fmla="*/ 0 h 666"/>
              <a:gd name="T14" fmla="*/ 396 w 791"/>
              <a:gd name="T15" fmla="*/ 0 h 666"/>
              <a:gd name="T16" fmla="*/ 431 w 791"/>
              <a:gd name="T17" fmla="*/ 0 h 666"/>
              <a:gd name="T18" fmla="*/ 467 w 791"/>
              <a:gd name="T19" fmla="*/ 0 h 666"/>
              <a:gd name="T20" fmla="*/ 501 w 791"/>
              <a:gd name="T21" fmla="*/ 0 h 666"/>
              <a:gd name="T22" fmla="*/ 537 w 791"/>
              <a:gd name="T23" fmla="*/ 0 h 666"/>
              <a:gd name="T24" fmla="*/ 791 w 791"/>
              <a:gd name="T25" fmla="*/ 666 h 666"/>
              <a:gd name="T26" fmla="*/ 531 w 791"/>
              <a:gd name="T27" fmla="*/ 666 h 666"/>
              <a:gd name="T28" fmla="*/ 396 w 791"/>
              <a:gd name="T29" fmla="*/ 267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6" y="267"/>
                </a:moveTo>
                <a:lnTo>
                  <a:pt x="261" y="666"/>
                </a:lnTo>
                <a:lnTo>
                  <a:pt x="0" y="666"/>
                </a:lnTo>
                <a:lnTo>
                  <a:pt x="254" y="0"/>
                </a:lnTo>
                <a:lnTo>
                  <a:pt x="290" y="0"/>
                </a:lnTo>
                <a:lnTo>
                  <a:pt x="325" y="0"/>
                </a:lnTo>
                <a:lnTo>
                  <a:pt x="361" y="0"/>
                </a:lnTo>
                <a:lnTo>
                  <a:pt x="396" y="0"/>
                </a:lnTo>
                <a:lnTo>
                  <a:pt x="431" y="0"/>
                </a:lnTo>
                <a:lnTo>
                  <a:pt x="467" y="0"/>
                </a:lnTo>
                <a:lnTo>
                  <a:pt x="501" y="0"/>
                </a:lnTo>
                <a:lnTo>
                  <a:pt x="537" y="0"/>
                </a:lnTo>
                <a:lnTo>
                  <a:pt x="791" y="666"/>
                </a:lnTo>
                <a:lnTo>
                  <a:pt x="531" y="666"/>
                </a:lnTo>
                <a:lnTo>
                  <a:pt x="396" y="267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69" name="Freeform 119"/>
          <p:cNvSpPr>
            <a:spLocks/>
          </p:cNvSpPr>
          <p:nvPr userDrawn="1"/>
        </p:nvSpPr>
        <p:spPr bwMode="auto">
          <a:xfrm>
            <a:off x="5043992" y="5020099"/>
            <a:ext cx="145079" cy="123400"/>
          </a:xfrm>
          <a:custGeom>
            <a:avLst/>
            <a:gdLst>
              <a:gd name="T0" fmla="*/ 394 w 791"/>
              <a:gd name="T1" fmla="*/ 267 h 666"/>
              <a:gd name="T2" fmla="*/ 260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90 w 791"/>
              <a:gd name="T9" fmla="*/ 0 h 666"/>
              <a:gd name="T10" fmla="*/ 324 w 791"/>
              <a:gd name="T11" fmla="*/ 0 h 666"/>
              <a:gd name="T12" fmla="*/ 360 w 791"/>
              <a:gd name="T13" fmla="*/ 0 h 666"/>
              <a:gd name="T14" fmla="*/ 394 w 791"/>
              <a:gd name="T15" fmla="*/ 0 h 666"/>
              <a:gd name="T16" fmla="*/ 430 w 791"/>
              <a:gd name="T17" fmla="*/ 0 h 666"/>
              <a:gd name="T18" fmla="*/ 466 w 791"/>
              <a:gd name="T19" fmla="*/ 0 h 666"/>
              <a:gd name="T20" fmla="*/ 501 w 791"/>
              <a:gd name="T21" fmla="*/ 0 h 666"/>
              <a:gd name="T22" fmla="*/ 536 w 791"/>
              <a:gd name="T23" fmla="*/ 0 h 666"/>
              <a:gd name="T24" fmla="*/ 791 w 791"/>
              <a:gd name="T25" fmla="*/ 666 h 666"/>
              <a:gd name="T26" fmla="*/ 530 w 791"/>
              <a:gd name="T27" fmla="*/ 666 h 666"/>
              <a:gd name="T28" fmla="*/ 394 w 791"/>
              <a:gd name="T29" fmla="*/ 267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4" y="267"/>
                </a:moveTo>
                <a:lnTo>
                  <a:pt x="260" y="666"/>
                </a:lnTo>
                <a:lnTo>
                  <a:pt x="0" y="666"/>
                </a:lnTo>
                <a:lnTo>
                  <a:pt x="254" y="0"/>
                </a:lnTo>
                <a:lnTo>
                  <a:pt x="290" y="0"/>
                </a:lnTo>
                <a:lnTo>
                  <a:pt x="324" y="0"/>
                </a:lnTo>
                <a:lnTo>
                  <a:pt x="360" y="0"/>
                </a:lnTo>
                <a:lnTo>
                  <a:pt x="394" y="0"/>
                </a:lnTo>
                <a:lnTo>
                  <a:pt x="430" y="0"/>
                </a:lnTo>
                <a:lnTo>
                  <a:pt x="466" y="0"/>
                </a:lnTo>
                <a:lnTo>
                  <a:pt x="501" y="0"/>
                </a:lnTo>
                <a:lnTo>
                  <a:pt x="536" y="0"/>
                </a:lnTo>
                <a:lnTo>
                  <a:pt x="791" y="666"/>
                </a:lnTo>
                <a:lnTo>
                  <a:pt x="530" y="666"/>
                </a:lnTo>
                <a:lnTo>
                  <a:pt x="394" y="267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70" name="Freeform 120"/>
          <p:cNvSpPr>
            <a:spLocks/>
          </p:cNvSpPr>
          <p:nvPr userDrawn="1"/>
        </p:nvSpPr>
        <p:spPr bwMode="auto">
          <a:xfrm>
            <a:off x="4937267" y="5020099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2 w 643"/>
              <a:gd name="T5" fmla="*/ 0 h 666"/>
              <a:gd name="T6" fmla="*/ 482 w 643"/>
              <a:gd name="T7" fmla="*/ 0 h 666"/>
              <a:gd name="T8" fmla="*/ 401 w 643"/>
              <a:gd name="T9" fmla="*/ 0 h 666"/>
              <a:gd name="T10" fmla="*/ 321 w 643"/>
              <a:gd name="T11" fmla="*/ 0 h 666"/>
              <a:gd name="T12" fmla="*/ 240 w 643"/>
              <a:gd name="T13" fmla="*/ 0 h 666"/>
              <a:gd name="T14" fmla="*/ 161 w 643"/>
              <a:gd name="T15" fmla="*/ 0 h 666"/>
              <a:gd name="T16" fmla="*/ 79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7 w 643"/>
              <a:gd name="T23" fmla="*/ 192 h 666"/>
              <a:gd name="T24" fmla="*/ 187 w 643"/>
              <a:gd name="T25" fmla="*/ 666 h 666"/>
              <a:gd name="T26" fmla="*/ 454 w 643"/>
              <a:gd name="T27" fmla="*/ 666 h 666"/>
              <a:gd name="T28" fmla="*/ 454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2" y="0"/>
                </a:lnTo>
                <a:lnTo>
                  <a:pt x="482" y="0"/>
                </a:lnTo>
                <a:lnTo>
                  <a:pt x="401" y="0"/>
                </a:lnTo>
                <a:lnTo>
                  <a:pt x="321" y="0"/>
                </a:lnTo>
                <a:lnTo>
                  <a:pt x="240" y="0"/>
                </a:lnTo>
                <a:lnTo>
                  <a:pt x="161" y="0"/>
                </a:lnTo>
                <a:lnTo>
                  <a:pt x="79" y="0"/>
                </a:lnTo>
                <a:lnTo>
                  <a:pt x="0" y="0"/>
                </a:lnTo>
                <a:lnTo>
                  <a:pt x="0" y="192"/>
                </a:lnTo>
                <a:lnTo>
                  <a:pt x="187" y="192"/>
                </a:lnTo>
                <a:lnTo>
                  <a:pt x="187" y="666"/>
                </a:lnTo>
                <a:lnTo>
                  <a:pt x="454" y="666"/>
                </a:lnTo>
                <a:lnTo>
                  <a:pt x="454" y="192"/>
                </a:lnTo>
                <a:lnTo>
                  <a:pt x="643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71" name="Freeform 121"/>
          <p:cNvSpPr>
            <a:spLocks/>
          </p:cNvSpPr>
          <p:nvPr userDrawn="1"/>
        </p:nvSpPr>
        <p:spPr bwMode="auto">
          <a:xfrm>
            <a:off x="4802193" y="5020099"/>
            <a:ext cx="146746" cy="123400"/>
          </a:xfrm>
          <a:custGeom>
            <a:avLst/>
            <a:gdLst>
              <a:gd name="T0" fmla="*/ 396 w 791"/>
              <a:gd name="T1" fmla="*/ 267 h 666"/>
              <a:gd name="T2" fmla="*/ 261 w 791"/>
              <a:gd name="T3" fmla="*/ 666 h 666"/>
              <a:gd name="T4" fmla="*/ 0 w 791"/>
              <a:gd name="T5" fmla="*/ 666 h 666"/>
              <a:gd name="T6" fmla="*/ 256 w 791"/>
              <a:gd name="T7" fmla="*/ 0 h 666"/>
              <a:gd name="T8" fmla="*/ 290 w 791"/>
              <a:gd name="T9" fmla="*/ 0 h 666"/>
              <a:gd name="T10" fmla="*/ 326 w 791"/>
              <a:gd name="T11" fmla="*/ 0 h 666"/>
              <a:gd name="T12" fmla="*/ 361 w 791"/>
              <a:gd name="T13" fmla="*/ 0 h 666"/>
              <a:gd name="T14" fmla="*/ 396 w 791"/>
              <a:gd name="T15" fmla="*/ 0 h 666"/>
              <a:gd name="T16" fmla="*/ 431 w 791"/>
              <a:gd name="T17" fmla="*/ 0 h 666"/>
              <a:gd name="T18" fmla="*/ 467 w 791"/>
              <a:gd name="T19" fmla="*/ 0 h 666"/>
              <a:gd name="T20" fmla="*/ 503 w 791"/>
              <a:gd name="T21" fmla="*/ 0 h 666"/>
              <a:gd name="T22" fmla="*/ 537 w 791"/>
              <a:gd name="T23" fmla="*/ 0 h 666"/>
              <a:gd name="T24" fmla="*/ 791 w 791"/>
              <a:gd name="T25" fmla="*/ 666 h 666"/>
              <a:gd name="T26" fmla="*/ 532 w 791"/>
              <a:gd name="T27" fmla="*/ 666 h 666"/>
              <a:gd name="T28" fmla="*/ 396 w 791"/>
              <a:gd name="T29" fmla="*/ 267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6" y="267"/>
                </a:moveTo>
                <a:lnTo>
                  <a:pt x="261" y="666"/>
                </a:lnTo>
                <a:lnTo>
                  <a:pt x="0" y="666"/>
                </a:lnTo>
                <a:lnTo>
                  <a:pt x="256" y="0"/>
                </a:lnTo>
                <a:lnTo>
                  <a:pt x="290" y="0"/>
                </a:lnTo>
                <a:lnTo>
                  <a:pt x="326" y="0"/>
                </a:lnTo>
                <a:lnTo>
                  <a:pt x="361" y="0"/>
                </a:lnTo>
                <a:lnTo>
                  <a:pt x="396" y="0"/>
                </a:lnTo>
                <a:lnTo>
                  <a:pt x="431" y="0"/>
                </a:lnTo>
                <a:lnTo>
                  <a:pt x="467" y="0"/>
                </a:lnTo>
                <a:lnTo>
                  <a:pt x="503" y="0"/>
                </a:lnTo>
                <a:lnTo>
                  <a:pt x="537" y="0"/>
                </a:lnTo>
                <a:lnTo>
                  <a:pt x="791" y="666"/>
                </a:lnTo>
                <a:lnTo>
                  <a:pt x="532" y="666"/>
                </a:lnTo>
                <a:lnTo>
                  <a:pt x="396" y="267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72" name="Freeform 122"/>
          <p:cNvSpPr>
            <a:spLocks/>
          </p:cNvSpPr>
          <p:nvPr userDrawn="1"/>
        </p:nvSpPr>
        <p:spPr bwMode="auto">
          <a:xfrm>
            <a:off x="4695469" y="5020099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4 w 643"/>
              <a:gd name="T5" fmla="*/ 0 h 666"/>
              <a:gd name="T6" fmla="*/ 482 w 643"/>
              <a:gd name="T7" fmla="*/ 0 h 666"/>
              <a:gd name="T8" fmla="*/ 403 w 643"/>
              <a:gd name="T9" fmla="*/ 0 h 666"/>
              <a:gd name="T10" fmla="*/ 322 w 643"/>
              <a:gd name="T11" fmla="*/ 0 h 666"/>
              <a:gd name="T12" fmla="*/ 242 w 643"/>
              <a:gd name="T13" fmla="*/ 0 h 666"/>
              <a:gd name="T14" fmla="*/ 161 w 643"/>
              <a:gd name="T15" fmla="*/ 0 h 666"/>
              <a:gd name="T16" fmla="*/ 81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9 w 643"/>
              <a:gd name="T23" fmla="*/ 192 h 666"/>
              <a:gd name="T24" fmla="*/ 189 w 643"/>
              <a:gd name="T25" fmla="*/ 666 h 666"/>
              <a:gd name="T26" fmla="*/ 454 w 643"/>
              <a:gd name="T27" fmla="*/ 666 h 666"/>
              <a:gd name="T28" fmla="*/ 454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4" y="0"/>
                </a:lnTo>
                <a:lnTo>
                  <a:pt x="482" y="0"/>
                </a:lnTo>
                <a:lnTo>
                  <a:pt x="403" y="0"/>
                </a:lnTo>
                <a:lnTo>
                  <a:pt x="322" y="0"/>
                </a:lnTo>
                <a:lnTo>
                  <a:pt x="242" y="0"/>
                </a:lnTo>
                <a:lnTo>
                  <a:pt x="161" y="0"/>
                </a:lnTo>
                <a:lnTo>
                  <a:pt x="81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4" y="666"/>
                </a:lnTo>
                <a:lnTo>
                  <a:pt x="454" y="192"/>
                </a:lnTo>
                <a:lnTo>
                  <a:pt x="643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73" name="Freeform 125"/>
          <p:cNvSpPr>
            <a:spLocks/>
          </p:cNvSpPr>
          <p:nvPr userDrawn="1"/>
        </p:nvSpPr>
        <p:spPr bwMode="auto">
          <a:xfrm>
            <a:off x="5284122" y="5020099"/>
            <a:ext cx="145079" cy="123400"/>
          </a:xfrm>
          <a:custGeom>
            <a:avLst/>
            <a:gdLst>
              <a:gd name="T0" fmla="*/ 396 w 791"/>
              <a:gd name="T1" fmla="*/ 267 h 666"/>
              <a:gd name="T2" fmla="*/ 260 w 791"/>
              <a:gd name="T3" fmla="*/ 666 h 666"/>
              <a:gd name="T4" fmla="*/ 0 w 791"/>
              <a:gd name="T5" fmla="*/ 666 h 666"/>
              <a:gd name="T6" fmla="*/ 256 w 791"/>
              <a:gd name="T7" fmla="*/ 0 h 666"/>
              <a:gd name="T8" fmla="*/ 290 w 791"/>
              <a:gd name="T9" fmla="*/ 0 h 666"/>
              <a:gd name="T10" fmla="*/ 326 w 791"/>
              <a:gd name="T11" fmla="*/ 0 h 666"/>
              <a:gd name="T12" fmla="*/ 360 w 791"/>
              <a:gd name="T13" fmla="*/ 0 h 666"/>
              <a:gd name="T14" fmla="*/ 396 w 791"/>
              <a:gd name="T15" fmla="*/ 0 h 666"/>
              <a:gd name="T16" fmla="*/ 430 w 791"/>
              <a:gd name="T17" fmla="*/ 0 h 666"/>
              <a:gd name="T18" fmla="*/ 466 w 791"/>
              <a:gd name="T19" fmla="*/ 0 h 666"/>
              <a:gd name="T20" fmla="*/ 501 w 791"/>
              <a:gd name="T21" fmla="*/ 0 h 666"/>
              <a:gd name="T22" fmla="*/ 536 w 791"/>
              <a:gd name="T23" fmla="*/ 0 h 666"/>
              <a:gd name="T24" fmla="*/ 791 w 791"/>
              <a:gd name="T25" fmla="*/ 666 h 666"/>
              <a:gd name="T26" fmla="*/ 532 w 791"/>
              <a:gd name="T27" fmla="*/ 666 h 666"/>
              <a:gd name="T28" fmla="*/ 396 w 791"/>
              <a:gd name="T29" fmla="*/ 267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6" y="267"/>
                </a:moveTo>
                <a:lnTo>
                  <a:pt x="260" y="666"/>
                </a:lnTo>
                <a:lnTo>
                  <a:pt x="0" y="666"/>
                </a:lnTo>
                <a:lnTo>
                  <a:pt x="256" y="0"/>
                </a:lnTo>
                <a:lnTo>
                  <a:pt x="290" y="0"/>
                </a:lnTo>
                <a:lnTo>
                  <a:pt x="326" y="0"/>
                </a:lnTo>
                <a:lnTo>
                  <a:pt x="360" y="0"/>
                </a:lnTo>
                <a:lnTo>
                  <a:pt x="396" y="0"/>
                </a:lnTo>
                <a:lnTo>
                  <a:pt x="430" y="0"/>
                </a:lnTo>
                <a:lnTo>
                  <a:pt x="466" y="0"/>
                </a:lnTo>
                <a:lnTo>
                  <a:pt x="501" y="0"/>
                </a:lnTo>
                <a:lnTo>
                  <a:pt x="536" y="0"/>
                </a:lnTo>
                <a:lnTo>
                  <a:pt x="791" y="666"/>
                </a:lnTo>
                <a:lnTo>
                  <a:pt x="532" y="666"/>
                </a:lnTo>
                <a:lnTo>
                  <a:pt x="396" y="267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74" name="Freeform 126"/>
          <p:cNvSpPr>
            <a:spLocks/>
          </p:cNvSpPr>
          <p:nvPr userDrawn="1"/>
        </p:nvSpPr>
        <p:spPr bwMode="auto">
          <a:xfrm>
            <a:off x="5177397" y="5020099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3 w 643"/>
              <a:gd name="T5" fmla="*/ 0 h 666"/>
              <a:gd name="T6" fmla="*/ 482 w 643"/>
              <a:gd name="T7" fmla="*/ 0 h 666"/>
              <a:gd name="T8" fmla="*/ 402 w 643"/>
              <a:gd name="T9" fmla="*/ 0 h 666"/>
              <a:gd name="T10" fmla="*/ 321 w 643"/>
              <a:gd name="T11" fmla="*/ 0 h 666"/>
              <a:gd name="T12" fmla="*/ 242 w 643"/>
              <a:gd name="T13" fmla="*/ 0 h 666"/>
              <a:gd name="T14" fmla="*/ 161 w 643"/>
              <a:gd name="T15" fmla="*/ 0 h 666"/>
              <a:gd name="T16" fmla="*/ 81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9 w 643"/>
              <a:gd name="T23" fmla="*/ 192 h 666"/>
              <a:gd name="T24" fmla="*/ 189 w 643"/>
              <a:gd name="T25" fmla="*/ 666 h 666"/>
              <a:gd name="T26" fmla="*/ 454 w 643"/>
              <a:gd name="T27" fmla="*/ 666 h 666"/>
              <a:gd name="T28" fmla="*/ 454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3" y="0"/>
                </a:lnTo>
                <a:lnTo>
                  <a:pt x="482" y="0"/>
                </a:lnTo>
                <a:lnTo>
                  <a:pt x="402" y="0"/>
                </a:lnTo>
                <a:lnTo>
                  <a:pt x="321" y="0"/>
                </a:lnTo>
                <a:lnTo>
                  <a:pt x="242" y="0"/>
                </a:lnTo>
                <a:lnTo>
                  <a:pt x="161" y="0"/>
                </a:lnTo>
                <a:lnTo>
                  <a:pt x="81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4" y="666"/>
                </a:lnTo>
                <a:lnTo>
                  <a:pt x="454" y="192"/>
                </a:lnTo>
                <a:lnTo>
                  <a:pt x="643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75" name="Freeform 156"/>
          <p:cNvSpPr>
            <a:spLocks/>
          </p:cNvSpPr>
          <p:nvPr userDrawn="1"/>
        </p:nvSpPr>
        <p:spPr bwMode="auto">
          <a:xfrm>
            <a:off x="347973" y="4883358"/>
            <a:ext cx="145079" cy="123400"/>
          </a:xfrm>
          <a:custGeom>
            <a:avLst/>
            <a:gdLst>
              <a:gd name="T0" fmla="*/ 396 w 791"/>
              <a:gd name="T1" fmla="*/ 268 h 666"/>
              <a:gd name="T2" fmla="*/ 260 w 791"/>
              <a:gd name="T3" fmla="*/ 666 h 666"/>
              <a:gd name="T4" fmla="*/ 0 w 791"/>
              <a:gd name="T5" fmla="*/ 666 h 666"/>
              <a:gd name="T6" fmla="*/ 256 w 791"/>
              <a:gd name="T7" fmla="*/ 0 h 666"/>
              <a:gd name="T8" fmla="*/ 290 w 791"/>
              <a:gd name="T9" fmla="*/ 0 h 666"/>
              <a:gd name="T10" fmla="*/ 326 w 791"/>
              <a:gd name="T11" fmla="*/ 0 h 666"/>
              <a:gd name="T12" fmla="*/ 360 w 791"/>
              <a:gd name="T13" fmla="*/ 0 h 666"/>
              <a:gd name="T14" fmla="*/ 396 w 791"/>
              <a:gd name="T15" fmla="*/ 0 h 666"/>
              <a:gd name="T16" fmla="*/ 431 w 791"/>
              <a:gd name="T17" fmla="*/ 0 h 666"/>
              <a:gd name="T18" fmla="*/ 466 w 791"/>
              <a:gd name="T19" fmla="*/ 0 h 666"/>
              <a:gd name="T20" fmla="*/ 501 w 791"/>
              <a:gd name="T21" fmla="*/ 0 h 666"/>
              <a:gd name="T22" fmla="*/ 537 w 791"/>
              <a:gd name="T23" fmla="*/ 0 h 666"/>
              <a:gd name="T24" fmla="*/ 791 w 791"/>
              <a:gd name="T25" fmla="*/ 666 h 666"/>
              <a:gd name="T26" fmla="*/ 532 w 791"/>
              <a:gd name="T27" fmla="*/ 666 h 666"/>
              <a:gd name="T28" fmla="*/ 396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6" y="268"/>
                </a:moveTo>
                <a:lnTo>
                  <a:pt x="260" y="666"/>
                </a:lnTo>
                <a:lnTo>
                  <a:pt x="0" y="666"/>
                </a:lnTo>
                <a:lnTo>
                  <a:pt x="256" y="0"/>
                </a:lnTo>
                <a:lnTo>
                  <a:pt x="290" y="0"/>
                </a:lnTo>
                <a:lnTo>
                  <a:pt x="326" y="0"/>
                </a:lnTo>
                <a:lnTo>
                  <a:pt x="360" y="0"/>
                </a:lnTo>
                <a:lnTo>
                  <a:pt x="396" y="0"/>
                </a:lnTo>
                <a:lnTo>
                  <a:pt x="431" y="0"/>
                </a:lnTo>
                <a:lnTo>
                  <a:pt x="466" y="0"/>
                </a:lnTo>
                <a:lnTo>
                  <a:pt x="501" y="0"/>
                </a:lnTo>
                <a:lnTo>
                  <a:pt x="537" y="0"/>
                </a:lnTo>
                <a:lnTo>
                  <a:pt x="791" y="666"/>
                </a:lnTo>
                <a:lnTo>
                  <a:pt x="532" y="666"/>
                </a:lnTo>
                <a:lnTo>
                  <a:pt x="396" y="268"/>
                </a:lnTo>
                <a:close/>
              </a:path>
            </a:pathLst>
          </a:custGeom>
          <a:solidFill>
            <a:srgbClr val="D6D6D6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" name="Freeform 88"/>
          <p:cNvSpPr>
            <a:spLocks/>
          </p:cNvSpPr>
          <p:nvPr userDrawn="1"/>
        </p:nvSpPr>
        <p:spPr bwMode="auto">
          <a:xfrm>
            <a:off x="5884448" y="4883358"/>
            <a:ext cx="146746" cy="123400"/>
          </a:xfrm>
          <a:custGeom>
            <a:avLst/>
            <a:gdLst>
              <a:gd name="T0" fmla="*/ 396 w 791"/>
              <a:gd name="T1" fmla="*/ 268 h 666"/>
              <a:gd name="T2" fmla="*/ 261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90 w 791"/>
              <a:gd name="T9" fmla="*/ 0 h 666"/>
              <a:gd name="T10" fmla="*/ 325 w 791"/>
              <a:gd name="T11" fmla="*/ 0 h 666"/>
              <a:gd name="T12" fmla="*/ 361 w 791"/>
              <a:gd name="T13" fmla="*/ 0 h 666"/>
              <a:gd name="T14" fmla="*/ 396 w 791"/>
              <a:gd name="T15" fmla="*/ 0 h 666"/>
              <a:gd name="T16" fmla="*/ 431 w 791"/>
              <a:gd name="T17" fmla="*/ 0 h 666"/>
              <a:gd name="T18" fmla="*/ 467 w 791"/>
              <a:gd name="T19" fmla="*/ 0 h 666"/>
              <a:gd name="T20" fmla="*/ 501 w 791"/>
              <a:gd name="T21" fmla="*/ 0 h 666"/>
              <a:gd name="T22" fmla="*/ 537 w 791"/>
              <a:gd name="T23" fmla="*/ 0 h 666"/>
              <a:gd name="T24" fmla="*/ 791 w 791"/>
              <a:gd name="T25" fmla="*/ 666 h 666"/>
              <a:gd name="T26" fmla="*/ 531 w 791"/>
              <a:gd name="T27" fmla="*/ 666 h 666"/>
              <a:gd name="T28" fmla="*/ 396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6" y="268"/>
                </a:moveTo>
                <a:lnTo>
                  <a:pt x="261" y="666"/>
                </a:lnTo>
                <a:lnTo>
                  <a:pt x="0" y="666"/>
                </a:lnTo>
                <a:lnTo>
                  <a:pt x="254" y="0"/>
                </a:lnTo>
                <a:lnTo>
                  <a:pt x="290" y="0"/>
                </a:lnTo>
                <a:lnTo>
                  <a:pt x="325" y="0"/>
                </a:lnTo>
                <a:lnTo>
                  <a:pt x="361" y="0"/>
                </a:lnTo>
                <a:lnTo>
                  <a:pt x="396" y="0"/>
                </a:lnTo>
                <a:lnTo>
                  <a:pt x="431" y="0"/>
                </a:lnTo>
                <a:lnTo>
                  <a:pt x="467" y="0"/>
                </a:lnTo>
                <a:lnTo>
                  <a:pt x="501" y="0"/>
                </a:lnTo>
                <a:lnTo>
                  <a:pt x="537" y="0"/>
                </a:lnTo>
                <a:lnTo>
                  <a:pt x="791" y="666"/>
                </a:lnTo>
                <a:lnTo>
                  <a:pt x="531" y="666"/>
                </a:lnTo>
                <a:lnTo>
                  <a:pt x="396" y="268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77" name="Freeform 89"/>
          <p:cNvSpPr>
            <a:spLocks/>
          </p:cNvSpPr>
          <p:nvPr userDrawn="1"/>
        </p:nvSpPr>
        <p:spPr bwMode="auto">
          <a:xfrm>
            <a:off x="5779390" y="4883358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2 w 643"/>
              <a:gd name="T5" fmla="*/ 0 h 666"/>
              <a:gd name="T6" fmla="*/ 482 w 643"/>
              <a:gd name="T7" fmla="*/ 0 h 666"/>
              <a:gd name="T8" fmla="*/ 401 w 643"/>
              <a:gd name="T9" fmla="*/ 0 h 666"/>
              <a:gd name="T10" fmla="*/ 322 w 643"/>
              <a:gd name="T11" fmla="*/ 0 h 666"/>
              <a:gd name="T12" fmla="*/ 241 w 643"/>
              <a:gd name="T13" fmla="*/ 0 h 666"/>
              <a:gd name="T14" fmla="*/ 161 w 643"/>
              <a:gd name="T15" fmla="*/ 0 h 666"/>
              <a:gd name="T16" fmla="*/ 80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9 w 643"/>
              <a:gd name="T23" fmla="*/ 192 h 666"/>
              <a:gd name="T24" fmla="*/ 189 w 643"/>
              <a:gd name="T25" fmla="*/ 666 h 666"/>
              <a:gd name="T26" fmla="*/ 454 w 643"/>
              <a:gd name="T27" fmla="*/ 666 h 666"/>
              <a:gd name="T28" fmla="*/ 454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2" y="0"/>
                </a:lnTo>
                <a:lnTo>
                  <a:pt x="482" y="0"/>
                </a:lnTo>
                <a:lnTo>
                  <a:pt x="401" y="0"/>
                </a:lnTo>
                <a:lnTo>
                  <a:pt x="322" y="0"/>
                </a:lnTo>
                <a:lnTo>
                  <a:pt x="241" y="0"/>
                </a:lnTo>
                <a:lnTo>
                  <a:pt x="161" y="0"/>
                </a:lnTo>
                <a:lnTo>
                  <a:pt x="80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4" y="666"/>
                </a:lnTo>
                <a:lnTo>
                  <a:pt x="454" y="192"/>
                </a:lnTo>
                <a:lnTo>
                  <a:pt x="643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78" name="Freeform 90"/>
          <p:cNvSpPr>
            <a:spLocks/>
          </p:cNvSpPr>
          <p:nvPr userDrawn="1"/>
        </p:nvSpPr>
        <p:spPr bwMode="auto">
          <a:xfrm>
            <a:off x="5644317" y="4883358"/>
            <a:ext cx="146746" cy="123400"/>
          </a:xfrm>
          <a:custGeom>
            <a:avLst/>
            <a:gdLst>
              <a:gd name="T0" fmla="*/ 395 w 791"/>
              <a:gd name="T1" fmla="*/ 268 h 666"/>
              <a:gd name="T2" fmla="*/ 259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89 w 791"/>
              <a:gd name="T9" fmla="*/ 0 h 666"/>
              <a:gd name="T10" fmla="*/ 325 w 791"/>
              <a:gd name="T11" fmla="*/ 0 h 666"/>
              <a:gd name="T12" fmla="*/ 361 w 791"/>
              <a:gd name="T13" fmla="*/ 0 h 666"/>
              <a:gd name="T14" fmla="*/ 395 w 791"/>
              <a:gd name="T15" fmla="*/ 0 h 666"/>
              <a:gd name="T16" fmla="*/ 431 w 791"/>
              <a:gd name="T17" fmla="*/ 0 h 666"/>
              <a:gd name="T18" fmla="*/ 465 w 791"/>
              <a:gd name="T19" fmla="*/ 0 h 666"/>
              <a:gd name="T20" fmla="*/ 501 w 791"/>
              <a:gd name="T21" fmla="*/ 0 h 666"/>
              <a:gd name="T22" fmla="*/ 535 w 791"/>
              <a:gd name="T23" fmla="*/ 0 h 666"/>
              <a:gd name="T24" fmla="*/ 791 w 791"/>
              <a:gd name="T25" fmla="*/ 666 h 666"/>
              <a:gd name="T26" fmla="*/ 531 w 791"/>
              <a:gd name="T27" fmla="*/ 666 h 666"/>
              <a:gd name="T28" fmla="*/ 395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5" y="268"/>
                </a:moveTo>
                <a:lnTo>
                  <a:pt x="259" y="666"/>
                </a:lnTo>
                <a:lnTo>
                  <a:pt x="0" y="666"/>
                </a:lnTo>
                <a:lnTo>
                  <a:pt x="254" y="0"/>
                </a:lnTo>
                <a:lnTo>
                  <a:pt x="289" y="0"/>
                </a:lnTo>
                <a:lnTo>
                  <a:pt x="325" y="0"/>
                </a:lnTo>
                <a:lnTo>
                  <a:pt x="361" y="0"/>
                </a:lnTo>
                <a:lnTo>
                  <a:pt x="395" y="0"/>
                </a:lnTo>
                <a:lnTo>
                  <a:pt x="431" y="0"/>
                </a:lnTo>
                <a:lnTo>
                  <a:pt x="465" y="0"/>
                </a:lnTo>
                <a:lnTo>
                  <a:pt x="501" y="0"/>
                </a:lnTo>
                <a:lnTo>
                  <a:pt x="535" y="0"/>
                </a:lnTo>
                <a:lnTo>
                  <a:pt x="791" y="666"/>
                </a:lnTo>
                <a:lnTo>
                  <a:pt x="531" y="666"/>
                </a:lnTo>
                <a:lnTo>
                  <a:pt x="395" y="268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79" name="Freeform 91"/>
          <p:cNvSpPr>
            <a:spLocks/>
          </p:cNvSpPr>
          <p:nvPr userDrawn="1"/>
        </p:nvSpPr>
        <p:spPr bwMode="auto">
          <a:xfrm>
            <a:off x="5537593" y="4883358"/>
            <a:ext cx="118398" cy="123400"/>
          </a:xfrm>
          <a:custGeom>
            <a:avLst/>
            <a:gdLst>
              <a:gd name="T0" fmla="*/ 644 w 644"/>
              <a:gd name="T1" fmla="*/ 192 h 666"/>
              <a:gd name="T2" fmla="*/ 644 w 644"/>
              <a:gd name="T3" fmla="*/ 0 h 666"/>
              <a:gd name="T4" fmla="*/ 563 w 644"/>
              <a:gd name="T5" fmla="*/ 0 h 666"/>
              <a:gd name="T6" fmla="*/ 482 w 644"/>
              <a:gd name="T7" fmla="*/ 0 h 666"/>
              <a:gd name="T8" fmla="*/ 402 w 644"/>
              <a:gd name="T9" fmla="*/ 0 h 666"/>
              <a:gd name="T10" fmla="*/ 321 w 644"/>
              <a:gd name="T11" fmla="*/ 0 h 666"/>
              <a:gd name="T12" fmla="*/ 241 w 644"/>
              <a:gd name="T13" fmla="*/ 0 h 666"/>
              <a:gd name="T14" fmla="*/ 160 w 644"/>
              <a:gd name="T15" fmla="*/ 0 h 666"/>
              <a:gd name="T16" fmla="*/ 81 w 644"/>
              <a:gd name="T17" fmla="*/ 0 h 666"/>
              <a:gd name="T18" fmla="*/ 0 w 644"/>
              <a:gd name="T19" fmla="*/ 0 h 666"/>
              <a:gd name="T20" fmla="*/ 0 w 644"/>
              <a:gd name="T21" fmla="*/ 192 h 666"/>
              <a:gd name="T22" fmla="*/ 188 w 644"/>
              <a:gd name="T23" fmla="*/ 192 h 666"/>
              <a:gd name="T24" fmla="*/ 188 w 644"/>
              <a:gd name="T25" fmla="*/ 666 h 666"/>
              <a:gd name="T26" fmla="*/ 455 w 644"/>
              <a:gd name="T27" fmla="*/ 666 h 666"/>
              <a:gd name="T28" fmla="*/ 455 w 644"/>
              <a:gd name="T29" fmla="*/ 192 h 666"/>
              <a:gd name="T30" fmla="*/ 644 w 644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4" h="666">
                <a:moveTo>
                  <a:pt x="644" y="192"/>
                </a:moveTo>
                <a:lnTo>
                  <a:pt x="644" y="0"/>
                </a:lnTo>
                <a:lnTo>
                  <a:pt x="563" y="0"/>
                </a:lnTo>
                <a:lnTo>
                  <a:pt x="482" y="0"/>
                </a:lnTo>
                <a:lnTo>
                  <a:pt x="402" y="0"/>
                </a:lnTo>
                <a:lnTo>
                  <a:pt x="321" y="0"/>
                </a:lnTo>
                <a:lnTo>
                  <a:pt x="241" y="0"/>
                </a:lnTo>
                <a:lnTo>
                  <a:pt x="160" y="0"/>
                </a:lnTo>
                <a:lnTo>
                  <a:pt x="81" y="0"/>
                </a:lnTo>
                <a:lnTo>
                  <a:pt x="0" y="0"/>
                </a:lnTo>
                <a:lnTo>
                  <a:pt x="0" y="192"/>
                </a:lnTo>
                <a:lnTo>
                  <a:pt x="188" y="192"/>
                </a:lnTo>
                <a:lnTo>
                  <a:pt x="188" y="666"/>
                </a:lnTo>
                <a:lnTo>
                  <a:pt x="455" y="666"/>
                </a:lnTo>
                <a:lnTo>
                  <a:pt x="455" y="192"/>
                </a:lnTo>
                <a:lnTo>
                  <a:pt x="644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80" name="Freeform 92"/>
          <p:cNvSpPr>
            <a:spLocks/>
          </p:cNvSpPr>
          <p:nvPr userDrawn="1"/>
        </p:nvSpPr>
        <p:spPr bwMode="auto">
          <a:xfrm>
            <a:off x="6366375" y="4883358"/>
            <a:ext cx="145079" cy="123400"/>
          </a:xfrm>
          <a:custGeom>
            <a:avLst/>
            <a:gdLst>
              <a:gd name="T0" fmla="*/ 394 w 791"/>
              <a:gd name="T1" fmla="*/ 268 h 666"/>
              <a:gd name="T2" fmla="*/ 260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90 w 791"/>
              <a:gd name="T9" fmla="*/ 0 h 666"/>
              <a:gd name="T10" fmla="*/ 324 w 791"/>
              <a:gd name="T11" fmla="*/ 0 h 666"/>
              <a:gd name="T12" fmla="*/ 360 w 791"/>
              <a:gd name="T13" fmla="*/ 0 h 666"/>
              <a:gd name="T14" fmla="*/ 394 w 791"/>
              <a:gd name="T15" fmla="*/ 0 h 666"/>
              <a:gd name="T16" fmla="*/ 430 w 791"/>
              <a:gd name="T17" fmla="*/ 0 h 666"/>
              <a:gd name="T18" fmla="*/ 466 w 791"/>
              <a:gd name="T19" fmla="*/ 0 h 666"/>
              <a:gd name="T20" fmla="*/ 501 w 791"/>
              <a:gd name="T21" fmla="*/ 0 h 666"/>
              <a:gd name="T22" fmla="*/ 536 w 791"/>
              <a:gd name="T23" fmla="*/ 0 h 666"/>
              <a:gd name="T24" fmla="*/ 791 w 791"/>
              <a:gd name="T25" fmla="*/ 666 h 666"/>
              <a:gd name="T26" fmla="*/ 530 w 791"/>
              <a:gd name="T27" fmla="*/ 666 h 666"/>
              <a:gd name="T28" fmla="*/ 394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4" y="268"/>
                </a:moveTo>
                <a:lnTo>
                  <a:pt x="260" y="666"/>
                </a:lnTo>
                <a:lnTo>
                  <a:pt x="0" y="666"/>
                </a:lnTo>
                <a:lnTo>
                  <a:pt x="254" y="0"/>
                </a:lnTo>
                <a:lnTo>
                  <a:pt x="290" y="0"/>
                </a:lnTo>
                <a:lnTo>
                  <a:pt x="324" y="0"/>
                </a:lnTo>
                <a:lnTo>
                  <a:pt x="360" y="0"/>
                </a:lnTo>
                <a:lnTo>
                  <a:pt x="394" y="0"/>
                </a:lnTo>
                <a:lnTo>
                  <a:pt x="430" y="0"/>
                </a:lnTo>
                <a:lnTo>
                  <a:pt x="466" y="0"/>
                </a:lnTo>
                <a:lnTo>
                  <a:pt x="501" y="0"/>
                </a:lnTo>
                <a:lnTo>
                  <a:pt x="536" y="0"/>
                </a:lnTo>
                <a:lnTo>
                  <a:pt x="791" y="666"/>
                </a:lnTo>
                <a:lnTo>
                  <a:pt x="530" y="666"/>
                </a:lnTo>
                <a:lnTo>
                  <a:pt x="394" y="268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81" name="Freeform 93"/>
          <p:cNvSpPr>
            <a:spLocks/>
          </p:cNvSpPr>
          <p:nvPr userDrawn="1"/>
        </p:nvSpPr>
        <p:spPr bwMode="auto">
          <a:xfrm>
            <a:off x="6259651" y="4883358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2 w 643"/>
              <a:gd name="T5" fmla="*/ 0 h 666"/>
              <a:gd name="T6" fmla="*/ 482 w 643"/>
              <a:gd name="T7" fmla="*/ 0 h 666"/>
              <a:gd name="T8" fmla="*/ 401 w 643"/>
              <a:gd name="T9" fmla="*/ 0 h 666"/>
              <a:gd name="T10" fmla="*/ 321 w 643"/>
              <a:gd name="T11" fmla="*/ 0 h 666"/>
              <a:gd name="T12" fmla="*/ 240 w 643"/>
              <a:gd name="T13" fmla="*/ 0 h 666"/>
              <a:gd name="T14" fmla="*/ 161 w 643"/>
              <a:gd name="T15" fmla="*/ 0 h 666"/>
              <a:gd name="T16" fmla="*/ 79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9 w 643"/>
              <a:gd name="T23" fmla="*/ 192 h 666"/>
              <a:gd name="T24" fmla="*/ 189 w 643"/>
              <a:gd name="T25" fmla="*/ 666 h 666"/>
              <a:gd name="T26" fmla="*/ 454 w 643"/>
              <a:gd name="T27" fmla="*/ 666 h 666"/>
              <a:gd name="T28" fmla="*/ 454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2" y="0"/>
                </a:lnTo>
                <a:lnTo>
                  <a:pt x="482" y="0"/>
                </a:lnTo>
                <a:lnTo>
                  <a:pt x="401" y="0"/>
                </a:lnTo>
                <a:lnTo>
                  <a:pt x="321" y="0"/>
                </a:lnTo>
                <a:lnTo>
                  <a:pt x="240" y="0"/>
                </a:lnTo>
                <a:lnTo>
                  <a:pt x="161" y="0"/>
                </a:lnTo>
                <a:lnTo>
                  <a:pt x="79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4" y="666"/>
                </a:lnTo>
                <a:lnTo>
                  <a:pt x="454" y="192"/>
                </a:lnTo>
                <a:lnTo>
                  <a:pt x="643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82" name="Freeform 94"/>
          <p:cNvSpPr>
            <a:spLocks/>
          </p:cNvSpPr>
          <p:nvPr userDrawn="1"/>
        </p:nvSpPr>
        <p:spPr bwMode="auto">
          <a:xfrm>
            <a:off x="6126245" y="4883358"/>
            <a:ext cx="145079" cy="123400"/>
          </a:xfrm>
          <a:custGeom>
            <a:avLst/>
            <a:gdLst>
              <a:gd name="T0" fmla="*/ 396 w 791"/>
              <a:gd name="T1" fmla="*/ 268 h 666"/>
              <a:gd name="T2" fmla="*/ 261 w 791"/>
              <a:gd name="T3" fmla="*/ 666 h 666"/>
              <a:gd name="T4" fmla="*/ 0 w 791"/>
              <a:gd name="T5" fmla="*/ 666 h 666"/>
              <a:gd name="T6" fmla="*/ 256 w 791"/>
              <a:gd name="T7" fmla="*/ 0 h 666"/>
              <a:gd name="T8" fmla="*/ 290 w 791"/>
              <a:gd name="T9" fmla="*/ 0 h 666"/>
              <a:gd name="T10" fmla="*/ 326 w 791"/>
              <a:gd name="T11" fmla="*/ 0 h 666"/>
              <a:gd name="T12" fmla="*/ 361 w 791"/>
              <a:gd name="T13" fmla="*/ 0 h 666"/>
              <a:gd name="T14" fmla="*/ 396 w 791"/>
              <a:gd name="T15" fmla="*/ 0 h 666"/>
              <a:gd name="T16" fmla="*/ 432 w 791"/>
              <a:gd name="T17" fmla="*/ 0 h 666"/>
              <a:gd name="T18" fmla="*/ 467 w 791"/>
              <a:gd name="T19" fmla="*/ 0 h 666"/>
              <a:gd name="T20" fmla="*/ 503 w 791"/>
              <a:gd name="T21" fmla="*/ 0 h 666"/>
              <a:gd name="T22" fmla="*/ 537 w 791"/>
              <a:gd name="T23" fmla="*/ 0 h 666"/>
              <a:gd name="T24" fmla="*/ 791 w 791"/>
              <a:gd name="T25" fmla="*/ 666 h 666"/>
              <a:gd name="T26" fmla="*/ 532 w 791"/>
              <a:gd name="T27" fmla="*/ 666 h 666"/>
              <a:gd name="T28" fmla="*/ 396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6" y="268"/>
                </a:moveTo>
                <a:lnTo>
                  <a:pt x="261" y="666"/>
                </a:lnTo>
                <a:lnTo>
                  <a:pt x="0" y="666"/>
                </a:lnTo>
                <a:lnTo>
                  <a:pt x="256" y="0"/>
                </a:lnTo>
                <a:lnTo>
                  <a:pt x="290" y="0"/>
                </a:lnTo>
                <a:lnTo>
                  <a:pt x="326" y="0"/>
                </a:lnTo>
                <a:lnTo>
                  <a:pt x="361" y="0"/>
                </a:lnTo>
                <a:lnTo>
                  <a:pt x="396" y="0"/>
                </a:lnTo>
                <a:lnTo>
                  <a:pt x="432" y="0"/>
                </a:lnTo>
                <a:lnTo>
                  <a:pt x="467" y="0"/>
                </a:lnTo>
                <a:lnTo>
                  <a:pt x="503" y="0"/>
                </a:lnTo>
                <a:lnTo>
                  <a:pt x="537" y="0"/>
                </a:lnTo>
                <a:lnTo>
                  <a:pt x="791" y="666"/>
                </a:lnTo>
                <a:lnTo>
                  <a:pt x="532" y="666"/>
                </a:lnTo>
                <a:lnTo>
                  <a:pt x="396" y="268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83" name="Freeform 95"/>
          <p:cNvSpPr>
            <a:spLocks/>
          </p:cNvSpPr>
          <p:nvPr userDrawn="1"/>
        </p:nvSpPr>
        <p:spPr bwMode="auto">
          <a:xfrm>
            <a:off x="6019520" y="4883358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4 w 643"/>
              <a:gd name="T5" fmla="*/ 0 h 666"/>
              <a:gd name="T6" fmla="*/ 482 w 643"/>
              <a:gd name="T7" fmla="*/ 0 h 666"/>
              <a:gd name="T8" fmla="*/ 403 w 643"/>
              <a:gd name="T9" fmla="*/ 0 h 666"/>
              <a:gd name="T10" fmla="*/ 322 w 643"/>
              <a:gd name="T11" fmla="*/ 0 h 666"/>
              <a:gd name="T12" fmla="*/ 242 w 643"/>
              <a:gd name="T13" fmla="*/ 0 h 666"/>
              <a:gd name="T14" fmla="*/ 161 w 643"/>
              <a:gd name="T15" fmla="*/ 0 h 666"/>
              <a:gd name="T16" fmla="*/ 81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9 w 643"/>
              <a:gd name="T23" fmla="*/ 192 h 666"/>
              <a:gd name="T24" fmla="*/ 189 w 643"/>
              <a:gd name="T25" fmla="*/ 666 h 666"/>
              <a:gd name="T26" fmla="*/ 456 w 643"/>
              <a:gd name="T27" fmla="*/ 666 h 666"/>
              <a:gd name="T28" fmla="*/ 456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4" y="0"/>
                </a:lnTo>
                <a:lnTo>
                  <a:pt x="482" y="0"/>
                </a:lnTo>
                <a:lnTo>
                  <a:pt x="403" y="0"/>
                </a:lnTo>
                <a:lnTo>
                  <a:pt x="322" y="0"/>
                </a:lnTo>
                <a:lnTo>
                  <a:pt x="242" y="0"/>
                </a:lnTo>
                <a:lnTo>
                  <a:pt x="161" y="0"/>
                </a:lnTo>
                <a:lnTo>
                  <a:pt x="81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6" y="666"/>
                </a:lnTo>
                <a:lnTo>
                  <a:pt x="456" y="192"/>
                </a:lnTo>
                <a:lnTo>
                  <a:pt x="643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84" name="Freeform 96"/>
          <p:cNvSpPr>
            <a:spLocks/>
          </p:cNvSpPr>
          <p:nvPr userDrawn="1"/>
        </p:nvSpPr>
        <p:spPr bwMode="auto">
          <a:xfrm>
            <a:off x="6846636" y="4883358"/>
            <a:ext cx="146746" cy="123400"/>
          </a:xfrm>
          <a:custGeom>
            <a:avLst/>
            <a:gdLst>
              <a:gd name="T0" fmla="*/ 395 w 791"/>
              <a:gd name="T1" fmla="*/ 268 h 666"/>
              <a:gd name="T2" fmla="*/ 261 w 791"/>
              <a:gd name="T3" fmla="*/ 666 h 666"/>
              <a:gd name="T4" fmla="*/ 0 w 791"/>
              <a:gd name="T5" fmla="*/ 666 h 666"/>
              <a:gd name="T6" fmla="*/ 255 w 791"/>
              <a:gd name="T7" fmla="*/ 0 h 666"/>
              <a:gd name="T8" fmla="*/ 291 w 791"/>
              <a:gd name="T9" fmla="*/ 0 h 666"/>
              <a:gd name="T10" fmla="*/ 325 w 791"/>
              <a:gd name="T11" fmla="*/ 0 h 666"/>
              <a:gd name="T12" fmla="*/ 361 w 791"/>
              <a:gd name="T13" fmla="*/ 0 h 666"/>
              <a:gd name="T14" fmla="*/ 395 w 791"/>
              <a:gd name="T15" fmla="*/ 0 h 666"/>
              <a:gd name="T16" fmla="*/ 431 w 791"/>
              <a:gd name="T17" fmla="*/ 0 h 666"/>
              <a:gd name="T18" fmla="*/ 465 w 791"/>
              <a:gd name="T19" fmla="*/ 0 h 666"/>
              <a:gd name="T20" fmla="*/ 501 w 791"/>
              <a:gd name="T21" fmla="*/ 0 h 666"/>
              <a:gd name="T22" fmla="*/ 537 w 791"/>
              <a:gd name="T23" fmla="*/ 0 h 666"/>
              <a:gd name="T24" fmla="*/ 791 w 791"/>
              <a:gd name="T25" fmla="*/ 666 h 666"/>
              <a:gd name="T26" fmla="*/ 531 w 791"/>
              <a:gd name="T27" fmla="*/ 666 h 666"/>
              <a:gd name="T28" fmla="*/ 395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5" y="268"/>
                </a:moveTo>
                <a:lnTo>
                  <a:pt x="261" y="666"/>
                </a:lnTo>
                <a:lnTo>
                  <a:pt x="0" y="666"/>
                </a:lnTo>
                <a:lnTo>
                  <a:pt x="255" y="0"/>
                </a:lnTo>
                <a:lnTo>
                  <a:pt x="291" y="0"/>
                </a:lnTo>
                <a:lnTo>
                  <a:pt x="325" y="0"/>
                </a:lnTo>
                <a:lnTo>
                  <a:pt x="361" y="0"/>
                </a:lnTo>
                <a:lnTo>
                  <a:pt x="395" y="0"/>
                </a:lnTo>
                <a:lnTo>
                  <a:pt x="431" y="0"/>
                </a:lnTo>
                <a:lnTo>
                  <a:pt x="465" y="0"/>
                </a:lnTo>
                <a:lnTo>
                  <a:pt x="501" y="0"/>
                </a:lnTo>
                <a:lnTo>
                  <a:pt x="537" y="0"/>
                </a:lnTo>
                <a:lnTo>
                  <a:pt x="791" y="666"/>
                </a:lnTo>
                <a:lnTo>
                  <a:pt x="531" y="666"/>
                </a:lnTo>
                <a:lnTo>
                  <a:pt x="395" y="268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85" name="Freeform 97"/>
          <p:cNvSpPr>
            <a:spLocks/>
          </p:cNvSpPr>
          <p:nvPr userDrawn="1"/>
        </p:nvSpPr>
        <p:spPr bwMode="auto">
          <a:xfrm>
            <a:off x="6741579" y="4883358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2 w 643"/>
              <a:gd name="T5" fmla="*/ 0 h 666"/>
              <a:gd name="T6" fmla="*/ 483 w 643"/>
              <a:gd name="T7" fmla="*/ 0 h 666"/>
              <a:gd name="T8" fmla="*/ 401 w 643"/>
              <a:gd name="T9" fmla="*/ 0 h 666"/>
              <a:gd name="T10" fmla="*/ 322 w 643"/>
              <a:gd name="T11" fmla="*/ 0 h 666"/>
              <a:gd name="T12" fmla="*/ 241 w 643"/>
              <a:gd name="T13" fmla="*/ 0 h 666"/>
              <a:gd name="T14" fmla="*/ 161 w 643"/>
              <a:gd name="T15" fmla="*/ 0 h 666"/>
              <a:gd name="T16" fmla="*/ 80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8 w 643"/>
              <a:gd name="T23" fmla="*/ 192 h 666"/>
              <a:gd name="T24" fmla="*/ 188 w 643"/>
              <a:gd name="T25" fmla="*/ 666 h 666"/>
              <a:gd name="T26" fmla="*/ 454 w 643"/>
              <a:gd name="T27" fmla="*/ 666 h 666"/>
              <a:gd name="T28" fmla="*/ 454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2" y="0"/>
                </a:lnTo>
                <a:lnTo>
                  <a:pt x="483" y="0"/>
                </a:lnTo>
                <a:lnTo>
                  <a:pt x="401" y="0"/>
                </a:lnTo>
                <a:lnTo>
                  <a:pt x="322" y="0"/>
                </a:lnTo>
                <a:lnTo>
                  <a:pt x="241" y="0"/>
                </a:lnTo>
                <a:lnTo>
                  <a:pt x="161" y="0"/>
                </a:lnTo>
                <a:lnTo>
                  <a:pt x="80" y="0"/>
                </a:lnTo>
                <a:lnTo>
                  <a:pt x="0" y="0"/>
                </a:lnTo>
                <a:lnTo>
                  <a:pt x="0" y="192"/>
                </a:lnTo>
                <a:lnTo>
                  <a:pt x="188" y="192"/>
                </a:lnTo>
                <a:lnTo>
                  <a:pt x="188" y="666"/>
                </a:lnTo>
                <a:lnTo>
                  <a:pt x="454" y="666"/>
                </a:lnTo>
                <a:lnTo>
                  <a:pt x="454" y="192"/>
                </a:lnTo>
                <a:lnTo>
                  <a:pt x="643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86" name="Freeform 98"/>
          <p:cNvSpPr>
            <a:spLocks/>
          </p:cNvSpPr>
          <p:nvPr userDrawn="1"/>
        </p:nvSpPr>
        <p:spPr bwMode="auto">
          <a:xfrm>
            <a:off x="6606506" y="4883358"/>
            <a:ext cx="145079" cy="123400"/>
          </a:xfrm>
          <a:custGeom>
            <a:avLst/>
            <a:gdLst>
              <a:gd name="T0" fmla="*/ 396 w 791"/>
              <a:gd name="T1" fmla="*/ 268 h 666"/>
              <a:gd name="T2" fmla="*/ 260 w 791"/>
              <a:gd name="T3" fmla="*/ 666 h 666"/>
              <a:gd name="T4" fmla="*/ 0 w 791"/>
              <a:gd name="T5" fmla="*/ 666 h 666"/>
              <a:gd name="T6" fmla="*/ 256 w 791"/>
              <a:gd name="T7" fmla="*/ 0 h 666"/>
              <a:gd name="T8" fmla="*/ 290 w 791"/>
              <a:gd name="T9" fmla="*/ 0 h 666"/>
              <a:gd name="T10" fmla="*/ 326 w 791"/>
              <a:gd name="T11" fmla="*/ 0 h 666"/>
              <a:gd name="T12" fmla="*/ 360 w 791"/>
              <a:gd name="T13" fmla="*/ 0 h 666"/>
              <a:gd name="T14" fmla="*/ 396 w 791"/>
              <a:gd name="T15" fmla="*/ 0 h 666"/>
              <a:gd name="T16" fmla="*/ 430 w 791"/>
              <a:gd name="T17" fmla="*/ 0 h 666"/>
              <a:gd name="T18" fmla="*/ 466 w 791"/>
              <a:gd name="T19" fmla="*/ 0 h 666"/>
              <a:gd name="T20" fmla="*/ 502 w 791"/>
              <a:gd name="T21" fmla="*/ 0 h 666"/>
              <a:gd name="T22" fmla="*/ 536 w 791"/>
              <a:gd name="T23" fmla="*/ 0 h 666"/>
              <a:gd name="T24" fmla="*/ 791 w 791"/>
              <a:gd name="T25" fmla="*/ 666 h 666"/>
              <a:gd name="T26" fmla="*/ 532 w 791"/>
              <a:gd name="T27" fmla="*/ 666 h 666"/>
              <a:gd name="T28" fmla="*/ 396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6" y="268"/>
                </a:moveTo>
                <a:lnTo>
                  <a:pt x="260" y="666"/>
                </a:lnTo>
                <a:lnTo>
                  <a:pt x="0" y="666"/>
                </a:lnTo>
                <a:lnTo>
                  <a:pt x="256" y="0"/>
                </a:lnTo>
                <a:lnTo>
                  <a:pt x="290" y="0"/>
                </a:lnTo>
                <a:lnTo>
                  <a:pt x="326" y="0"/>
                </a:lnTo>
                <a:lnTo>
                  <a:pt x="360" y="0"/>
                </a:lnTo>
                <a:lnTo>
                  <a:pt x="396" y="0"/>
                </a:lnTo>
                <a:lnTo>
                  <a:pt x="430" y="0"/>
                </a:lnTo>
                <a:lnTo>
                  <a:pt x="466" y="0"/>
                </a:lnTo>
                <a:lnTo>
                  <a:pt x="502" y="0"/>
                </a:lnTo>
                <a:lnTo>
                  <a:pt x="536" y="0"/>
                </a:lnTo>
                <a:lnTo>
                  <a:pt x="791" y="666"/>
                </a:lnTo>
                <a:lnTo>
                  <a:pt x="532" y="666"/>
                </a:lnTo>
                <a:lnTo>
                  <a:pt x="396" y="268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87" name="Freeform 99"/>
          <p:cNvSpPr>
            <a:spLocks/>
          </p:cNvSpPr>
          <p:nvPr userDrawn="1"/>
        </p:nvSpPr>
        <p:spPr bwMode="auto">
          <a:xfrm>
            <a:off x="6499781" y="4883358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3 w 643"/>
              <a:gd name="T5" fmla="*/ 0 h 666"/>
              <a:gd name="T6" fmla="*/ 482 w 643"/>
              <a:gd name="T7" fmla="*/ 0 h 666"/>
              <a:gd name="T8" fmla="*/ 402 w 643"/>
              <a:gd name="T9" fmla="*/ 0 h 666"/>
              <a:gd name="T10" fmla="*/ 321 w 643"/>
              <a:gd name="T11" fmla="*/ 0 h 666"/>
              <a:gd name="T12" fmla="*/ 242 w 643"/>
              <a:gd name="T13" fmla="*/ 0 h 666"/>
              <a:gd name="T14" fmla="*/ 161 w 643"/>
              <a:gd name="T15" fmla="*/ 0 h 666"/>
              <a:gd name="T16" fmla="*/ 81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9 w 643"/>
              <a:gd name="T23" fmla="*/ 192 h 666"/>
              <a:gd name="T24" fmla="*/ 189 w 643"/>
              <a:gd name="T25" fmla="*/ 666 h 666"/>
              <a:gd name="T26" fmla="*/ 454 w 643"/>
              <a:gd name="T27" fmla="*/ 666 h 666"/>
              <a:gd name="T28" fmla="*/ 454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3" y="0"/>
                </a:lnTo>
                <a:lnTo>
                  <a:pt x="482" y="0"/>
                </a:lnTo>
                <a:lnTo>
                  <a:pt x="402" y="0"/>
                </a:lnTo>
                <a:lnTo>
                  <a:pt x="321" y="0"/>
                </a:lnTo>
                <a:lnTo>
                  <a:pt x="242" y="0"/>
                </a:lnTo>
                <a:lnTo>
                  <a:pt x="161" y="0"/>
                </a:lnTo>
                <a:lnTo>
                  <a:pt x="81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4" y="666"/>
                </a:lnTo>
                <a:lnTo>
                  <a:pt x="454" y="192"/>
                </a:lnTo>
                <a:lnTo>
                  <a:pt x="643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88" name="Freeform 100"/>
          <p:cNvSpPr>
            <a:spLocks/>
          </p:cNvSpPr>
          <p:nvPr userDrawn="1"/>
        </p:nvSpPr>
        <p:spPr bwMode="auto">
          <a:xfrm>
            <a:off x="7328565" y="4883358"/>
            <a:ext cx="145079" cy="123400"/>
          </a:xfrm>
          <a:custGeom>
            <a:avLst/>
            <a:gdLst>
              <a:gd name="T0" fmla="*/ 395 w 791"/>
              <a:gd name="T1" fmla="*/ 268 h 666"/>
              <a:gd name="T2" fmla="*/ 259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90 w 791"/>
              <a:gd name="T9" fmla="*/ 0 h 666"/>
              <a:gd name="T10" fmla="*/ 324 w 791"/>
              <a:gd name="T11" fmla="*/ 0 h 666"/>
              <a:gd name="T12" fmla="*/ 360 w 791"/>
              <a:gd name="T13" fmla="*/ 0 h 666"/>
              <a:gd name="T14" fmla="*/ 395 w 791"/>
              <a:gd name="T15" fmla="*/ 0 h 666"/>
              <a:gd name="T16" fmla="*/ 431 w 791"/>
              <a:gd name="T17" fmla="*/ 0 h 666"/>
              <a:gd name="T18" fmla="*/ 465 w 791"/>
              <a:gd name="T19" fmla="*/ 0 h 666"/>
              <a:gd name="T20" fmla="*/ 501 w 791"/>
              <a:gd name="T21" fmla="*/ 0 h 666"/>
              <a:gd name="T22" fmla="*/ 537 w 791"/>
              <a:gd name="T23" fmla="*/ 0 h 666"/>
              <a:gd name="T24" fmla="*/ 791 w 791"/>
              <a:gd name="T25" fmla="*/ 666 h 666"/>
              <a:gd name="T26" fmla="*/ 530 w 791"/>
              <a:gd name="T27" fmla="*/ 666 h 666"/>
              <a:gd name="T28" fmla="*/ 395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5" y="268"/>
                </a:moveTo>
                <a:lnTo>
                  <a:pt x="259" y="666"/>
                </a:lnTo>
                <a:lnTo>
                  <a:pt x="0" y="666"/>
                </a:lnTo>
                <a:lnTo>
                  <a:pt x="254" y="0"/>
                </a:lnTo>
                <a:lnTo>
                  <a:pt x="290" y="0"/>
                </a:lnTo>
                <a:lnTo>
                  <a:pt x="324" y="0"/>
                </a:lnTo>
                <a:lnTo>
                  <a:pt x="360" y="0"/>
                </a:lnTo>
                <a:lnTo>
                  <a:pt x="395" y="0"/>
                </a:lnTo>
                <a:lnTo>
                  <a:pt x="431" y="0"/>
                </a:lnTo>
                <a:lnTo>
                  <a:pt x="465" y="0"/>
                </a:lnTo>
                <a:lnTo>
                  <a:pt x="501" y="0"/>
                </a:lnTo>
                <a:lnTo>
                  <a:pt x="537" y="0"/>
                </a:lnTo>
                <a:lnTo>
                  <a:pt x="791" y="666"/>
                </a:lnTo>
                <a:lnTo>
                  <a:pt x="530" y="666"/>
                </a:lnTo>
                <a:lnTo>
                  <a:pt x="395" y="268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89" name="Freeform 101"/>
          <p:cNvSpPr>
            <a:spLocks/>
          </p:cNvSpPr>
          <p:nvPr userDrawn="1"/>
        </p:nvSpPr>
        <p:spPr bwMode="auto">
          <a:xfrm>
            <a:off x="7221840" y="4883358"/>
            <a:ext cx="118398" cy="123400"/>
          </a:xfrm>
          <a:custGeom>
            <a:avLst/>
            <a:gdLst>
              <a:gd name="T0" fmla="*/ 645 w 645"/>
              <a:gd name="T1" fmla="*/ 192 h 666"/>
              <a:gd name="T2" fmla="*/ 645 w 645"/>
              <a:gd name="T3" fmla="*/ 0 h 666"/>
              <a:gd name="T4" fmla="*/ 564 w 645"/>
              <a:gd name="T5" fmla="*/ 0 h 666"/>
              <a:gd name="T6" fmla="*/ 484 w 645"/>
              <a:gd name="T7" fmla="*/ 0 h 666"/>
              <a:gd name="T8" fmla="*/ 403 w 645"/>
              <a:gd name="T9" fmla="*/ 0 h 666"/>
              <a:gd name="T10" fmla="*/ 323 w 645"/>
              <a:gd name="T11" fmla="*/ 0 h 666"/>
              <a:gd name="T12" fmla="*/ 242 w 645"/>
              <a:gd name="T13" fmla="*/ 0 h 666"/>
              <a:gd name="T14" fmla="*/ 163 w 645"/>
              <a:gd name="T15" fmla="*/ 0 h 666"/>
              <a:gd name="T16" fmla="*/ 82 w 645"/>
              <a:gd name="T17" fmla="*/ 0 h 666"/>
              <a:gd name="T18" fmla="*/ 0 w 645"/>
              <a:gd name="T19" fmla="*/ 0 h 666"/>
              <a:gd name="T20" fmla="*/ 0 w 645"/>
              <a:gd name="T21" fmla="*/ 192 h 666"/>
              <a:gd name="T22" fmla="*/ 189 w 645"/>
              <a:gd name="T23" fmla="*/ 192 h 666"/>
              <a:gd name="T24" fmla="*/ 189 w 645"/>
              <a:gd name="T25" fmla="*/ 666 h 666"/>
              <a:gd name="T26" fmla="*/ 456 w 645"/>
              <a:gd name="T27" fmla="*/ 666 h 666"/>
              <a:gd name="T28" fmla="*/ 456 w 645"/>
              <a:gd name="T29" fmla="*/ 192 h 666"/>
              <a:gd name="T30" fmla="*/ 645 w 645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5" h="666">
                <a:moveTo>
                  <a:pt x="645" y="192"/>
                </a:moveTo>
                <a:lnTo>
                  <a:pt x="645" y="0"/>
                </a:lnTo>
                <a:lnTo>
                  <a:pt x="564" y="0"/>
                </a:lnTo>
                <a:lnTo>
                  <a:pt x="484" y="0"/>
                </a:lnTo>
                <a:lnTo>
                  <a:pt x="403" y="0"/>
                </a:lnTo>
                <a:lnTo>
                  <a:pt x="323" y="0"/>
                </a:lnTo>
                <a:lnTo>
                  <a:pt x="242" y="0"/>
                </a:lnTo>
                <a:lnTo>
                  <a:pt x="163" y="0"/>
                </a:lnTo>
                <a:lnTo>
                  <a:pt x="82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6" y="666"/>
                </a:lnTo>
                <a:lnTo>
                  <a:pt x="456" y="192"/>
                </a:lnTo>
                <a:lnTo>
                  <a:pt x="645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90" name="Freeform 102"/>
          <p:cNvSpPr>
            <a:spLocks/>
          </p:cNvSpPr>
          <p:nvPr userDrawn="1"/>
        </p:nvSpPr>
        <p:spPr bwMode="auto">
          <a:xfrm>
            <a:off x="7088434" y="4883358"/>
            <a:ext cx="145079" cy="123400"/>
          </a:xfrm>
          <a:custGeom>
            <a:avLst/>
            <a:gdLst>
              <a:gd name="T0" fmla="*/ 397 w 791"/>
              <a:gd name="T1" fmla="*/ 268 h 666"/>
              <a:gd name="T2" fmla="*/ 261 w 791"/>
              <a:gd name="T3" fmla="*/ 666 h 666"/>
              <a:gd name="T4" fmla="*/ 0 w 791"/>
              <a:gd name="T5" fmla="*/ 666 h 666"/>
              <a:gd name="T6" fmla="*/ 256 w 791"/>
              <a:gd name="T7" fmla="*/ 0 h 666"/>
              <a:gd name="T8" fmla="*/ 291 w 791"/>
              <a:gd name="T9" fmla="*/ 0 h 666"/>
              <a:gd name="T10" fmla="*/ 326 w 791"/>
              <a:gd name="T11" fmla="*/ 0 h 666"/>
              <a:gd name="T12" fmla="*/ 361 w 791"/>
              <a:gd name="T13" fmla="*/ 0 h 666"/>
              <a:gd name="T14" fmla="*/ 397 w 791"/>
              <a:gd name="T15" fmla="*/ 0 h 666"/>
              <a:gd name="T16" fmla="*/ 431 w 791"/>
              <a:gd name="T17" fmla="*/ 0 h 666"/>
              <a:gd name="T18" fmla="*/ 467 w 791"/>
              <a:gd name="T19" fmla="*/ 0 h 666"/>
              <a:gd name="T20" fmla="*/ 501 w 791"/>
              <a:gd name="T21" fmla="*/ 0 h 666"/>
              <a:gd name="T22" fmla="*/ 537 w 791"/>
              <a:gd name="T23" fmla="*/ 0 h 666"/>
              <a:gd name="T24" fmla="*/ 791 w 791"/>
              <a:gd name="T25" fmla="*/ 666 h 666"/>
              <a:gd name="T26" fmla="*/ 532 w 791"/>
              <a:gd name="T27" fmla="*/ 666 h 666"/>
              <a:gd name="T28" fmla="*/ 397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7" y="268"/>
                </a:moveTo>
                <a:lnTo>
                  <a:pt x="261" y="666"/>
                </a:lnTo>
                <a:lnTo>
                  <a:pt x="0" y="666"/>
                </a:lnTo>
                <a:lnTo>
                  <a:pt x="256" y="0"/>
                </a:lnTo>
                <a:lnTo>
                  <a:pt x="291" y="0"/>
                </a:lnTo>
                <a:lnTo>
                  <a:pt x="326" y="0"/>
                </a:lnTo>
                <a:lnTo>
                  <a:pt x="361" y="0"/>
                </a:lnTo>
                <a:lnTo>
                  <a:pt x="397" y="0"/>
                </a:lnTo>
                <a:lnTo>
                  <a:pt x="431" y="0"/>
                </a:lnTo>
                <a:lnTo>
                  <a:pt x="467" y="0"/>
                </a:lnTo>
                <a:lnTo>
                  <a:pt x="501" y="0"/>
                </a:lnTo>
                <a:lnTo>
                  <a:pt x="537" y="0"/>
                </a:lnTo>
                <a:lnTo>
                  <a:pt x="791" y="666"/>
                </a:lnTo>
                <a:lnTo>
                  <a:pt x="532" y="666"/>
                </a:lnTo>
                <a:lnTo>
                  <a:pt x="397" y="268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91" name="Freeform 103"/>
          <p:cNvSpPr>
            <a:spLocks/>
          </p:cNvSpPr>
          <p:nvPr userDrawn="1"/>
        </p:nvSpPr>
        <p:spPr bwMode="auto">
          <a:xfrm>
            <a:off x="6981710" y="4883358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4 w 643"/>
              <a:gd name="T5" fmla="*/ 0 h 666"/>
              <a:gd name="T6" fmla="*/ 483 w 643"/>
              <a:gd name="T7" fmla="*/ 0 h 666"/>
              <a:gd name="T8" fmla="*/ 403 w 643"/>
              <a:gd name="T9" fmla="*/ 0 h 666"/>
              <a:gd name="T10" fmla="*/ 322 w 643"/>
              <a:gd name="T11" fmla="*/ 0 h 666"/>
              <a:gd name="T12" fmla="*/ 242 w 643"/>
              <a:gd name="T13" fmla="*/ 0 h 666"/>
              <a:gd name="T14" fmla="*/ 161 w 643"/>
              <a:gd name="T15" fmla="*/ 0 h 666"/>
              <a:gd name="T16" fmla="*/ 80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9 w 643"/>
              <a:gd name="T23" fmla="*/ 192 h 666"/>
              <a:gd name="T24" fmla="*/ 189 w 643"/>
              <a:gd name="T25" fmla="*/ 666 h 666"/>
              <a:gd name="T26" fmla="*/ 454 w 643"/>
              <a:gd name="T27" fmla="*/ 666 h 666"/>
              <a:gd name="T28" fmla="*/ 454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4" y="0"/>
                </a:lnTo>
                <a:lnTo>
                  <a:pt x="483" y="0"/>
                </a:lnTo>
                <a:lnTo>
                  <a:pt x="403" y="0"/>
                </a:lnTo>
                <a:lnTo>
                  <a:pt x="322" y="0"/>
                </a:lnTo>
                <a:lnTo>
                  <a:pt x="242" y="0"/>
                </a:lnTo>
                <a:lnTo>
                  <a:pt x="161" y="0"/>
                </a:lnTo>
                <a:lnTo>
                  <a:pt x="80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4" y="666"/>
                </a:lnTo>
                <a:lnTo>
                  <a:pt x="454" y="192"/>
                </a:lnTo>
                <a:lnTo>
                  <a:pt x="643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92" name="Freeform 104"/>
          <p:cNvSpPr>
            <a:spLocks/>
          </p:cNvSpPr>
          <p:nvPr userDrawn="1"/>
        </p:nvSpPr>
        <p:spPr bwMode="auto">
          <a:xfrm>
            <a:off x="7810492" y="4883358"/>
            <a:ext cx="145079" cy="123400"/>
          </a:xfrm>
          <a:custGeom>
            <a:avLst/>
            <a:gdLst>
              <a:gd name="T0" fmla="*/ 394 w 791"/>
              <a:gd name="T1" fmla="*/ 268 h 666"/>
              <a:gd name="T2" fmla="*/ 259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90 w 791"/>
              <a:gd name="T9" fmla="*/ 0 h 666"/>
              <a:gd name="T10" fmla="*/ 324 w 791"/>
              <a:gd name="T11" fmla="*/ 0 h 666"/>
              <a:gd name="T12" fmla="*/ 360 w 791"/>
              <a:gd name="T13" fmla="*/ 0 h 666"/>
              <a:gd name="T14" fmla="*/ 394 w 791"/>
              <a:gd name="T15" fmla="*/ 0 h 666"/>
              <a:gd name="T16" fmla="*/ 430 w 791"/>
              <a:gd name="T17" fmla="*/ 0 h 666"/>
              <a:gd name="T18" fmla="*/ 464 w 791"/>
              <a:gd name="T19" fmla="*/ 0 h 666"/>
              <a:gd name="T20" fmla="*/ 500 w 791"/>
              <a:gd name="T21" fmla="*/ 0 h 666"/>
              <a:gd name="T22" fmla="*/ 535 w 791"/>
              <a:gd name="T23" fmla="*/ 0 h 666"/>
              <a:gd name="T24" fmla="*/ 791 w 791"/>
              <a:gd name="T25" fmla="*/ 666 h 666"/>
              <a:gd name="T26" fmla="*/ 530 w 791"/>
              <a:gd name="T27" fmla="*/ 666 h 666"/>
              <a:gd name="T28" fmla="*/ 394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4" y="268"/>
                </a:moveTo>
                <a:lnTo>
                  <a:pt x="259" y="666"/>
                </a:lnTo>
                <a:lnTo>
                  <a:pt x="0" y="666"/>
                </a:lnTo>
                <a:lnTo>
                  <a:pt x="254" y="0"/>
                </a:lnTo>
                <a:lnTo>
                  <a:pt x="290" y="0"/>
                </a:lnTo>
                <a:lnTo>
                  <a:pt x="324" y="0"/>
                </a:lnTo>
                <a:lnTo>
                  <a:pt x="360" y="0"/>
                </a:lnTo>
                <a:lnTo>
                  <a:pt x="394" y="0"/>
                </a:lnTo>
                <a:lnTo>
                  <a:pt x="430" y="0"/>
                </a:lnTo>
                <a:lnTo>
                  <a:pt x="464" y="0"/>
                </a:lnTo>
                <a:lnTo>
                  <a:pt x="500" y="0"/>
                </a:lnTo>
                <a:lnTo>
                  <a:pt x="535" y="0"/>
                </a:lnTo>
                <a:lnTo>
                  <a:pt x="791" y="666"/>
                </a:lnTo>
                <a:lnTo>
                  <a:pt x="530" y="666"/>
                </a:lnTo>
                <a:lnTo>
                  <a:pt x="394" y="268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93" name="Freeform 105"/>
          <p:cNvSpPr>
            <a:spLocks/>
          </p:cNvSpPr>
          <p:nvPr userDrawn="1"/>
        </p:nvSpPr>
        <p:spPr bwMode="auto">
          <a:xfrm>
            <a:off x="7702101" y="4883358"/>
            <a:ext cx="118398" cy="123400"/>
          </a:xfrm>
          <a:custGeom>
            <a:avLst/>
            <a:gdLst>
              <a:gd name="T0" fmla="*/ 644 w 644"/>
              <a:gd name="T1" fmla="*/ 192 h 666"/>
              <a:gd name="T2" fmla="*/ 644 w 644"/>
              <a:gd name="T3" fmla="*/ 0 h 666"/>
              <a:gd name="T4" fmla="*/ 563 w 644"/>
              <a:gd name="T5" fmla="*/ 0 h 666"/>
              <a:gd name="T6" fmla="*/ 484 w 644"/>
              <a:gd name="T7" fmla="*/ 0 h 666"/>
              <a:gd name="T8" fmla="*/ 403 w 644"/>
              <a:gd name="T9" fmla="*/ 0 h 666"/>
              <a:gd name="T10" fmla="*/ 323 w 644"/>
              <a:gd name="T11" fmla="*/ 0 h 666"/>
              <a:gd name="T12" fmla="*/ 242 w 644"/>
              <a:gd name="T13" fmla="*/ 0 h 666"/>
              <a:gd name="T14" fmla="*/ 161 w 644"/>
              <a:gd name="T15" fmla="*/ 0 h 666"/>
              <a:gd name="T16" fmla="*/ 81 w 644"/>
              <a:gd name="T17" fmla="*/ 0 h 666"/>
              <a:gd name="T18" fmla="*/ 0 w 644"/>
              <a:gd name="T19" fmla="*/ 0 h 666"/>
              <a:gd name="T20" fmla="*/ 0 w 644"/>
              <a:gd name="T21" fmla="*/ 192 h 666"/>
              <a:gd name="T22" fmla="*/ 189 w 644"/>
              <a:gd name="T23" fmla="*/ 192 h 666"/>
              <a:gd name="T24" fmla="*/ 189 w 644"/>
              <a:gd name="T25" fmla="*/ 666 h 666"/>
              <a:gd name="T26" fmla="*/ 456 w 644"/>
              <a:gd name="T27" fmla="*/ 666 h 666"/>
              <a:gd name="T28" fmla="*/ 456 w 644"/>
              <a:gd name="T29" fmla="*/ 192 h 666"/>
              <a:gd name="T30" fmla="*/ 644 w 644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4" h="666">
                <a:moveTo>
                  <a:pt x="644" y="192"/>
                </a:moveTo>
                <a:lnTo>
                  <a:pt x="644" y="0"/>
                </a:lnTo>
                <a:lnTo>
                  <a:pt x="563" y="0"/>
                </a:lnTo>
                <a:lnTo>
                  <a:pt x="484" y="0"/>
                </a:lnTo>
                <a:lnTo>
                  <a:pt x="403" y="0"/>
                </a:lnTo>
                <a:lnTo>
                  <a:pt x="323" y="0"/>
                </a:lnTo>
                <a:lnTo>
                  <a:pt x="242" y="0"/>
                </a:lnTo>
                <a:lnTo>
                  <a:pt x="161" y="0"/>
                </a:lnTo>
                <a:lnTo>
                  <a:pt x="81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6" y="666"/>
                </a:lnTo>
                <a:lnTo>
                  <a:pt x="456" y="192"/>
                </a:lnTo>
                <a:lnTo>
                  <a:pt x="644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94" name="Freeform 106"/>
          <p:cNvSpPr>
            <a:spLocks/>
          </p:cNvSpPr>
          <p:nvPr userDrawn="1"/>
        </p:nvSpPr>
        <p:spPr bwMode="auto">
          <a:xfrm>
            <a:off x="7568695" y="4883358"/>
            <a:ext cx="145079" cy="123400"/>
          </a:xfrm>
          <a:custGeom>
            <a:avLst/>
            <a:gdLst>
              <a:gd name="T0" fmla="*/ 396 w 791"/>
              <a:gd name="T1" fmla="*/ 268 h 666"/>
              <a:gd name="T2" fmla="*/ 261 w 791"/>
              <a:gd name="T3" fmla="*/ 666 h 666"/>
              <a:gd name="T4" fmla="*/ 0 w 791"/>
              <a:gd name="T5" fmla="*/ 666 h 666"/>
              <a:gd name="T6" fmla="*/ 256 w 791"/>
              <a:gd name="T7" fmla="*/ 0 h 666"/>
              <a:gd name="T8" fmla="*/ 290 w 791"/>
              <a:gd name="T9" fmla="*/ 0 h 666"/>
              <a:gd name="T10" fmla="*/ 326 w 791"/>
              <a:gd name="T11" fmla="*/ 0 h 666"/>
              <a:gd name="T12" fmla="*/ 360 w 791"/>
              <a:gd name="T13" fmla="*/ 0 h 666"/>
              <a:gd name="T14" fmla="*/ 396 w 791"/>
              <a:gd name="T15" fmla="*/ 0 h 666"/>
              <a:gd name="T16" fmla="*/ 431 w 791"/>
              <a:gd name="T17" fmla="*/ 0 h 666"/>
              <a:gd name="T18" fmla="*/ 466 w 791"/>
              <a:gd name="T19" fmla="*/ 0 h 666"/>
              <a:gd name="T20" fmla="*/ 501 w 791"/>
              <a:gd name="T21" fmla="*/ 0 h 666"/>
              <a:gd name="T22" fmla="*/ 537 w 791"/>
              <a:gd name="T23" fmla="*/ 0 h 666"/>
              <a:gd name="T24" fmla="*/ 791 w 791"/>
              <a:gd name="T25" fmla="*/ 666 h 666"/>
              <a:gd name="T26" fmla="*/ 532 w 791"/>
              <a:gd name="T27" fmla="*/ 666 h 666"/>
              <a:gd name="T28" fmla="*/ 396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6" y="268"/>
                </a:moveTo>
                <a:lnTo>
                  <a:pt x="261" y="666"/>
                </a:lnTo>
                <a:lnTo>
                  <a:pt x="0" y="666"/>
                </a:lnTo>
                <a:lnTo>
                  <a:pt x="256" y="0"/>
                </a:lnTo>
                <a:lnTo>
                  <a:pt x="290" y="0"/>
                </a:lnTo>
                <a:lnTo>
                  <a:pt x="326" y="0"/>
                </a:lnTo>
                <a:lnTo>
                  <a:pt x="360" y="0"/>
                </a:lnTo>
                <a:lnTo>
                  <a:pt x="396" y="0"/>
                </a:lnTo>
                <a:lnTo>
                  <a:pt x="431" y="0"/>
                </a:lnTo>
                <a:lnTo>
                  <a:pt x="466" y="0"/>
                </a:lnTo>
                <a:lnTo>
                  <a:pt x="501" y="0"/>
                </a:lnTo>
                <a:lnTo>
                  <a:pt x="537" y="0"/>
                </a:lnTo>
                <a:lnTo>
                  <a:pt x="791" y="666"/>
                </a:lnTo>
                <a:lnTo>
                  <a:pt x="532" y="666"/>
                </a:lnTo>
                <a:lnTo>
                  <a:pt x="396" y="268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95" name="Freeform 107"/>
          <p:cNvSpPr>
            <a:spLocks/>
          </p:cNvSpPr>
          <p:nvPr userDrawn="1"/>
        </p:nvSpPr>
        <p:spPr bwMode="auto">
          <a:xfrm>
            <a:off x="7461970" y="4883358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3 w 643"/>
              <a:gd name="T5" fmla="*/ 0 h 666"/>
              <a:gd name="T6" fmla="*/ 482 w 643"/>
              <a:gd name="T7" fmla="*/ 0 h 666"/>
              <a:gd name="T8" fmla="*/ 403 w 643"/>
              <a:gd name="T9" fmla="*/ 0 h 666"/>
              <a:gd name="T10" fmla="*/ 321 w 643"/>
              <a:gd name="T11" fmla="*/ 0 h 666"/>
              <a:gd name="T12" fmla="*/ 240 w 643"/>
              <a:gd name="T13" fmla="*/ 0 h 666"/>
              <a:gd name="T14" fmla="*/ 161 w 643"/>
              <a:gd name="T15" fmla="*/ 0 h 666"/>
              <a:gd name="T16" fmla="*/ 80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9 w 643"/>
              <a:gd name="T23" fmla="*/ 192 h 666"/>
              <a:gd name="T24" fmla="*/ 189 w 643"/>
              <a:gd name="T25" fmla="*/ 666 h 666"/>
              <a:gd name="T26" fmla="*/ 454 w 643"/>
              <a:gd name="T27" fmla="*/ 666 h 666"/>
              <a:gd name="T28" fmla="*/ 454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3" y="0"/>
                </a:lnTo>
                <a:lnTo>
                  <a:pt x="482" y="0"/>
                </a:lnTo>
                <a:lnTo>
                  <a:pt x="403" y="0"/>
                </a:lnTo>
                <a:lnTo>
                  <a:pt x="321" y="0"/>
                </a:lnTo>
                <a:lnTo>
                  <a:pt x="240" y="0"/>
                </a:lnTo>
                <a:lnTo>
                  <a:pt x="161" y="0"/>
                </a:lnTo>
                <a:lnTo>
                  <a:pt x="80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4" y="666"/>
                </a:lnTo>
                <a:lnTo>
                  <a:pt x="454" y="192"/>
                </a:lnTo>
                <a:lnTo>
                  <a:pt x="643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96" name="Freeform 108"/>
          <p:cNvSpPr>
            <a:spLocks/>
          </p:cNvSpPr>
          <p:nvPr userDrawn="1"/>
        </p:nvSpPr>
        <p:spPr bwMode="auto">
          <a:xfrm>
            <a:off x="8290753" y="4883358"/>
            <a:ext cx="145079" cy="123400"/>
          </a:xfrm>
          <a:custGeom>
            <a:avLst/>
            <a:gdLst>
              <a:gd name="T0" fmla="*/ 395 w 791"/>
              <a:gd name="T1" fmla="*/ 268 h 666"/>
              <a:gd name="T2" fmla="*/ 259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90 w 791"/>
              <a:gd name="T9" fmla="*/ 0 h 666"/>
              <a:gd name="T10" fmla="*/ 325 w 791"/>
              <a:gd name="T11" fmla="*/ 0 h 666"/>
              <a:gd name="T12" fmla="*/ 361 w 791"/>
              <a:gd name="T13" fmla="*/ 0 h 666"/>
              <a:gd name="T14" fmla="*/ 395 w 791"/>
              <a:gd name="T15" fmla="*/ 0 h 666"/>
              <a:gd name="T16" fmla="*/ 431 w 791"/>
              <a:gd name="T17" fmla="*/ 0 h 666"/>
              <a:gd name="T18" fmla="*/ 465 w 791"/>
              <a:gd name="T19" fmla="*/ 0 h 666"/>
              <a:gd name="T20" fmla="*/ 501 w 791"/>
              <a:gd name="T21" fmla="*/ 0 h 666"/>
              <a:gd name="T22" fmla="*/ 535 w 791"/>
              <a:gd name="T23" fmla="*/ 0 h 666"/>
              <a:gd name="T24" fmla="*/ 791 w 791"/>
              <a:gd name="T25" fmla="*/ 666 h 666"/>
              <a:gd name="T26" fmla="*/ 531 w 791"/>
              <a:gd name="T27" fmla="*/ 666 h 666"/>
              <a:gd name="T28" fmla="*/ 395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5" y="268"/>
                </a:moveTo>
                <a:lnTo>
                  <a:pt x="259" y="666"/>
                </a:lnTo>
                <a:lnTo>
                  <a:pt x="0" y="666"/>
                </a:lnTo>
                <a:lnTo>
                  <a:pt x="254" y="0"/>
                </a:lnTo>
                <a:lnTo>
                  <a:pt x="290" y="0"/>
                </a:lnTo>
                <a:lnTo>
                  <a:pt x="325" y="0"/>
                </a:lnTo>
                <a:lnTo>
                  <a:pt x="361" y="0"/>
                </a:lnTo>
                <a:lnTo>
                  <a:pt x="395" y="0"/>
                </a:lnTo>
                <a:lnTo>
                  <a:pt x="431" y="0"/>
                </a:lnTo>
                <a:lnTo>
                  <a:pt x="465" y="0"/>
                </a:lnTo>
                <a:lnTo>
                  <a:pt x="501" y="0"/>
                </a:lnTo>
                <a:lnTo>
                  <a:pt x="535" y="0"/>
                </a:lnTo>
                <a:lnTo>
                  <a:pt x="791" y="666"/>
                </a:lnTo>
                <a:lnTo>
                  <a:pt x="531" y="666"/>
                </a:lnTo>
                <a:lnTo>
                  <a:pt x="395" y="268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97" name="Freeform 109"/>
          <p:cNvSpPr>
            <a:spLocks/>
          </p:cNvSpPr>
          <p:nvPr userDrawn="1"/>
        </p:nvSpPr>
        <p:spPr bwMode="auto">
          <a:xfrm>
            <a:off x="8184028" y="4883358"/>
            <a:ext cx="118398" cy="123400"/>
          </a:xfrm>
          <a:custGeom>
            <a:avLst/>
            <a:gdLst>
              <a:gd name="T0" fmla="*/ 644 w 644"/>
              <a:gd name="T1" fmla="*/ 192 h 666"/>
              <a:gd name="T2" fmla="*/ 644 w 644"/>
              <a:gd name="T3" fmla="*/ 0 h 666"/>
              <a:gd name="T4" fmla="*/ 563 w 644"/>
              <a:gd name="T5" fmla="*/ 0 h 666"/>
              <a:gd name="T6" fmla="*/ 483 w 644"/>
              <a:gd name="T7" fmla="*/ 0 h 666"/>
              <a:gd name="T8" fmla="*/ 402 w 644"/>
              <a:gd name="T9" fmla="*/ 0 h 666"/>
              <a:gd name="T10" fmla="*/ 321 w 644"/>
              <a:gd name="T11" fmla="*/ 0 h 666"/>
              <a:gd name="T12" fmla="*/ 242 w 644"/>
              <a:gd name="T13" fmla="*/ 0 h 666"/>
              <a:gd name="T14" fmla="*/ 160 w 644"/>
              <a:gd name="T15" fmla="*/ 0 h 666"/>
              <a:gd name="T16" fmla="*/ 81 w 644"/>
              <a:gd name="T17" fmla="*/ 0 h 666"/>
              <a:gd name="T18" fmla="*/ 0 w 644"/>
              <a:gd name="T19" fmla="*/ 0 h 666"/>
              <a:gd name="T20" fmla="*/ 0 w 644"/>
              <a:gd name="T21" fmla="*/ 192 h 666"/>
              <a:gd name="T22" fmla="*/ 188 w 644"/>
              <a:gd name="T23" fmla="*/ 192 h 666"/>
              <a:gd name="T24" fmla="*/ 188 w 644"/>
              <a:gd name="T25" fmla="*/ 666 h 666"/>
              <a:gd name="T26" fmla="*/ 455 w 644"/>
              <a:gd name="T27" fmla="*/ 666 h 666"/>
              <a:gd name="T28" fmla="*/ 455 w 644"/>
              <a:gd name="T29" fmla="*/ 192 h 666"/>
              <a:gd name="T30" fmla="*/ 644 w 644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4" h="666">
                <a:moveTo>
                  <a:pt x="644" y="192"/>
                </a:moveTo>
                <a:lnTo>
                  <a:pt x="644" y="0"/>
                </a:lnTo>
                <a:lnTo>
                  <a:pt x="563" y="0"/>
                </a:lnTo>
                <a:lnTo>
                  <a:pt x="483" y="0"/>
                </a:lnTo>
                <a:lnTo>
                  <a:pt x="402" y="0"/>
                </a:lnTo>
                <a:lnTo>
                  <a:pt x="321" y="0"/>
                </a:lnTo>
                <a:lnTo>
                  <a:pt x="242" y="0"/>
                </a:lnTo>
                <a:lnTo>
                  <a:pt x="160" y="0"/>
                </a:lnTo>
                <a:lnTo>
                  <a:pt x="81" y="0"/>
                </a:lnTo>
                <a:lnTo>
                  <a:pt x="0" y="0"/>
                </a:lnTo>
                <a:lnTo>
                  <a:pt x="0" y="192"/>
                </a:lnTo>
                <a:lnTo>
                  <a:pt x="188" y="192"/>
                </a:lnTo>
                <a:lnTo>
                  <a:pt x="188" y="666"/>
                </a:lnTo>
                <a:lnTo>
                  <a:pt x="455" y="666"/>
                </a:lnTo>
                <a:lnTo>
                  <a:pt x="455" y="192"/>
                </a:lnTo>
                <a:lnTo>
                  <a:pt x="644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98" name="Freeform 110"/>
          <p:cNvSpPr>
            <a:spLocks/>
          </p:cNvSpPr>
          <p:nvPr userDrawn="1"/>
        </p:nvSpPr>
        <p:spPr bwMode="auto">
          <a:xfrm>
            <a:off x="8050622" y="4883358"/>
            <a:ext cx="145079" cy="123400"/>
          </a:xfrm>
          <a:custGeom>
            <a:avLst/>
            <a:gdLst>
              <a:gd name="T0" fmla="*/ 396 w 791"/>
              <a:gd name="T1" fmla="*/ 268 h 666"/>
              <a:gd name="T2" fmla="*/ 260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90 w 791"/>
              <a:gd name="T9" fmla="*/ 0 h 666"/>
              <a:gd name="T10" fmla="*/ 326 w 791"/>
              <a:gd name="T11" fmla="*/ 0 h 666"/>
              <a:gd name="T12" fmla="*/ 360 w 791"/>
              <a:gd name="T13" fmla="*/ 0 h 666"/>
              <a:gd name="T14" fmla="*/ 396 w 791"/>
              <a:gd name="T15" fmla="*/ 0 h 666"/>
              <a:gd name="T16" fmla="*/ 430 w 791"/>
              <a:gd name="T17" fmla="*/ 0 h 666"/>
              <a:gd name="T18" fmla="*/ 466 w 791"/>
              <a:gd name="T19" fmla="*/ 0 h 666"/>
              <a:gd name="T20" fmla="*/ 500 w 791"/>
              <a:gd name="T21" fmla="*/ 0 h 666"/>
              <a:gd name="T22" fmla="*/ 536 w 791"/>
              <a:gd name="T23" fmla="*/ 0 h 666"/>
              <a:gd name="T24" fmla="*/ 791 w 791"/>
              <a:gd name="T25" fmla="*/ 666 h 666"/>
              <a:gd name="T26" fmla="*/ 532 w 791"/>
              <a:gd name="T27" fmla="*/ 666 h 666"/>
              <a:gd name="T28" fmla="*/ 396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6" y="268"/>
                </a:moveTo>
                <a:lnTo>
                  <a:pt x="260" y="666"/>
                </a:lnTo>
                <a:lnTo>
                  <a:pt x="0" y="666"/>
                </a:lnTo>
                <a:lnTo>
                  <a:pt x="254" y="0"/>
                </a:lnTo>
                <a:lnTo>
                  <a:pt x="290" y="0"/>
                </a:lnTo>
                <a:lnTo>
                  <a:pt x="326" y="0"/>
                </a:lnTo>
                <a:lnTo>
                  <a:pt x="360" y="0"/>
                </a:lnTo>
                <a:lnTo>
                  <a:pt x="396" y="0"/>
                </a:lnTo>
                <a:lnTo>
                  <a:pt x="430" y="0"/>
                </a:lnTo>
                <a:lnTo>
                  <a:pt x="466" y="0"/>
                </a:lnTo>
                <a:lnTo>
                  <a:pt x="500" y="0"/>
                </a:lnTo>
                <a:lnTo>
                  <a:pt x="536" y="0"/>
                </a:lnTo>
                <a:lnTo>
                  <a:pt x="791" y="666"/>
                </a:lnTo>
                <a:lnTo>
                  <a:pt x="532" y="666"/>
                </a:lnTo>
                <a:lnTo>
                  <a:pt x="396" y="268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99" name="Freeform 111"/>
          <p:cNvSpPr>
            <a:spLocks/>
          </p:cNvSpPr>
          <p:nvPr userDrawn="1"/>
        </p:nvSpPr>
        <p:spPr bwMode="auto">
          <a:xfrm>
            <a:off x="7943898" y="4883358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3 w 643"/>
              <a:gd name="T5" fmla="*/ 0 h 666"/>
              <a:gd name="T6" fmla="*/ 482 w 643"/>
              <a:gd name="T7" fmla="*/ 0 h 666"/>
              <a:gd name="T8" fmla="*/ 401 w 643"/>
              <a:gd name="T9" fmla="*/ 0 h 666"/>
              <a:gd name="T10" fmla="*/ 321 w 643"/>
              <a:gd name="T11" fmla="*/ 0 h 666"/>
              <a:gd name="T12" fmla="*/ 240 w 643"/>
              <a:gd name="T13" fmla="*/ 0 h 666"/>
              <a:gd name="T14" fmla="*/ 160 w 643"/>
              <a:gd name="T15" fmla="*/ 0 h 666"/>
              <a:gd name="T16" fmla="*/ 79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8 w 643"/>
              <a:gd name="T23" fmla="*/ 192 h 666"/>
              <a:gd name="T24" fmla="*/ 188 w 643"/>
              <a:gd name="T25" fmla="*/ 666 h 666"/>
              <a:gd name="T26" fmla="*/ 454 w 643"/>
              <a:gd name="T27" fmla="*/ 666 h 666"/>
              <a:gd name="T28" fmla="*/ 454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3" y="0"/>
                </a:lnTo>
                <a:lnTo>
                  <a:pt x="482" y="0"/>
                </a:lnTo>
                <a:lnTo>
                  <a:pt x="401" y="0"/>
                </a:lnTo>
                <a:lnTo>
                  <a:pt x="321" y="0"/>
                </a:lnTo>
                <a:lnTo>
                  <a:pt x="240" y="0"/>
                </a:lnTo>
                <a:lnTo>
                  <a:pt x="160" y="0"/>
                </a:lnTo>
                <a:lnTo>
                  <a:pt x="79" y="0"/>
                </a:lnTo>
                <a:lnTo>
                  <a:pt x="0" y="0"/>
                </a:lnTo>
                <a:lnTo>
                  <a:pt x="0" y="192"/>
                </a:lnTo>
                <a:lnTo>
                  <a:pt x="188" y="192"/>
                </a:lnTo>
                <a:lnTo>
                  <a:pt x="188" y="666"/>
                </a:lnTo>
                <a:lnTo>
                  <a:pt x="454" y="666"/>
                </a:lnTo>
                <a:lnTo>
                  <a:pt x="454" y="192"/>
                </a:lnTo>
                <a:lnTo>
                  <a:pt x="643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00" name="Freeform 112"/>
          <p:cNvSpPr>
            <a:spLocks/>
          </p:cNvSpPr>
          <p:nvPr userDrawn="1"/>
        </p:nvSpPr>
        <p:spPr bwMode="auto">
          <a:xfrm>
            <a:off x="8771013" y="4883358"/>
            <a:ext cx="146746" cy="123400"/>
          </a:xfrm>
          <a:custGeom>
            <a:avLst/>
            <a:gdLst>
              <a:gd name="T0" fmla="*/ 394 w 791"/>
              <a:gd name="T1" fmla="*/ 268 h 666"/>
              <a:gd name="T2" fmla="*/ 259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88 w 791"/>
              <a:gd name="T9" fmla="*/ 0 h 666"/>
              <a:gd name="T10" fmla="*/ 324 w 791"/>
              <a:gd name="T11" fmla="*/ 0 h 666"/>
              <a:gd name="T12" fmla="*/ 360 w 791"/>
              <a:gd name="T13" fmla="*/ 0 h 666"/>
              <a:gd name="T14" fmla="*/ 394 w 791"/>
              <a:gd name="T15" fmla="*/ 0 h 666"/>
              <a:gd name="T16" fmla="*/ 430 w 791"/>
              <a:gd name="T17" fmla="*/ 0 h 666"/>
              <a:gd name="T18" fmla="*/ 465 w 791"/>
              <a:gd name="T19" fmla="*/ 0 h 666"/>
              <a:gd name="T20" fmla="*/ 501 w 791"/>
              <a:gd name="T21" fmla="*/ 0 h 666"/>
              <a:gd name="T22" fmla="*/ 535 w 791"/>
              <a:gd name="T23" fmla="*/ 0 h 666"/>
              <a:gd name="T24" fmla="*/ 791 w 791"/>
              <a:gd name="T25" fmla="*/ 666 h 666"/>
              <a:gd name="T26" fmla="*/ 530 w 791"/>
              <a:gd name="T27" fmla="*/ 666 h 666"/>
              <a:gd name="T28" fmla="*/ 394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4" y="268"/>
                </a:moveTo>
                <a:lnTo>
                  <a:pt x="259" y="666"/>
                </a:lnTo>
                <a:lnTo>
                  <a:pt x="0" y="666"/>
                </a:lnTo>
                <a:lnTo>
                  <a:pt x="254" y="0"/>
                </a:lnTo>
                <a:lnTo>
                  <a:pt x="288" y="0"/>
                </a:lnTo>
                <a:lnTo>
                  <a:pt x="324" y="0"/>
                </a:lnTo>
                <a:lnTo>
                  <a:pt x="360" y="0"/>
                </a:lnTo>
                <a:lnTo>
                  <a:pt x="394" y="0"/>
                </a:lnTo>
                <a:lnTo>
                  <a:pt x="430" y="0"/>
                </a:lnTo>
                <a:lnTo>
                  <a:pt x="465" y="0"/>
                </a:lnTo>
                <a:lnTo>
                  <a:pt x="501" y="0"/>
                </a:lnTo>
                <a:lnTo>
                  <a:pt x="535" y="0"/>
                </a:lnTo>
                <a:lnTo>
                  <a:pt x="791" y="666"/>
                </a:lnTo>
                <a:lnTo>
                  <a:pt x="530" y="666"/>
                </a:lnTo>
                <a:lnTo>
                  <a:pt x="394" y="268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01" name="Freeform 113"/>
          <p:cNvSpPr>
            <a:spLocks/>
          </p:cNvSpPr>
          <p:nvPr userDrawn="1"/>
        </p:nvSpPr>
        <p:spPr bwMode="auto">
          <a:xfrm>
            <a:off x="8664289" y="4883358"/>
            <a:ext cx="120065" cy="123400"/>
          </a:xfrm>
          <a:custGeom>
            <a:avLst/>
            <a:gdLst>
              <a:gd name="T0" fmla="*/ 645 w 645"/>
              <a:gd name="T1" fmla="*/ 192 h 666"/>
              <a:gd name="T2" fmla="*/ 645 w 645"/>
              <a:gd name="T3" fmla="*/ 0 h 666"/>
              <a:gd name="T4" fmla="*/ 564 w 645"/>
              <a:gd name="T5" fmla="*/ 0 h 666"/>
              <a:gd name="T6" fmla="*/ 482 w 645"/>
              <a:gd name="T7" fmla="*/ 0 h 666"/>
              <a:gd name="T8" fmla="*/ 403 w 645"/>
              <a:gd name="T9" fmla="*/ 0 h 666"/>
              <a:gd name="T10" fmla="*/ 322 w 645"/>
              <a:gd name="T11" fmla="*/ 0 h 666"/>
              <a:gd name="T12" fmla="*/ 242 w 645"/>
              <a:gd name="T13" fmla="*/ 0 h 666"/>
              <a:gd name="T14" fmla="*/ 161 w 645"/>
              <a:gd name="T15" fmla="*/ 0 h 666"/>
              <a:gd name="T16" fmla="*/ 81 w 645"/>
              <a:gd name="T17" fmla="*/ 0 h 666"/>
              <a:gd name="T18" fmla="*/ 0 w 645"/>
              <a:gd name="T19" fmla="*/ 0 h 666"/>
              <a:gd name="T20" fmla="*/ 0 w 645"/>
              <a:gd name="T21" fmla="*/ 192 h 666"/>
              <a:gd name="T22" fmla="*/ 189 w 645"/>
              <a:gd name="T23" fmla="*/ 192 h 666"/>
              <a:gd name="T24" fmla="*/ 189 w 645"/>
              <a:gd name="T25" fmla="*/ 666 h 666"/>
              <a:gd name="T26" fmla="*/ 456 w 645"/>
              <a:gd name="T27" fmla="*/ 666 h 666"/>
              <a:gd name="T28" fmla="*/ 456 w 645"/>
              <a:gd name="T29" fmla="*/ 192 h 666"/>
              <a:gd name="T30" fmla="*/ 645 w 645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5" h="666">
                <a:moveTo>
                  <a:pt x="645" y="192"/>
                </a:moveTo>
                <a:lnTo>
                  <a:pt x="645" y="0"/>
                </a:lnTo>
                <a:lnTo>
                  <a:pt x="564" y="0"/>
                </a:lnTo>
                <a:lnTo>
                  <a:pt x="482" y="0"/>
                </a:lnTo>
                <a:lnTo>
                  <a:pt x="403" y="0"/>
                </a:lnTo>
                <a:lnTo>
                  <a:pt x="322" y="0"/>
                </a:lnTo>
                <a:lnTo>
                  <a:pt x="242" y="0"/>
                </a:lnTo>
                <a:lnTo>
                  <a:pt x="161" y="0"/>
                </a:lnTo>
                <a:lnTo>
                  <a:pt x="81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6" y="666"/>
                </a:lnTo>
                <a:lnTo>
                  <a:pt x="456" y="192"/>
                </a:lnTo>
                <a:lnTo>
                  <a:pt x="645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02" name="Freeform 114"/>
          <p:cNvSpPr>
            <a:spLocks/>
          </p:cNvSpPr>
          <p:nvPr userDrawn="1"/>
        </p:nvSpPr>
        <p:spPr bwMode="auto">
          <a:xfrm>
            <a:off x="8530883" y="4883358"/>
            <a:ext cx="145079" cy="123400"/>
          </a:xfrm>
          <a:custGeom>
            <a:avLst/>
            <a:gdLst>
              <a:gd name="T0" fmla="*/ 396 w 791"/>
              <a:gd name="T1" fmla="*/ 268 h 666"/>
              <a:gd name="T2" fmla="*/ 261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90 w 791"/>
              <a:gd name="T9" fmla="*/ 0 h 666"/>
              <a:gd name="T10" fmla="*/ 325 w 791"/>
              <a:gd name="T11" fmla="*/ 0 h 666"/>
              <a:gd name="T12" fmla="*/ 361 w 791"/>
              <a:gd name="T13" fmla="*/ 0 h 666"/>
              <a:gd name="T14" fmla="*/ 396 w 791"/>
              <a:gd name="T15" fmla="*/ 0 h 666"/>
              <a:gd name="T16" fmla="*/ 431 w 791"/>
              <a:gd name="T17" fmla="*/ 0 h 666"/>
              <a:gd name="T18" fmla="*/ 467 w 791"/>
              <a:gd name="T19" fmla="*/ 0 h 666"/>
              <a:gd name="T20" fmla="*/ 501 w 791"/>
              <a:gd name="T21" fmla="*/ 0 h 666"/>
              <a:gd name="T22" fmla="*/ 537 w 791"/>
              <a:gd name="T23" fmla="*/ 0 h 666"/>
              <a:gd name="T24" fmla="*/ 791 w 791"/>
              <a:gd name="T25" fmla="*/ 666 h 666"/>
              <a:gd name="T26" fmla="*/ 531 w 791"/>
              <a:gd name="T27" fmla="*/ 666 h 666"/>
              <a:gd name="T28" fmla="*/ 396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6" y="268"/>
                </a:moveTo>
                <a:lnTo>
                  <a:pt x="261" y="666"/>
                </a:lnTo>
                <a:lnTo>
                  <a:pt x="0" y="666"/>
                </a:lnTo>
                <a:lnTo>
                  <a:pt x="254" y="0"/>
                </a:lnTo>
                <a:lnTo>
                  <a:pt x="290" y="0"/>
                </a:lnTo>
                <a:lnTo>
                  <a:pt x="325" y="0"/>
                </a:lnTo>
                <a:lnTo>
                  <a:pt x="361" y="0"/>
                </a:lnTo>
                <a:lnTo>
                  <a:pt x="396" y="0"/>
                </a:lnTo>
                <a:lnTo>
                  <a:pt x="431" y="0"/>
                </a:lnTo>
                <a:lnTo>
                  <a:pt x="467" y="0"/>
                </a:lnTo>
                <a:lnTo>
                  <a:pt x="501" y="0"/>
                </a:lnTo>
                <a:lnTo>
                  <a:pt x="537" y="0"/>
                </a:lnTo>
                <a:lnTo>
                  <a:pt x="791" y="666"/>
                </a:lnTo>
                <a:lnTo>
                  <a:pt x="531" y="666"/>
                </a:lnTo>
                <a:lnTo>
                  <a:pt x="396" y="268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03" name="Freeform 115"/>
          <p:cNvSpPr>
            <a:spLocks/>
          </p:cNvSpPr>
          <p:nvPr userDrawn="1"/>
        </p:nvSpPr>
        <p:spPr bwMode="auto">
          <a:xfrm>
            <a:off x="8424159" y="4883358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2 w 643"/>
              <a:gd name="T5" fmla="*/ 0 h 666"/>
              <a:gd name="T6" fmla="*/ 482 w 643"/>
              <a:gd name="T7" fmla="*/ 0 h 666"/>
              <a:gd name="T8" fmla="*/ 401 w 643"/>
              <a:gd name="T9" fmla="*/ 0 h 666"/>
              <a:gd name="T10" fmla="*/ 322 w 643"/>
              <a:gd name="T11" fmla="*/ 0 h 666"/>
              <a:gd name="T12" fmla="*/ 241 w 643"/>
              <a:gd name="T13" fmla="*/ 0 h 666"/>
              <a:gd name="T14" fmla="*/ 161 w 643"/>
              <a:gd name="T15" fmla="*/ 0 h 666"/>
              <a:gd name="T16" fmla="*/ 80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9 w 643"/>
              <a:gd name="T23" fmla="*/ 192 h 666"/>
              <a:gd name="T24" fmla="*/ 189 w 643"/>
              <a:gd name="T25" fmla="*/ 666 h 666"/>
              <a:gd name="T26" fmla="*/ 454 w 643"/>
              <a:gd name="T27" fmla="*/ 666 h 666"/>
              <a:gd name="T28" fmla="*/ 454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2" y="0"/>
                </a:lnTo>
                <a:lnTo>
                  <a:pt x="482" y="0"/>
                </a:lnTo>
                <a:lnTo>
                  <a:pt x="401" y="0"/>
                </a:lnTo>
                <a:lnTo>
                  <a:pt x="322" y="0"/>
                </a:lnTo>
                <a:lnTo>
                  <a:pt x="241" y="0"/>
                </a:lnTo>
                <a:lnTo>
                  <a:pt x="161" y="0"/>
                </a:lnTo>
                <a:lnTo>
                  <a:pt x="80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4" y="666"/>
                </a:lnTo>
                <a:lnTo>
                  <a:pt x="454" y="192"/>
                </a:lnTo>
                <a:lnTo>
                  <a:pt x="643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04" name="Freeform 116"/>
          <p:cNvSpPr>
            <a:spLocks/>
          </p:cNvSpPr>
          <p:nvPr userDrawn="1"/>
        </p:nvSpPr>
        <p:spPr bwMode="auto">
          <a:xfrm>
            <a:off x="9012812" y="4883358"/>
            <a:ext cx="145079" cy="123400"/>
          </a:xfrm>
          <a:custGeom>
            <a:avLst/>
            <a:gdLst>
              <a:gd name="T0" fmla="*/ 394 w 791"/>
              <a:gd name="T1" fmla="*/ 268 h 666"/>
              <a:gd name="T2" fmla="*/ 260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90 w 791"/>
              <a:gd name="T9" fmla="*/ 0 h 666"/>
              <a:gd name="T10" fmla="*/ 324 w 791"/>
              <a:gd name="T11" fmla="*/ 0 h 666"/>
              <a:gd name="T12" fmla="*/ 360 w 791"/>
              <a:gd name="T13" fmla="*/ 0 h 666"/>
              <a:gd name="T14" fmla="*/ 394 w 791"/>
              <a:gd name="T15" fmla="*/ 0 h 666"/>
              <a:gd name="T16" fmla="*/ 430 w 791"/>
              <a:gd name="T17" fmla="*/ 0 h 666"/>
              <a:gd name="T18" fmla="*/ 466 w 791"/>
              <a:gd name="T19" fmla="*/ 0 h 666"/>
              <a:gd name="T20" fmla="*/ 501 w 791"/>
              <a:gd name="T21" fmla="*/ 0 h 666"/>
              <a:gd name="T22" fmla="*/ 536 w 791"/>
              <a:gd name="T23" fmla="*/ 0 h 666"/>
              <a:gd name="T24" fmla="*/ 791 w 791"/>
              <a:gd name="T25" fmla="*/ 666 h 666"/>
              <a:gd name="T26" fmla="*/ 530 w 791"/>
              <a:gd name="T27" fmla="*/ 666 h 666"/>
              <a:gd name="T28" fmla="*/ 394 w 791"/>
              <a:gd name="T29" fmla="*/ 268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4" y="268"/>
                </a:moveTo>
                <a:lnTo>
                  <a:pt x="260" y="666"/>
                </a:lnTo>
                <a:lnTo>
                  <a:pt x="0" y="666"/>
                </a:lnTo>
                <a:lnTo>
                  <a:pt x="254" y="0"/>
                </a:lnTo>
                <a:lnTo>
                  <a:pt x="290" y="0"/>
                </a:lnTo>
                <a:lnTo>
                  <a:pt x="324" y="0"/>
                </a:lnTo>
                <a:lnTo>
                  <a:pt x="360" y="0"/>
                </a:lnTo>
                <a:lnTo>
                  <a:pt x="394" y="0"/>
                </a:lnTo>
                <a:lnTo>
                  <a:pt x="430" y="0"/>
                </a:lnTo>
                <a:lnTo>
                  <a:pt x="466" y="0"/>
                </a:lnTo>
                <a:lnTo>
                  <a:pt x="501" y="0"/>
                </a:lnTo>
                <a:lnTo>
                  <a:pt x="536" y="0"/>
                </a:lnTo>
                <a:lnTo>
                  <a:pt x="791" y="666"/>
                </a:lnTo>
                <a:lnTo>
                  <a:pt x="530" y="666"/>
                </a:lnTo>
                <a:lnTo>
                  <a:pt x="394" y="268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05" name="Freeform 117"/>
          <p:cNvSpPr>
            <a:spLocks/>
          </p:cNvSpPr>
          <p:nvPr userDrawn="1"/>
        </p:nvSpPr>
        <p:spPr bwMode="auto">
          <a:xfrm>
            <a:off x="8906087" y="4883358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2 w 643"/>
              <a:gd name="T5" fmla="*/ 0 h 666"/>
              <a:gd name="T6" fmla="*/ 482 w 643"/>
              <a:gd name="T7" fmla="*/ 0 h 666"/>
              <a:gd name="T8" fmla="*/ 401 w 643"/>
              <a:gd name="T9" fmla="*/ 0 h 666"/>
              <a:gd name="T10" fmla="*/ 321 w 643"/>
              <a:gd name="T11" fmla="*/ 0 h 666"/>
              <a:gd name="T12" fmla="*/ 240 w 643"/>
              <a:gd name="T13" fmla="*/ 0 h 666"/>
              <a:gd name="T14" fmla="*/ 161 w 643"/>
              <a:gd name="T15" fmla="*/ 0 h 666"/>
              <a:gd name="T16" fmla="*/ 79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9 w 643"/>
              <a:gd name="T23" fmla="*/ 192 h 666"/>
              <a:gd name="T24" fmla="*/ 189 w 643"/>
              <a:gd name="T25" fmla="*/ 666 h 666"/>
              <a:gd name="T26" fmla="*/ 454 w 643"/>
              <a:gd name="T27" fmla="*/ 666 h 666"/>
              <a:gd name="T28" fmla="*/ 454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2" y="0"/>
                </a:lnTo>
                <a:lnTo>
                  <a:pt x="482" y="0"/>
                </a:lnTo>
                <a:lnTo>
                  <a:pt x="401" y="0"/>
                </a:lnTo>
                <a:lnTo>
                  <a:pt x="321" y="0"/>
                </a:lnTo>
                <a:lnTo>
                  <a:pt x="240" y="0"/>
                </a:lnTo>
                <a:lnTo>
                  <a:pt x="161" y="0"/>
                </a:lnTo>
                <a:lnTo>
                  <a:pt x="79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4" y="666"/>
                </a:lnTo>
                <a:lnTo>
                  <a:pt x="454" y="192"/>
                </a:lnTo>
                <a:lnTo>
                  <a:pt x="643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06" name="Freeform 127"/>
          <p:cNvSpPr>
            <a:spLocks/>
          </p:cNvSpPr>
          <p:nvPr userDrawn="1"/>
        </p:nvSpPr>
        <p:spPr bwMode="auto">
          <a:xfrm>
            <a:off x="6006180" y="5020099"/>
            <a:ext cx="145079" cy="123400"/>
          </a:xfrm>
          <a:custGeom>
            <a:avLst/>
            <a:gdLst>
              <a:gd name="T0" fmla="*/ 395 w 791"/>
              <a:gd name="T1" fmla="*/ 267 h 666"/>
              <a:gd name="T2" fmla="*/ 259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90 w 791"/>
              <a:gd name="T9" fmla="*/ 0 h 666"/>
              <a:gd name="T10" fmla="*/ 324 w 791"/>
              <a:gd name="T11" fmla="*/ 0 h 666"/>
              <a:gd name="T12" fmla="*/ 360 w 791"/>
              <a:gd name="T13" fmla="*/ 0 h 666"/>
              <a:gd name="T14" fmla="*/ 395 w 791"/>
              <a:gd name="T15" fmla="*/ 0 h 666"/>
              <a:gd name="T16" fmla="*/ 431 w 791"/>
              <a:gd name="T17" fmla="*/ 0 h 666"/>
              <a:gd name="T18" fmla="*/ 465 w 791"/>
              <a:gd name="T19" fmla="*/ 0 h 666"/>
              <a:gd name="T20" fmla="*/ 501 w 791"/>
              <a:gd name="T21" fmla="*/ 0 h 666"/>
              <a:gd name="T22" fmla="*/ 535 w 791"/>
              <a:gd name="T23" fmla="*/ 0 h 666"/>
              <a:gd name="T24" fmla="*/ 791 w 791"/>
              <a:gd name="T25" fmla="*/ 666 h 666"/>
              <a:gd name="T26" fmla="*/ 530 w 791"/>
              <a:gd name="T27" fmla="*/ 666 h 666"/>
              <a:gd name="T28" fmla="*/ 395 w 791"/>
              <a:gd name="T29" fmla="*/ 267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5" y="267"/>
                </a:moveTo>
                <a:lnTo>
                  <a:pt x="259" y="666"/>
                </a:lnTo>
                <a:lnTo>
                  <a:pt x="0" y="666"/>
                </a:lnTo>
                <a:lnTo>
                  <a:pt x="254" y="0"/>
                </a:lnTo>
                <a:lnTo>
                  <a:pt x="290" y="0"/>
                </a:lnTo>
                <a:lnTo>
                  <a:pt x="324" y="0"/>
                </a:lnTo>
                <a:lnTo>
                  <a:pt x="360" y="0"/>
                </a:lnTo>
                <a:lnTo>
                  <a:pt x="395" y="0"/>
                </a:lnTo>
                <a:lnTo>
                  <a:pt x="431" y="0"/>
                </a:lnTo>
                <a:lnTo>
                  <a:pt x="465" y="0"/>
                </a:lnTo>
                <a:lnTo>
                  <a:pt x="501" y="0"/>
                </a:lnTo>
                <a:lnTo>
                  <a:pt x="535" y="0"/>
                </a:lnTo>
                <a:lnTo>
                  <a:pt x="791" y="666"/>
                </a:lnTo>
                <a:lnTo>
                  <a:pt x="530" y="666"/>
                </a:lnTo>
                <a:lnTo>
                  <a:pt x="395" y="267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07" name="Freeform 128"/>
          <p:cNvSpPr>
            <a:spLocks/>
          </p:cNvSpPr>
          <p:nvPr userDrawn="1"/>
        </p:nvSpPr>
        <p:spPr bwMode="auto">
          <a:xfrm>
            <a:off x="5899455" y="5020099"/>
            <a:ext cx="118398" cy="123400"/>
          </a:xfrm>
          <a:custGeom>
            <a:avLst/>
            <a:gdLst>
              <a:gd name="T0" fmla="*/ 645 w 645"/>
              <a:gd name="T1" fmla="*/ 192 h 666"/>
              <a:gd name="T2" fmla="*/ 645 w 645"/>
              <a:gd name="T3" fmla="*/ 0 h 666"/>
              <a:gd name="T4" fmla="*/ 564 w 645"/>
              <a:gd name="T5" fmla="*/ 0 h 666"/>
              <a:gd name="T6" fmla="*/ 484 w 645"/>
              <a:gd name="T7" fmla="*/ 0 h 666"/>
              <a:gd name="T8" fmla="*/ 403 w 645"/>
              <a:gd name="T9" fmla="*/ 0 h 666"/>
              <a:gd name="T10" fmla="*/ 323 w 645"/>
              <a:gd name="T11" fmla="*/ 0 h 666"/>
              <a:gd name="T12" fmla="*/ 242 w 645"/>
              <a:gd name="T13" fmla="*/ 0 h 666"/>
              <a:gd name="T14" fmla="*/ 161 w 645"/>
              <a:gd name="T15" fmla="*/ 0 h 666"/>
              <a:gd name="T16" fmla="*/ 82 w 645"/>
              <a:gd name="T17" fmla="*/ 0 h 666"/>
              <a:gd name="T18" fmla="*/ 0 w 645"/>
              <a:gd name="T19" fmla="*/ 0 h 666"/>
              <a:gd name="T20" fmla="*/ 0 w 645"/>
              <a:gd name="T21" fmla="*/ 192 h 666"/>
              <a:gd name="T22" fmla="*/ 189 w 645"/>
              <a:gd name="T23" fmla="*/ 192 h 666"/>
              <a:gd name="T24" fmla="*/ 189 w 645"/>
              <a:gd name="T25" fmla="*/ 666 h 666"/>
              <a:gd name="T26" fmla="*/ 456 w 645"/>
              <a:gd name="T27" fmla="*/ 666 h 666"/>
              <a:gd name="T28" fmla="*/ 456 w 645"/>
              <a:gd name="T29" fmla="*/ 192 h 666"/>
              <a:gd name="T30" fmla="*/ 645 w 645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5" h="666">
                <a:moveTo>
                  <a:pt x="645" y="192"/>
                </a:moveTo>
                <a:lnTo>
                  <a:pt x="645" y="0"/>
                </a:lnTo>
                <a:lnTo>
                  <a:pt x="564" y="0"/>
                </a:lnTo>
                <a:lnTo>
                  <a:pt x="484" y="0"/>
                </a:lnTo>
                <a:lnTo>
                  <a:pt x="403" y="0"/>
                </a:lnTo>
                <a:lnTo>
                  <a:pt x="323" y="0"/>
                </a:lnTo>
                <a:lnTo>
                  <a:pt x="242" y="0"/>
                </a:lnTo>
                <a:lnTo>
                  <a:pt x="161" y="0"/>
                </a:lnTo>
                <a:lnTo>
                  <a:pt x="82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6" y="666"/>
                </a:lnTo>
                <a:lnTo>
                  <a:pt x="456" y="192"/>
                </a:lnTo>
                <a:lnTo>
                  <a:pt x="645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08" name="Freeform 129"/>
          <p:cNvSpPr>
            <a:spLocks/>
          </p:cNvSpPr>
          <p:nvPr userDrawn="1"/>
        </p:nvSpPr>
        <p:spPr bwMode="auto">
          <a:xfrm>
            <a:off x="5764383" y="5020099"/>
            <a:ext cx="146746" cy="123400"/>
          </a:xfrm>
          <a:custGeom>
            <a:avLst/>
            <a:gdLst>
              <a:gd name="T0" fmla="*/ 397 w 791"/>
              <a:gd name="T1" fmla="*/ 267 h 666"/>
              <a:gd name="T2" fmla="*/ 261 w 791"/>
              <a:gd name="T3" fmla="*/ 666 h 666"/>
              <a:gd name="T4" fmla="*/ 0 w 791"/>
              <a:gd name="T5" fmla="*/ 666 h 666"/>
              <a:gd name="T6" fmla="*/ 256 w 791"/>
              <a:gd name="T7" fmla="*/ 0 h 666"/>
              <a:gd name="T8" fmla="*/ 291 w 791"/>
              <a:gd name="T9" fmla="*/ 0 h 666"/>
              <a:gd name="T10" fmla="*/ 326 w 791"/>
              <a:gd name="T11" fmla="*/ 0 h 666"/>
              <a:gd name="T12" fmla="*/ 361 w 791"/>
              <a:gd name="T13" fmla="*/ 0 h 666"/>
              <a:gd name="T14" fmla="*/ 397 w 791"/>
              <a:gd name="T15" fmla="*/ 0 h 666"/>
              <a:gd name="T16" fmla="*/ 431 w 791"/>
              <a:gd name="T17" fmla="*/ 0 h 666"/>
              <a:gd name="T18" fmla="*/ 467 w 791"/>
              <a:gd name="T19" fmla="*/ 0 h 666"/>
              <a:gd name="T20" fmla="*/ 501 w 791"/>
              <a:gd name="T21" fmla="*/ 0 h 666"/>
              <a:gd name="T22" fmla="*/ 537 w 791"/>
              <a:gd name="T23" fmla="*/ 0 h 666"/>
              <a:gd name="T24" fmla="*/ 791 w 791"/>
              <a:gd name="T25" fmla="*/ 666 h 666"/>
              <a:gd name="T26" fmla="*/ 532 w 791"/>
              <a:gd name="T27" fmla="*/ 666 h 666"/>
              <a:gd name="T28" fmla="*/ 397 w 791"/>
              <a:gd name="T29" fmla="*/ 267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7" y="267"/>
                </a:moveTo>
                <a:lnTo>
                  <a:pt x="261" y="666"/>
                </a:lnTo>
                <a:lnTo>
                  <a:pt x="0" y="666"/>
                </a:lnTo>
                <a:lnTo>
                  <a:pt x="256" y="0"/>
                </a:lnTo>
                <a:lnTo>
                  <a:pt x="291" y="0"/>
                </a:lnTo>
                <a:lnTo>
                  <a:pt x="326" y="0"/>
                </a:lnTo>
                <a:lnTo>
                  <a:pt x="361" y="0"/>
                </a:lnTo>
                <a:lnTo>
                  <a:pt x="397" y="0"/>
                </a:lnTo>
                <a:lnTo>
                  <a:pt x="431" y="0"/>
                </a:lnTo>
                <a:lnTo>
                  <a:pt x="467" y="0"/>
                </a:lnTo>
                <a:lnTo>
                  <a:pt x="501" y="0"/>
                </a:lnTo>
                <a:lnTo>
                  <a:pt x="537" y="0"/>
                </a:lnTo>
                <a:lnTo>
                  <a:pt x="791" y="666"/>
                </a:lnTo>
                <a:lnTo>
                  <a:pt x="532" y="666"/>
                </a:lnTo>
                <a:lnTo>
                  <a:pt x="397" y="267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09" name="Freeform 130"/>
          <p:cNvSpPr>
            <a:spLocks/>
          </p:cNvSpPr>
          <p:nvPr userDrawn="1"/>
        </p:nvSpPr>
        <p:spPr bwMode="auto">
          <a:xfrm>
            <a:off x="5657658" y="5020099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4 w 643"/>
              <a:gd name="T5" fmla="*/ 0 h 666"/>
              <a:gd name="T6" fmla="*/ 483 w 643"/>
              <a:gd name="T7" fmla="*/ 0 h 666"/>
              <a:gd name="T8" fmla="*/ 403 w 643"/>
              <a:gd name="T9" fmla="*/ 0 h 666"/>
              <a:gd name="T10" fmla="*/ 322 w 643"/>
              <a:gd name="T11" fmla="*/ 0 h 666"/>
              <a:gd name="T12" fmla="*/ 242 w 643"/>
              <a:gd name="T13" fmla="*/ 0 h 666"/>
              <a:gd name="T14" fmla="*/ 161 w 643"/>
              <a:gd name="T15" fmla="*/ 0 h 666"/>
              <a:gd name="T16" fmla="*/ 80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9 w 643"/>
              <a:gd name="T23" fmla="*/ 192 h 666"/>
              <a:gd name="T24" fmla="*/ 189 w 643"/>
              <a:gd name="T25" fmla="*/ 666 h 666"/>
              <a:gd name="T26" fmla="*/ 454 w 643"/>
              <a:gd name="T27" fmla="*/ 666 h 666"/>
              <a:gd name="T28" fmla="*/ 454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4" y="0"/>
                </a:lnTo>
                <a:lnTo>
                  <a:pt x="483" y="0"/>
                </a:lnTo>
                <a:lnTo>
                  <a:pt x="403" y="0"/>
                </a:lnTo>
                <a:lnTo>
                  <a:pt x="322" y="0"/>
                </a:lnTo>
                <a:lnTo>
                  <a:pt x="242" y="0"/>
                </a:lnTo>
                <a:lnTo>
                  <a:pt x="161" y="0"/>
                </a:lnTo>
                <a:lnTo>
                  <a:pt x="80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4" y="666"/>
                </a:lnTo>
                <a:lnTo>
                  <a:pt x="454" y="192"/>
                </a:lnTo>
                <a:lnTo>
                  <a:pt x="643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10" name="Freeform 131"/>
          <p:cNvSpPr>
            <a:spLocks/>
          </p:cNvSpPr>
          <p:nvPr userDrawn="1"/>
        </p:nvSpPr>
        <p:spPr bwMode="auto">
          <a:xfrm>
            <a:off x="6486440" y="5020099"/>
            <a:ext cx="146746" cy="123400"/>
          </a:xfrm>
          <a:custGeom>
            <a:avLst/>
            <a:gdLst>
              <a:gd name="T0" fmla="*/ 395 w 792"/>
              <a:gd name="T1" fmla="*/ 267 h 666"/>
              <a:gd name="T2" fmla="*/ 260 w 792"/>
              <a:gd name="T3" fmla="*/ 666 h 666"/>
              <a:gd name="T4" fmla="*/ 0 w 792"/>
              <a:gd name="T5" fmla="*/ 666 h 666"/>
              <a:gd name="T6" fmla="*/ 255 w 792"/>
              <a:gd name="T7" fmla="*/ 0 h 666"/>
              <a:gd name="T8" fmla="*/ 291 w 792"/>
              <a:gd name="T9" fmla="*/ 0 h 666"/>
              <a:gd name="T10" fmla="*/ 325 w 792"/>
              <a:gd name="T11" fmla="*/ 0 h 666"/>
              <a:gd name="T12" fmla="*/ 361 w 792"/>
              <a:gd name="T13" fmla="*/ 0 h 666"/>
              <a:gd name="T14" fmla="*/ 395 w 792"/>
              <a:gd name="T15" fmla="*/ 0 h 666"/>
              <a:gd name="T16" fmla="*/ 431 w 792"/>
              <a:gd name="T17" fmla="*/ 0 h 666"/>
              <a:gd name="T18" fmla="*/ 465 w 792"/>
              <a:gd name="T19" fmla="*/ 0 h 666"/>
              <a:gd name="T20" fmla="*/ 501 w 792"/>
              <a:gd name="T21" fmla="*/ 0 h 666"/>
              <a:gd name="T22" fmla="*/ 536 w 792"/>
              <a:gd name="T23" fmla="*/ 0 h 666"/>
              <a:gd name="T24" fmla="*/ 792 w 792"/>
              <a:gd name="T25" fmla="*/ 666 h 666"/>
              <a:gd name="T26" fmla="*/ 531 w 792"/>
              <a:gd name="T27" fmla="*/ 666 h 666"/>
              <a:gd name="T28" fmla="*/ 395 w 792"/>
              <a:gd name="T29" fmla="*/ 267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2" h="666">
                <a:moveTo>
                  <a:pt x="395" y="267"/>
                </a:moveTo>
                <a:lnTo>
                  <a:pt x="260" y="666"/>
                </a:lnTo>
                <a:lnTo>
                  <a:pt x="0" y="666"/>
                </a:lnTo>
                <a:lnTo>
                  <a:pt x="255" y="0"/>
                </a:lnTo>
                <a:lnTo>
                  <a:pt x="291" y="0"/>
                </a:lnTo>
                <a:lnTo>
                  <a:pt x="325" y="0"/>
                </a:lnTo>
                <a:lnTo>
                  <a:pt x="361" y="0"/>
                </a:lnTo>
                <a:lnTo>
                  <a:pt x="395" y="0"/>
                </a:lnTo>
                <a:lnTo>
                  <a:pt x="431" y="0"/>
                </a:lnTo>
                <a:lnTo>
                  <a:pt x="465" y="0"/>
                </a:lnTo>
                <a:lnTo>
                  <a:pt x="501" y="0"/>
                </a:lnTo>
                <a:lnTo>
                  <a:pt x="536" y="0"/>
                </a:lnTo>
                <a:lnTo>
                  <a:pt x="792" y="666"/>
                </a:lnTo>
                <a:lnTo>
                  <a:pt x="531" y="666"/>
                </a:lnTo>
                <a:lnTo>
                  <a:pt x="395" y="267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11" name="Freeform 132"/>
          <p:cNvSpPr>
            <a:spLocks/>
          </p:cNvSpPr>
          <p:nvPr userDrawn="1"/>
        </p:nvSpPr>
        <p:spPr bwMode="auto">
          <a:xfrm>
            <a:off x="6379716" y="5020099"/>
            <a:ext cx="118398" cy="123400"/>
          </a:xfrm>
          <a:custGeom>
            <a:avLst/>
            <a:gdLst>
              <a:gd name="T0" fmla="*/ 644 w 644"/>
              <a:gd name="T1" fmla="*/ 192 h 666"/>
              <a:gd name="T2" fmla="*/ 644 w 644"/>
              <a:gd name="T3" fmla="*/ 0 h 666"/>
              <a:gd name="T4" fmla="*/ 563 w 644"/>
              <a:gd name="T5" fmla="*/ 0 h 666"/>
              <a:gd name="T6" fmla="*/ 484 w 644"/>
              <a:gd name="T7" fmla="*/ 0 h 666"/>
              <a:gd name="T8" fmla="*/ 403 w 644"/>
              <a:gd name="T9" fmla="*/ 0 h 666"/>
              <a:gd name="T10" fmla="*/ 321 w 644"/>
              <a:gd name="T11" fmla="*/ 0 h 666"/>
              <a:gd name="T12" fmla="*/ 242 w 644"/>
              <a:gd name="T13" fmla="*/ 0 h 666"/>
              <a:gd name="T14" fmla="*/ 161 w 644"/>
              <a:gd name="T15" fmla="*/ 0 h 666"/>
              <a:gd name="T16" fmla="*/ 81 w 644"/>
              <a:gd name="T17" fmla="*/ 0 h 666"/>
              <a:gd name="T18" fmla="*/ 0 w 644"/>
              <a:gd name="T19" fmla="*/ 0 h 666"/>
              <a:gd name="T20" fmla="*/ 0 w 644"/>
              <a:gd name="T21" fmla="*/ 192 h 666"/>
              <a:gd name="T22" fmla="*/ 189 w 644"/>
              <a:gd name="T23" fmla="*/ 192 h 666"/>
              <a:gd name="T24" fmla="*/ 189 w 644"/>
              <a:gd name="T25" fmla="*/ 666 h 666"/>
              <a:gd name="T26" fmla="*/ 456 w 644"/>
              <a:gd name="T27" fmla="*/ 666 h 666"/>
              <a:gd name="T28" fmla="*/ 456 w 644"/>
              <a:gd name="T29" fmla="*/ 192 h 666"/>
              <a:gd name="T30" fmla="*/ 644 w 644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4" h="666">
                <a:moveTo>
                  <a:pt x="644" y="192"/>
                </a:moveTo>
                <a:lnTo>
                  <a:pt x="644" y="0"/>
                </a:lnTo>
                <a:lnTo>
                  <a:pt x="563" y="0"/>
                </a:lnTo>
                <a:lnTo>
                  <a:pt x="484" y="0"/>
                </a:lnTo>
                <a:lnTo>
                  <a:pt x="403" y="0"/>
                </a:lnTo>
                <a:lnTo>
                  <a:pt x="321" y="0"/>
                </a:lnTo>
                <a:lnTo>
                  <a:pt x="242" y="0"/>
                </a:lnTo>
                <a:lnTo>
                  <a:pt x="161" y="0"/>
                </a:lnTo>
                <a:lnTo>
                  <a:pt x="81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6" y="666"/>
                </a:lnTo>
                <a:lnTo>
                  <a:pt x="456" y="192"/>
                </a:lnTo>
                <a:lnTo>
                  <a:pt x="644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12" name="Freeform 133"/>
          <p:cNvSpPr>
            <a:spLocks/>
          </p:cNvSpPr>
          <p:nvPr userDrawn="1"/>
        </p:nvSpPr>
        <p:spPr bwMode="auto">
          <a:xfrm>
            <a:off x="6246310" y="5020099"/>
            <a:ext cx="145079" cy="123400"/>
          </a:xfrm>
          <a:custGeom>
            <a:avLst/>
            <a:gdLst>
              <a:gd name="T0" fmla="*/ 396 w 791"/>
              <a:gd name="T1" fmla="*/ 267 h 666"/>
              <a:gd name="T2" fmla="*/ 261 w 791"/>
              <a:gd name="T3" fmla="*/ 666 h 666"/>
              <a:gd name="T4" fmla="*/ 0 w 791"/>
              <a:gd name="T5" fmla="*/ 666 h 666"/>
              <a:gd name="T6" fmla="*/ 256 w 791"/>
              <a:gd name="T7" fmla="*/ 0 h 666"/>
              <a:gd name="T8" fmla="*/ 290 w 791"/>
              <a:gd name="T9" fmla="*/ 0 h 666"/>
              <a:gd name="T10" fmla="*/ 326 w 791"/>
              <a:gd name="T11" fmla="*/ 0 h 666"/>
              <a:gd name="T12" fmla="*/ 360 w 791"/>
              <a:gd name="T13" fmla="*/ 0 h 666"/>
              <a:gd name="T14" fmla="*/ 396 w 791"/>
              <a:gd name="T15" fmla="*/ 0 h 666"/>
              <a:gd name="T16" fmla="*/ 431 w 791"/>
              <a:gd name="T17" fmla="*/ 0 h 666"/>
              <a:gd name="T18" fmla="*/ 466 w 791"/>
              <a:gd name="T19" fmla="*/ 0 h 666"/>
              <a:gd name="T20" fmla="*/ 501 w 791"/>
              <a:gd name="T21" fmla="*/ 0 h 666"/>
              <a:gd name="T22" fmla="*/ 537 w 791"/>
              <a:gd name="T23" fmla="*/ 0 h 666"/>
              <a:gd name="T24" fmla="*/ 791 w 791"/>
              <a:gd name="T25" fmla="*/ 666 h 666"/>
              <a:gd name="T26" fmla="*/ 532 w 791"/>
              <a:gd name="T27" fmla="*/ 666 h 666"/>
              <a:gd name="T28" fmla="*/ 396 w 791"/>
              <a:gd name="T29" fmla="*/ 267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6" y="267"/>
                </a:moveTo>
                <a:lnTo>
                  <a:pt x="261" y="666"/>
                </a:lnTo>
                <a:lnTo>
                  <a:pt x="0" y="666"/>
                </a:lnTo>
                <a:lnTo>
                  <a:pt x="256" y="0"/>
                </a:lnTo>
                <a:lnTo>
                  <a:pt x="290" y="0"/>
                </a:lnTo>
                <a:lnTo>
                  <a:pt x="326" y="0"/>
                </a:lnTo>
                <a:lnTo>
                  <a:pt x="360" y="0"/>
                </a:lnTo>
                <a:lnTo>
                  <a:pt x="396" y="0"/>
                </a:lnTo>
                <a:lnTo>
                  <a:pt x="431" y="0"/>
                </a:lnTo>
                <a:lnTo>
                  <a:pt x="466" y="0"/>
                </a:lnTo>
                <a:lnTo>
                  <a:pt x="501" y="0"/>
                </a:lnTo>
                <a:lnTo>
                  <a:pt x="537" y="0"/>
                </a:lnTo>
                <a:lnTo>
                  <a:pt x="791" y="666"/>
                </a:lnTo>
                <a:lnTo>
                  <a:pt x="532" y="666"/>
                </a:lnTo>
                <a:lnTo>
                  <a:pt x="396" y="267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13" name="Freeform 134"/>
          <p:cNvSpPr>
            <a:spLocks/>
          </p:cNvSpPr>
          <p:nvPr userDrawn="1"/>
        </p:nvSpPr>
        <p:spPr bwMode="auto">
          <a:xfrm>
            <a:off x="6139586" y="5020099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3 w 643"/>
              <a:gd name="T5" fmla="*/ 0 h 666"/>
              <a:gd name="T6" fmla="*/ 482 w 643"/>
              <a:gd name="T7" fmla="*/ 0 h 666"/>
              <a:gd name="T8" fmla="*/ 403 w 643"/>
              <a:gd name="T9" fmla="*/ 0 h 666"/>
              <a:gd name="T10" fmla="*/ 321 w 643"/>
              <a:gd name="T11" fmla="*/ 0 h 666"/>
              <a:gd name="T12" fmla="*/ 240 w 643"/>
              <a:gd name="T13" fmla="*/ 0 h 666"/>
              <a:gd name="T14" fmla="*/ 161 w 643"/>
              <a:gd name="T15" fmla="*/ 0 h 666"/>
              <a:gd name="T16" fmla="*/ 80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9 w 643"/>
              <a:gd name="T23" fmla="*/ 192 h 666"/>
              <a:gd name="T24" fmla="*/ 189 w 643"/>
              <a:gd name="T25" fmla="*/ 666 h 666"/>
              <a:gd name="T26" fmla="*/ 454 w 643"/>
              <a:gd name="T27" fmla="*/ 666 h 666"/>
              <a:gd name="T28" fmla="*/ 454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3" y="0"/>
                </a:lnTo>
                <a:lnTo>
                  <a:pt x="482" y="0"/>
                </a:lnTo>
                <a:lnTo>
                  <a:pt x="403" y="0"/>
                </a:lnTo>
                <a:lnTo>
                  <a:pt x="321" y="0"/>
                </a:lnTo>
                <a:lnTo>
                  <a:pt x="240" y="0"/>
                </a:lnTo>
                <a:lnTo>
                  <a:pt x="161" y="0"/>
                </a:lnTo>
                <a:lnTo>
                  <a:pt x="80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4" y="666"/>
                </a:lnTo>
                <a:lnTo>
                  <a:pt x="454" y="192"/>
                </a:lnTo>
                <a:lnTo>
                  <a:pt x="643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14" name="Freeform 135"/>
          <p:cNvSpPr>
            <a:spLocks/>
          </p:cNvSpPr>
          <p:nvPr userDrawn="1"/>
        </p:nvSpPr>
        <p:spPr bwMode="auto">
          <a:xfrm>
            <a:off x="6968369" y="5020099"/>
            <a:ext cx="145079" cy="123400"/>
          </a:xfrm>
          <a:custGeom>
            <a:avLst/>
            <a:gdLst>
              <a:gd name="T0" fmla="*/ 395 w 791"/>
              <a:gd name="T1" fmla="*/ 267 h 666"/>
              <a:gd name="T2" fmla="*/ 259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89 w 791"/>
              <a:gd name="T9" fmla="*/ 0 h 666"/>
              <a:gd name="T10" fmla="*/ 325 w 791"/>
              <a:gd name="T11" fmla="*/ 0 h 666"/>
              <a:gd name="T12" fmla="*/ 361 w 791"/>
              <a:gd name="T13" fmla="*/ 0 h 666"/>
              <a:gd name="T14" fmla="*/ 395 w 791"/>
              <a:gd name="T15" fmla="*/ 0 h 666"/>
              <a:gd name="T16" fmla="*/ 431 w 791"/>
              <a:gd name="T17" fmla="*/ 0 h 666"/>
              <a:gd name="T18" fmla="*/ 465 w 791"/>
              <a:gd name="T19" fmla="*/ 0 h 666"/>
              <a:gd name="T20" fmla="*/ 501 w 791"/>
              <a:gd name="T21" fmla="*/ 0 h 666"/>
              <a:gd name="T22" fmla="*/ 535 w 791"/>
              <a:gd name="T23" fmla="*/ 0 h 666"/>
              <a:gd name="T24" fmla="*/ 791 w 791"/>
              <a:gd name="T25" fmla="*/ 666 h 666"/>
              <a:gd name="T26" fmla="*/ 531 w 791"/>
              <a:gd name="T27" fmla="*/ 666 h 666"/>
              <a:gd name="T28" fmla="*/ 395 w 791"/>
              <a:gd name="T29" fmla="*/ 267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5" y="267"/>
                </a:moveTo>
                <a:lnTo>
                  <a:pt x="259" y="666"/>
                </a:lnTo>
                <a:lnTo>
                  <a:pt x="0" y="666"/>
                </a:lnTo>
                <a:lnTo>
                  <a:pt x="254" y="0"/>
                </a:lnTo>
                <a:lnTo>
                  <a:pt x="289" y="0"/>
                </a:lnTo>
                <a:lnTo>
                  <a:pt x="325" y="0"/>
                </a:lnTo>
                <a:lnTo>
                  <a:pt x="361" y="0"/>
                </a:lnTo>
                <a:lnTo>
                  <a:pt x="395" y="0"/>
                </a:lnTo>
                <a:lnTo>
                  <a:pt x="431" y="0"/>
                </a:lnTo>
                <a:lnTo>
                  <a:pt x="465" y="0"/>
                </a:lnTo>
                <a:lnTo>
                  <a:pt x="501" y="0"/>
                </a:lnTo>
                <a:lnTo>
                  <a:pt x="535" y="0"/>
                </a:lnTo>
                <a:lnTo>
                  <a:pt x="791" y="666"/>
                </a:lnTo>
                <a:lnTo>
                  <a:pt x="531" y="666"/>
                </a:lnTo>
                <a:lnTo>
                  <a:pt x="395" y="267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15" name="Freeform 136"/>
          <p:cNvSpPr>
            <a:spLocks/>
          </p:cNvSpPr>
          <p:nvPr userDrawn="1"/>
        </p:nvSpPr>
        <p:spPr bwMode="auto">
          <a:xfrm>
            <a:off x="6861645" y="5020099"/>
            <a:ext cx="118398" cy="123400"/>
          </a:xfrm>
          <a:custGeom>
            <a:avLst/>
            <a:gdLst>
              <a:gd name="T0" fmla="*/ 644 w 644"/>
              <a:gd name="T1" fmla="*/ 192 h 666"/>
              <a:gd name="T2" fmla="*/ 644 w 644"/>
              <a:gd name="T3" fmla="*/ 0 h 666"/>
              <a:gd name="T4" fmla="*/ 563 w 644"/>
              <a:gd name="T5" fmla="*/ 0 h 666"/>
              <a:gd name="T6" fmla="*/ 482 w 644"/>
              <a:gd name="T7" fmla="*/ 0 h 666"/>
              <a:gd name="T8" fmla="*/ 402 w 644"/>
              <a:gd name="T9" fmla="*/ 0 h 666"/>
              <a:gd name="T10" fmla="*/ 321 w 644"/>
              <a:gd name="T11" fmla="*/ 0 h 666"/>
              <a:gd name="T12" fmla="*/ 242 w 644"/>
              <a:gd name="T13" fmla="*/ 0 h 666"/>
              <a:gd name="T14" fmla="*/ 160 w 644"/>
              <a:gd name="T15" fmla="*/ 0 h 666"/>
              <a:gd name="T16" fmla="*/ 81 w 644"/>
              <a:gd name="T17" fmla="*/ 0 h 666"/>
              <a:gd name="T18" fmla="*/ 0 w 644"/>
              <a:gd name="T19" fmla="*/ 0 h 666"/>
              <a:gd name="T20" fmla="*/ 0 w 644"/>
              <a:gd name="T21" fmla="*/ 192 h 666"/>
              <a:gd name="T22" fmla="*/ 188 w 644"/>
              <a:gd name="T23" fmla="*/ 192 h 666"/>
              <a:gd name="T24" fmla="*/ 188 w 644"/>
              <a:gd name="T25" fmla="*/ 666 h 666"/>
              <a:gd name="T26" fmla="*/ 455 w 644"/>
              <a:gd name="T27" fmla="*/ 666 h 666"/>
              <a:gd name="T28" fmla="*/ 455 w 644"/>
              <a:gd name="T29" fmla="*/ 192 h 666"/>
              <a:gd name="T30" fmla="*/ 644 w 644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4" h="666">
                <a:moveTo>
                  <a:pt x="644" y="192"/>
                </a:moveTo>
                <a:lnTo>
                  <a:pt x="644" y="0"/>
                </a:lnTo>
                <a:lnTo>
                  <a:pt x="563" y="0"/>
                </a:lnTo>
                <a:lnTo>
                  <a:pt x="482" y="0"/>
                </a:lnTo>
                <a:lnTo>
                  <a:pt x="402" y="0"/>
                </a:lnTo>
                <a:lnTo>
                  <a:pt x="321" y="0"/>
                </a:lnTo>
                <a:lnTo>
                  <a:pt x="242" y="0"/>
                </a:lnTo>
                <a:lnTo>
                  <a:pt x="160" y="0"/>
                </a:lnTo>
                <a:lnTo>
                  <a:pt x="81" y="0"/>
                </a:lnTo>
                <a:lnTo>
                  <a:pt x="0" y="0"/>
                </a:lnTo>
                <a:lnTo>
                  <a:pt x="0" y="192"/>
                </a:lnTo>
                <a:lnTo>
                  <a:pt x="188" y="192"/>
                </a:lnTo>
                <a:lnTo>
                  <a:pt x="188" y="666"/>
                </a:lnTo>
                <a:lnTo>
                  <a:pt x="455" y="666"/>
                </a:lnTo>
                <a:lnTo>
                  <a:pt x="455" y="192"/>
                </a:lnTo>
                <a:lnTo>
                  <a:pt x="644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16" name="Freeform 137"/>
          <p:cNvSpPr>
            <a:spLocks/>
          </p:cNvSpPr>
          <p:nvPr userDrawn="1"/>
        </p:nvSpPr>
        <p:spPr bwMode="auto">
          <a:xfrm>
            <a:off x="6726571" y="5020099"/>
            <a:ext cx="146746" cy="123400"/>
          </a:xfrm>
          <a:custGeom>
            <a:avLst/>
            <a:gdLst>
              <a:gd name="T0" fmla="*/ 396 w 791"/>
              <a:gd name="T1" fmla="*/ 267 h 666"/>
              <a:gd name="T2" fmla="*/ 260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90 w 791"/>
              <a:gd name="T9" fmla="*/ 0 h 666"/>
              <a:gd name="T10" fmla="*/ 326 w 791"/>
              <a:gd name="T11" fmla="*/ 0 h 666"/>
              <a:gd name="T12" fmla="*/ 360 w 791"/>
              <a:gd name="T13" fmla="*/ 0 h 666"/>
              <a:gd name="T14" fmla="*/ 396 w 791"/>
              <a:gd name="T15" fmla="*/ 0 h 666"/>
              <a:gd name="T16" fmla="*/ 430 w 791"/>
              <a:gd name="T17" fmla="*/ 0 h 666"/>
              <a:gd name="T18" fmla="*/ 466 w 791"/>
              <a:gd name="T19" fmla="*/ 0 h 666"/>
              <a:gd name="T20" fmla="*/ 500 w 791"/>
              <a:gd name="T21" fmla="*/ 0 h 666"/>
              <a:gd name="T22" fmla="*/ 536 w 791"/>
              <a:gd name="T23" fmla="*/ 0 h 666"/>
              <a:gd name="T24" fmla="*/ 791 w 791"/>
              <a:gd name="T25" fmla="*/ 666 h 666"/>
              <a:gd name="T26" fmla="*/ 530 w 791"/>
              <a:gd name="T27" fmla="*/ 666 h 666"/>
              <a:gd name="T28" fmla="*/ 396 w 791"/>
              <a:gd name="T29" fmla="*/ 267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6" y="267"/>
                </a:moveTo>
                <a:lnTo>
                  <a:pt x="260" y="666"/>
                </a:lnTo>
                <a:lnTo>
                  <a:pt x="0" y="666"/>
                </a:lnTo>
                <a:lnTo>
                  <a:pt x="254" y="0"/>
                </a:lnTo>
                <a:lnTo>
                  <a:pt x="290" y="0"/>
                </a:lnTo>
                <a:lnTo>
                  <a:pt x="326" y="0"/>
                </a:lnTo>
                <a:lnTo>
                  <a:pt x="360" y="0"/>
                </a:lnTo>
                <a:lnTo>
                  <a:pt x="396" y="0"/>
                </a:lnTo>
                <a:lnTo>
                  <a:pt x="430" y="0"/>
                </a:lnTo>
                <a:lnTo>
                  <a:pt x="466" y="0"/>
                </a:lnTo>
                <a:lnTo>
                  <a:pt x="500" y="0"/>
                </a:lnTo>
                <a:lnTo>
                  <a:pt x="536" y="0"/>
                </a:lnTo>
                <a:lnTo>
                  <a:pt x="791" y="666"/>
                </a:lnTo>
                <a:lnTo>
                  <a:pt x="530" y="666"/>
                </a:lnTo>
                <a:lnTo>
                  <a:pt x="396" y="267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17" name="Freeform 138"/>
          <p:cNvSpPr>
            <a:spLocks/>
          </p:cNvSpPr>
          <p:nvPr userDrawn="1"/>
        </p:nvSpPr>
        <p:spPr bwMode="auto">
          <a:xfrm>
            <a:off x="6619846" y="5020099"/>
            <a:ext cx="118398" cy="123400"/>
          </a:xfrm>
          <a:custGeom>
            <a:avLst/>
            <a:gdLst>
              <a:gd name="T0" fmla="*/ 642 w 642"/>
              <a:gd name="T1" fmla="*/ 192 h 666"/>
              <a:gd name="T2" fmla="*/ 642 w 642"/>
              <a:gd name="T3" fmla="*/ 0 h 666"/>
              <a:gd name="T4" fmla="*/ 563 w 642"/>
              <a:gd name="T5" fmla="*/ 0 h 666"/>
              <a:gd name="T6" fmla="*/ 482 w 642"/>
              <a:gd name="T7" fmla="*/ 0 h 666"/>
              <a:gd name="T8" fmla="*/ 401 w 642"/>
              <a:gd name="T9" fmla="*/ 0 h 666"/>
              <a:gd name="T10" fmla="*/ 321 w 642"/>
              <a:gd name="T11" fmla="*/ 0 h 666"/>
              <a:gd name="T12" fmla="*/ 240 w 642"/>
              <a:gd name="T13" fmla="*/ 0 h 666"/>
              <a:gd name="T14" fmla="*/ 160 w 642"/>
              <a:gd name="T15" fmla="*/ 0 h 666"/>
              <a:gd name="T16" fmla="*/ 79 w 642"/>
              <a:gd name="T17" fmla="*/ 0 h 666"/>
              <a:gd name="T18" fmla="*/ 0 w 642"/>
              <a:gd name="T19" fmla="*/ 0 h 666"/>
              <a:gd name="T20" fmla="*/ 0 w 642"/>
              <a:gd name="T21" fmla="*/ 192 h 666"/>
              <a:gd name="T22" fmla="*/ 188 w 642"/>
              <a:gd name="T23" fmla="*/ 192 h 666"/>
              <a:gd name="T24" fmla="*/ 188 w 642"/>
              <a:gd name="T25" fmla="*/ 666 h 666"/>
              <a:gd name="T26" fmla="*/ 454 w 642"/>
              <a:gd name="T27" fmla="*/ 666 h 666"/>
              <a:gd name="T28" fmla="*/ 454 w 642"/>
              <a:gd name="T29" fmla="*/ 192 h 666"/>
              <a:gd name="T30" fmla="*/ 642 w 642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2" h="666">
                <a:moveTo>
                  <a:pt x="642" y="192"/>
                </a:moveTo>
                <a:lnTo>
                  <a:pt x="642" y="0"/>
                </a:lnTo>
                <a:lnTo>
                  <a:pt x="563" y="0"/>
                </a:lnTo>
                <a:lnTo>
                  <a:pt x="482" y="0"/>
                </a:lnTo>
                <a:lnTo>
                  <a:pt x="401" y="0"/>
                </a:lnTo>
                <a:lnTo>
                  <a:pt x="321" y="0"/>
                </a:lnTo>
                <a:lnTo>
                  <a:pt x="240" y="0"/>
                </a:lnTo>
                <a:lnTo>
                  <a:pt x="160" y="0"/>
                </a:lnTo>
                <a:lnTo>
                  <a:pt x="79" y="0"/>
                </a:lnTo>
                <a:lnTo>
                  <a:pt x="0" y="0"/>
                </a:lnTo>
                <a:lnTo>
                  <a:pt x="0" y="192"/>
                </a:lnTo>
                <a:lnTo>
                  <a:pt x="188" y="192"/>
                </a:lnTo>
                <a:lnTo>
                  <a:pt x="188" y="666"/>
                </a:lnTo>
                <a:lnTo>
                  <a:pt x="454" y="666"/>
                </a:lnTo>
                <a:lnTo>
                  <a:pt x="454" y="192"/>
                </a:lnTo>
                <a:lnTo>
                  <a:pt x="642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18" name="Freeform 139"/>
          <p:cNvSpPr>
            <a:spLocks/>
          </p:cNvSpPr>
          <p:nvPr userDrawn="1"/>
        </p:nvSpPr>
        <p:spPr bwMode="auto">
          <a:xfrm>
            <a:off x="7448630" y="5020099"/>
            <a:ext cx="145079" cy="123400"/>
          </a:xfrm>
          <a:custGeom>
            <a:avLst/>
            <a:gdLst>
              <a:gd name="T0" fmla="*/ 394 w 791"/>
              <a:gd name="T1" fmla="*/ 267 h 666"/>
              <a:gd name="T2" fmla="*/ 259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88 w 791"/>
              <a:gd name="T9" fmla="*/ 0 h 666"/>
              <a:gd name="T10" fmla="*/ 324 w 791"/>
              <a:gd name="T11" fmla="*/ 0 h 666"/>
              <a:gd name="T12" fmla="*/ 359 w 791"/>
              <a:gd name="T13" fmla="*/ 0 h 666"/>
              <a:gd name="T14" fmla="*/ 394 w 791"/>
              <a:gd name="T15" fmla="*/ 0 h 666"/>
              <a:gd name="T16" fmla="*/ 430 w 791"/>
              <a:gd name="T17" fmla="*/ 0 h 666"/>
              <a:gd name="T18" fmla="*/ 465 w 791"/>
              <a:gd name="T19" fmla="*/ 0 h 666"/>
              <a:gd name="T20" fmla="*/ 501 w 791"/>
              <a:gd name="T21" fmla="*/ 0 h 666"/>
              <a:gd name="T22" fmla="*/ 535 w 791"/>
              <a:gd name="T23" fmla="*/ 0 h 666"/>
              <a:gd name="T24" fmla="*/ 791 w 791"/>
              <a:gd name="T25" fmla="*/ 666 h 666"/>
              <a:gd name="T26" fmla="*/ 530 w 791"/>
              <a:gd name="T27" fmla="*/ 666 h 666"/>
              <a:gd name="T28" fmla="*/ 394 w 791"/>
              <a:gd name="T29" fmla="*/ 267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4" y="267"/>
                </a:moveTo>
                <a:lnTo>
                  <a:pt x="259" y="666"/>
                </a:lnTo>
                <a:lnTo>
                  <a:pt x="0" y="666"/>
                </a:lnTo>
                <a:lnTo>
                  <a:pt x="254" y="0"/>
                </a:lnTo>
                <a:lnTo>
                  <a:pt x="288" y="0"/>
                </a:lnTo>
                <a:lnTo>
                  <a:pt x="324" y="0"/>
                </a:lnTo>
                <a:lnTo>
                  <a:pt x="359" y="0"/>
                </a:lnTo>
                <a:lnTo>
                  <a:pt x="394" y="0"/>
                </a:lnTo>
                <a:lnTo>
                  <a:pt x="430" y="0"/>
                </a:lnTo>
                <a:lnTo>
                  <a:pt x="465" y="0"/>
                </a:lnTo>
                <a:lnTo>
                  <a:pt x="501" y="0"/>
                </a:lnTo>
                <a:lnTo>
                  <a:pt x="535" y="0"/>
                </a:lnTo>
                <a:lnTo>
                  <a:pt x="791" y="666"/>
                </a:lnTo>
                <a:lnTo>
                  <a:pt x="530" y="666"/>
                </a:lnTo>
                <a:lnTo>
                  <a:pt x="394" y="267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19" name="Freeform 140"/>
          <p:cNvSpPr>
            <a:spLocks/>
          </p:cNvSpPr>
          <p:nvPr userDrawn="1"/>
        </p:nvSpPr>
        <p:spPr bwMode="auto">
          <a:xfrm>
            <a:off x="7341905" y="5020099"/>
            <a:ext cx="118398" cy="123400"/>
          </a:xfrm>
          <a:custGeom>
            <a:avLst/>
            <a:gdLst>
              <a:gd name="T0" fmla="*/ 645 w 645"/>
              <a:gd name="T1" fmla="*/ 192 h 666"/>
              <a:gd name="T2" fmla="*/ 645 w 645"/>
              <a:gd name="T3" fmla="*/ 0 h 666"/>
              <a:gd name="T4" fmla="*/ 564 w 645"/>
              <a:gd name="T5" fmla="*/ 0 h 666"/>
              <a:gd name="T6" fmla="*/ 482 w 645"/>
              <a:gd name="T7" fmla="*/ 0 h 666"/>
              <a:gd name="T8" fmla="*/ 403 w 645"/>
              <a:gd name="T9" fmla="*/ 0 h 666"/>
              <a:gd name="T10" fmla="*/ 322 w 645"/>
              <a:gd name="T11" fmla="*/ 0 h 666"/>
              <a:gd name="T12" fmla="*/ 242 w 645"/>
              <a:gd name="T13" fmla="*/ 0 h 666"/>
              <a:gd name="T14" fmla="*/ 161 w 645"/>
              <a:gd name="T15" fmla="*/ 0 h 666"/>
              <a:gd name="T16" fmla="*/ 81 w 645"/>
              <a:gd name="T17" fmla="*/ 0 h 666"/>
              <a:gd name="T18" fmla="*/ 0 w 645"/>
              <a:gd name="T19" fmla="*/ 0 h 666"/>
              <a:gd name="T20" fmla="*/ 0 w 645"/>
              <a:gd name="T21" fmla="*/ 192 h 666"/>
              <a:gd name="T22" fmla="*/ 189 w 645"/>
              <a:gd name="T23" fmla="*/ 192 h 666"/>
              <a:gd name="T24" fmla="*/ 189 w 645"/>
              <a:gd name="T25" fmla="*/ 666 h 666"/>
              <a:gd name="T26" fmla="*/ 456 w 645"/>
              <a:gd name="T27" fmla="*/ 666 h 666"/>
              <a:gd name="T28" fmla="*/ 456 w 645"/>
              <a:gd name="T29" fmla="*/ 192 h 666"/>
              <a:gd name="T30" fmla="*/ 645 w 645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5" h="666">
                <a:moveTo>
                  <a:pt x="645" y="192"/>
                </a:moveTo>
                <a:lnTo>
                  <a:pt x="645" y="0"/>
                </a:lnTo>
                <a:lnTo>
                  <a:pt x="564" y="0"/>
                </a:lnTo>
                <a:lnTo>
                  <a:pt x="482" y="0"/>
                </a:lnTo>
                <a:lnTo>
                  <a:pt x="403" y="0"/>
                </a:lnTo>
                <a:lnTo>
                  <a:pt x="322" y="0"/>
                </a:lnTo>
                <a:lnTo>
                  <a:pt x="242" y="0"/>
                </a:lnTo>
                <a:lnTo>
                  <a:pt x="161" y="0"/>
                </a:lnTo>
                <a:lnTo>
                  <a:pt x="81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6" y="666"/>
                </a:lnTo>
                <a:lnTo>
                  <a:pt x="456" y="192"/>
                </a:lnTo>
                <a:lnTo>
                  <a:pt x="645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20" name="Freeform 141"/>
          <p:cNvSpPr>
            <a:spLocks/>
          </p:cNvSpPr>
          <p:nvPr userDrawn="1"/>
        </p:nvSpPr>
        <p:spPr bwMode="auto">
          <a:xfrm>
            <a:off x="7208499" y="5020099"/>
            <a:ext cx="145079" cy="123400"/>
          </a:xfrm>
          <a:custGeom>
            <a:avLst/>
            <a:gdLst>
              <a:gd name="T0" fmla="*/ 396 w 791"/>
              <a:gd name="T1" fmla="*/ 267 h 666"/>
              <a:gd name="T2" fmla="*/ 261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90 w 791"/>
              <a:gd name="T9" fmla="*/ 0 h 666"/>
              <a:gd name="T10" fmla="*/ 325 w 791"/>
              <a:gd name="T11" fmla="*/ 0 h 666"/>
              <a:gd name="T12" fmla="*/ 361 w 791"/>
              <a:gd name="T13" fmla="*/ 0 h 666"/>
              <a:gd name="T14" fmla="*/ 396 w 791"/>
              <a:gd name="T15" fmla="*/ 0 h 666"/>
              <a:gd name="T16" fmla="*/ 431 w 791"/>
              <a:gd name="T17" fmla="*/ 0 h 666"/>
              <a:gd name="T18" fmla="*/ 467 w 791"/>
              <a:gd name="T19" fmla="*/ 0 h 666"/>
              <a:gd name="T20" fmla="*/ 501 w 791"/>
              <a:gd name="T21" fmla="*/ 0 h 666"/>
              <a:gd name="T22" fmla="*/ 537 w 791"/>
              <a:gd name="T23" fmla="*/ 0 h 666"/>
              <a:gd name="T24" fmla="*/ 791 w 791"/>
              <a:gd name="T25" fmla="*/ 666 h 666"/>
              <a:gd name="T26" fmla="*/ 531 w 791"/>
              <a:gd name="T27" fmla="*/ 666 h 666"/>
              <a:gd name="T28" fmla="*/ 396 w 791"/>
              <a:gd name="T29" fmla="*/ 267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6" y="267"/>
                </a:moveTo>
                <a:lnTo>
                  <a:pt x="261" y="666"/>
                </a:lnTo>
                <a:lnTo>
                  <a:pt x="0" y="666"/>
                </a:lnTo>
                <a:lnTo>
                  <a:pt x="254" y="0"/>
                </a:lnTo>
                <a:lnTo>
                  <a:pt x="290" y="0"/>
                </a:lnTo>
                <a:lnTo>
                  <a:pt x="325" y="0"/>
                </a:lnTo>
                <a:lnTo>
                  <a:pt x="361" y="0"/>
                </a:lnTo>
                <a:lnTo>
                  <a:pt x="396" y="0"/>
                </a:lnTo>
                <a:lnTo>
                  <a:pt x="431" y="0"/>
                </a:lnTo>
                <a:lnTo>
                  <a:pt x="467" y="0"/>
                </a:lnTo>
                <a:lnTo>
                  <a:pt x="501" y="0"/>
                </a:lnTo>
                <a:lnTo>
                  <a:pt x="537" y="0"/>
                </a:lnTo>
                <a:lnTo>
                  <a:pt x="791" y="666"/>
                </a:lnTo>
                <a:lnTo>
                  <a:pt x="531" y="666"/>
                </a:lnTo>
                <a:lnTo>
                  <a:pt x="396" y="267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21" name="Freeform 142"/>
          <p:cNvSpPr>
            <a:spLocks/>
          </p:cNvSpPr>
          <p:nvPr userDrawn="1"/>
        </p:nvSpPr>
        <p:spPr bwMode="auto">
          <a:xfrm>
            <a:off x="7101775" y="5020099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2 w 643"/>
              <a:gd name="T5" fmla="*/ 0 h 666"/>
              <a:gd name="T6" fmla="*/ 482 w 643"/>
              <a:gd name="T7" fmla="*/ 0 h 666"/>
              <a:gd name="T8" fmla="*/ 401 w 643"/>
              <a:gd name="T9" fmla="*/ 0 h 666"/>
              <a:gd name="T10" fmla="*/ 322 w 643"/>
              <a:gd name="T11" fmla="*/ 0 h 666"/>
              <a:gd name="T12" fmla="*/ 241 w 643"/>
              <a:gd name="T13" fmla="*/ 0 h 666"/>
              <a:gd name="T14" fmla="*/ 161 w 643"/>
              <a:gd name="T15" fmla="*/ 0 h 666"/>
              <a:gd name="T16" fmla="*/ 80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9 w 643"/>
              <a:gd name="T23" fmla="*/ 192 h 666"/>
              <a:gd name="T24" fmla="*/ 189 w 643"/>
              <a:gd name="T25" fmla="*/ 666 h 666"/>
              <a:gd name="T26" fmla="*/ 454 w 643"/>
              <a:gd name="T27" fmla="*/ 666 h 666"/>
              <a:gd name="T28" fmla="*/ 454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2" y="0"/>
                </a:lnTo>
                <a:lnTo>
                  <a:pt x="482" y="0"/>
                </a:lnTo>
                <a:lnTo>
                  <a:pt x="401" y="0"/>
                </a:lnTo>
                <a:lnTo>
                  <a:pt x="322" y="0"/>
                </a:lnTo>
                <a:lnTo>
                  <a:pt x="241" y="0"/>
                </a:lnTo>
                <a:lnTo>
                  <a:pt x="161" y="0"/>
                </a:lnTo>
                <a:lnTo>
                  <a:pt x="80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4" y="666"/>
                </a:lnTo>
                <a:lnTo>
                  <a:pt x="454" y="192"/>
                </a:lnTo>
                <a:lnTo>
                  <a:pt x="643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22" name="Freeform 143"/>
          <p:cNvSpPr>
            <a:spLocks/>
          </p:cNvSpPr>
          <p:nvPr userDrawn="1"/>
        </p:nvSpPr>
        <p:spPr bwMode="auto">
          <a:xfrm>
            <a:off x="7928890" y="5020099"/>
            <a:ext cx="146746" cy="123400"/>
          </a:xfrm>
          <a:custGeom>
            <a:avLst/>
            <a:gdLst>
              <a:gd name="T0" fmla="*/ 396 w 791"/>
              <a:gd name="T1" fmla="*/ 267 h 666"/>
              <a:gd name="T2" fmla="*/ 260 w 791"/>
              <a:gd name="T3" fmla="*/ 666 h 666"/>
              <a:gd name="T4" fmla="*/ 0 w 791"/>
              <a:gd name="T5" fmla="*/ 666 h 666"/>
              <a:gd name="T6" fmla="*/ 256 w 791"/>
              <a:gd name="T7" fmla="*/ 0 h 666"/>
              <a:gd name="T8" fmla="*/ 290 w 791"/>
              <a:gd name="T9" fmla="*/ 0 h 666"/>
              <a:gd name="T10" fmla="*/ 326 w 791"/>
              <a:gd name="T11" fmla="*/ 0 h 666"/>
              <a:gd name="T12" fmla="*/ 360 w 791"/>
              <a:gd name="T13" fmla="*/ 0 h 666"/>
              <a:gd name="T14" fmla="*/ 396 w 791"/>
              <a:gd name="T15" fmla="*/ 0 h 666"/>
              <a:gd name="T16" fmla="*/ 430 w 791"/>
              <a:gd name="T17" fmla="*/ 0 h 666"/>
              <a:gd name="T18" fmla="*/ 466 w 791"/>
              <a:gd name="T19" fmla="*/ 0 h 666"/>
              <a:gd name="T20" fmla="*/ 502 w 791"/>
              <a:gd name="T21" fmla="*/ 0 h 666"/>
              <a:gd name="T22" fmla="*/ 536 w 791"/>
              <a:gd name="T23" fmla="*/ 0 h 666"/>
              <a:gd name="T24" fmla="*/ 791 w 791"/>
              <a:gd name="T25" fmla="*/ 666 h 666"/>
              <a:gd name="T26" fmla="*/ 532 w 791"/>
              <a:gd name="T27" fmla="*/ 666 h 666"/>
              <a:gd name="T28" fmla="*/ 396 w 791"/>
              <a:gd name="T29" fmla="*/ 267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6" y="267"/>
                </a:moveTo>
                <a:lnTo>
                  <a:pt x="260" y="666"/>
                </a:lnTo>
                <a:lnTo>
                  <a:pt x="0" y="666"/>
                </a:lnTo>
                <a:lnTo>
                  <a:pt x="256" y="0"/>
                </a:lnTo>
                <a:lnTo>
                  <a:pt x="290" y="0"/>
                </a:lnTo>
                <a:lnTo>
                  <a:pt x="326" y="0"/>
                </a:lnTo>
                <a:lnTo>
                  <a:pt x="360" y="0"/>
                </a:lnTo>
                <a:lnTo>
                  <a:pt x="396" y="0"/>
                </a:lnTo>
                <a:lnTo>
                  <a:pt x="430" y="0"/>
                </a:lnTo>
                <a:lnTo>
                  <a:pt x="466" y="0"/>
                </a:lnTo>
                <a:lnTo>
                  <a:pt x="502" y="0"/>
                </a:lnTo>
                <a:lnTo>
                  <a:pt x="536" y="0"/>
                </a:lnTo>
                <a:lnTo>
                  <a:pt x="791" y="666"/>
                </a:lnTo>
                <a:lnTo>
                  <a:pt x="532" y="666"/>
                </a:lnTo>
                <a:lnTo>
                  <a:pt x="396" y="267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23" name="Freeform 144"/>
          <p:cNvSpPr>
            <a:spLocks/>
          </p:cNvSpPr>
          <p:nvPr userDrawn="1"/>
        </p:nvSpPr>
        <p:spPr bwMode="auto">
          <a:xfrm>
            <a:off x="7823833" y="5020099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3 w 643"/>
              <a:gd name="T5" fmla="*/ 0 h 666"/>
              <a:gd name="T6" fmla="*/ 482 w 643"/>
              <a:gd name="T7" fmla="*/ 0 h 666"/>
              <a:gd name="T8" fmla="*/ 402 w 643"/>
              <a:gd name="T9" fmla="*/ 0 h 666"/>
              <a:gd name="T10" fmla="*/ 321 w 643"/>
              <a:gd name="T11" fmla="*/ 0 h 666"/>
              <a:gd name="T12" fmla="*/ 242 w 643"/>
              <a:gd name="T13" fmla="*/ 0 h 666"/>
              <a:gd name="T14" fmla="*/ 161 w 643"/>
              <a:gd name="T15" fmla="*/ 0 h 666"/>
              <a:gd name="T16" fmla="*/ 81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9 w 643"/>
              <a:gd name="T23" fmla="*/ 192 h 666"/>
              <a:gd name="T24" fmla="*/ 189 w 643"/>
              <a:gd name="T25" fmla="*/ 666 h 666"/>
              <a:gd name="T26" fmla="*/ 455 w 643"/>
              <a:gd name="T27" fmla="*/ 666 h 666"/>
              <a:gd name="T28" fmla="*/ 455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3" y="0"/>
                </a:lnTo>
                <a:lnTo>
                  <a:pt x="482" y="0"/>
                </a:lnTo>
                <a:lnTo>
                  <a:pt x="402" y="0"/>
                </a:lnTo>
                <a:lnTo>
                  <a:pt x="321" y="0"/>
                </a:lnTo>
                <a:lnTo>
                  <a:pt x="242" y="0"/>
                </a:lnTo>
                <a:lnTo>
                  <a:pt x="161" y="0"/>
                </a:lnTo>
                <a:lnTo>
                  <a:pt x="81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5" y="666"/>
                </a:lnTo>
                <a:lnTo>
                  <a:pt x="455" y="192"/>
                </a:lnTo>
                <a:lnTo>
                  <a:pt x="643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24" name="Freeform 145"/>
          <p:cNvSpPr>
            <a:spLocks/>
          </p:cNvSpPr>
          <p:nvPr userDrawn="1"/>
        </p:nvSpPr>
        <p:spPr bwMode="auto">
          <a:xfrm>
            <a:off x="7688760" y="5020099"/>
            <a:ext cx="146746" cy="123400"/>
          </a:xfrm>
          <a:custGeom>
            <a:avLst/>
            <a:gdLst>
              <a:gd name="T0" fmla="*/ 394 w 791"/>
              <a:gd name="T1" fmla="*/ 267 h 666"/>
              <a:gd name="T2" fmla="*/ 260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90 w 791"/>
              <a:gd name="T9" fmla="*/ 0 h 666"/>
              <a:gd name="T10" fmla="*/ 324 w 791"/>
              <a:gd name="T11" fmla="*/ 0 h 666"/>
              <a:gd name="T12" fmla="*/ 360 w 791"/>
              <a:gd name="T13" fmla="*/ 0 h 666"/>
              <a:gd name="T14" fmla="*/ 394 w 791"/>
              <a:gd name="T15" fmla="*/ 0 h 666"/>
              <a:gd name="T16" fmla="*/ 430 w 791"/>
              <a:gd name="T17" fmla="*/ 0 h 666"/>
              <a:gd name="T18" fmla="*/ 466 w 791"/>
              <a:gd name="T19" fmla="*/ 0 h 666"/>
              <a:gd name="T20" fmla="*/ 501 w 791"/>
              <a:gd name="T21" fmla="*/ 0 h 666"/>
              <a:gd name="T22" fmla="*/ 536 w 791"/>
              <a:gd name="T23" fmla="*/ 0 h 666"/>
              <a:gd name="T24" fmla="*/ 791 w 791"/>
              <a:gd name="T25" fmla="*/ 666 h 666"/>
              <a:gd name="T26" fmla="*/ 530 w 791"/>
              <a:gd name="T27" fmla="*/ 666 h 666"/>
              <a:gd name="T28" fmla="*/ 394 w 791"/>
              <a:gd name="T29" fmla="*/ 267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4" y="267"/>
                </a:moveTo>
                <a:lnTo>
                  <a:pt x="260" y="666"/>
                </a:lnTo>
                <a:lnTo>
                  <a:pt x="0" y="666"/>
                </a:lnTo>
                <a:lnTo>
                  <a:pt x="254" y="0"/>
                </a:lnTo>
                <a:lnTo>
                  <a:pt x="290" y="0"/>
                </a:lnTo>
                <a:lnTo>
                  <a:pt x="324" y="0"/>
                </a:lnTo>
                <a:lnTo>
                  <a:pt x="360" y="0"/>
                </a:lnTo>
                <a:lnTo>
                  <a:pt x="394" y="0"/>
                </a:lnTo>
                <a:lnTo>
                  <a:pt x="430" y="0"/>
                </a:lnTo>
                <a:lnTo>
                  <a:pt x="466" y="0"/>
                </a:lnTo>
                <a:lnTo>
                  <a:pt x="501" y="0"/>
                </a:lnTo>
                <a:lnTo>
                  <a:pt x="536" y="0"/>
                </a:lnTo>
                <a:lnTo>
                  <a:pt x="791" y="666"/>
                </a:lnTo>
                <a:lnTo>
                  <a:pt x="530" y="666"/>
                </a:lnTo>
                <a:lnTo>
                  <a:pt x="394" y="267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25" name="Freeform 146"/>
          <p:cNvSpPr>
            <a:spLocks/>
          </p:cNvSpPr>
          <p:nvPr userDrawn="1"/>
        </p:nvSpPr>
        <p:spPr bwMode="auto">
          <a:xfrm>
            <a:off x="7582035" y="5020099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2 w 643"/>
              <a:gd name="T5" fmla="*/ 0 h 666"/>
              <a:gd name="T6" fmla="*/ 482 w 643"/>
              <a:gd name="T7" fmla="*/ 0 h 666"/>
              <a:gd name="T8" fmla="*/ 401 w 643"/>
              <a:gd name="T9" fmla="*/ 0 h 666"/>
              <a:gd name="T10" fmla="*/ 321 w 643"/>
              <a:gd name="T11" fmla="*/ 0 h 666"/>
              <a:gd name="T12" fmla="*/ 240 w 643"/>
              <a:gd name="T13" fmla="*/ 0 h 666"/>
              <a:gd name="T14" fmla="*/ 161 w 643"/>
              <a:gd name="T15" fmla="*/ 0 h 666"/>
              <a:gd name="T16" fmla="*/ 79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7 w 643"/>
              <a:gd name="T23" fmla="*/ 192 h 666"/>
              <a:gd name="T24" fmla="*/ 187 w 643"/>
              <a:gd name="T25" fmla="*/ 666 h 666"/>
              <a:gd name="T26" fmla="*/ 454 w 643"/>
              <a:gd name="T27" fmla="*/ 666 h 666"/>
              <a:gd name="T28" fmla="*/ 454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2" y="0"/>
                </a:lnTo>
                <a:lnTo>
                  <a:pt x="482" y="0"/>
                </a:lnTo>
                <a:lnTo>
                  <a:pt x="401" y="0"/>
                </a:lnTo>
                <a:lnTo>
                  <a:pt x="321" y="0"/>
                </a:lnTo>
                <a:lnTo>
                  <a:pt x="240" y="0"/>
                </a:lnTo>
                <a:lnTo>
                  <a:pt x="161" y="0"/>
                </a:lnTo>
                <a:lnTo>
                  <a:pt x="79" y="0"/>
                </a:lnTo>
                <a:lnTo>
                  <a:pt x="0" y="0"/>
                </a:lnTo>
                <a:lnTo>
                  <a:pt x="0" y="192"/>
                </a:lnTo>
                <a:lnTo>
                  <a:pt x="187" y="192"/>
                </a:lnTo>
                <a:lnTo>
                  <a:pt x="187" y="666"/>
                </a:lnTo>
                <a:lnTo>
                  <a:pt x="454" y="666"/>
                </a:lnTo>
                <a:lnTo>
                  <a:pt x="454" y="192"/>
                </a:lnTo>
                <a:lnTo>
                  <a:pt x="643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26" name="Freeform 147"/>
          <p:cNvSpPr>
            <a:spLocks/>
          </p:cNvSpPr>
          <p:nvPr userDrawn="1"/>
        </p:nvSpPr>
        <p:spPr bwMode="auto">
          <a:xfrm>
            <a:off x="8410818" y="5020099"/>
            <a:ext cx="145079" cy="123400"/>
          </a:xfrm>
          <a:custGeom>
            <a:avLst/>
            <a:gdLst>
              <a:gd name="T0" fmla="*/ 397 w 791"/>
              <a:gd name="T1" fmla="*/ 267 h 666"/>
              <a:gd name="T2" fmla="*/ 261 w 791"/>
              <a:gd name="T3" fmla="*/ 666 h 666"/>
              <a:gd name="T4" fmla="*/ 0 w 791"/>
              <a:gd name="T5" fmla="*/ 666 h 666"/>
              <a:gd name="T6" fmla="*/ 256 w 791"/>
              <a:gd name="T7" fmla="*/ 0 h 666"/>
              <a:gd name="T8" fmla="*/ 291 w 791"/>
              <a:gd name="T9" fmla="*/ 0 h 666"/>
              <a:gd name="T10" fmla="*/ 326 w 791"/>
              <a:gd name="T11" fmla="*/ 0 h 666"/>
              <a:gd name="T12" fmla="*/ 361 w 791"/>
              <a:gd name="T13" fmla="*/ 0 h 666"/>
              <a:gd name="T14" fmla="*/ 397 w 791"/>
              <a:gd name="T15" fmla="*/ 0 h 666"/>
              <a:gd name="T16" fmla="*/ 431 w 791"/>
              <a:gd name="T17" fmla="*/ 0 h 666"/>
              <a:gd name="T18" fmla="*/ 467 w 791"/>
              <a:gd name="T19" fmla="*/ 0 h 666"/>
              <a:gd name="T20" fmla="*/ 503 w 791"/>
              <a:gd name="T21" fmla="*/ 0 h 666"/>
              <a:gd name="T22" fmla="*/ 537 w 791"/>
              <a:gd name="T23" fmla="*/ 0 h 666"/>
              <a:gd name="T24" fmla="*/ 791 w 791"/>
              <a:gd name="T25" fmla="*/ 666 h 666"/>
              <a:gd name="T26" fmla="*/ 532 w 791"/>
              <a:gd name="T27" fmla="*/ 666 h 666"/>
              <a:gd name="T28" fmla="*/ 397 w 791"/>
              <a:gd name="T29" fmla="*/ 267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7" y="267"/>
                </a:moveTo>
                <a:lnTo>
                  <a:pt x="261" y="666"/>
                </a:lnTo>
                <a:lnTo>
                  <a:pt x="0" y="666"/>
                </a:lnTo>
                <a:lnTo>
                  <a:pt x="256" y="0"/>
                </a:lnTo>
                <a:lnTo>
                  <a:pt x="291" y="0"/>
                </a:lnTo>
                <a:lnTo>
                  <a:pt x="326" y="0"/>
                </a:lnTo>
                <a:lnTo>
                  <a:pt x="361" y="0"/>
                </a:lnTo>
                <a:lnTo>
                  <a:pt x="397" y="0"/>
                </a:lnTo>
                <a:lnTo>
                  <a:pt x="431" y="0"/>
                </a:lnTo>
                <a:lnTo>
                  <a:pt x="467" y="0"/>
                </a:lnTo>
                <a:lnTo>
                  <a:pt x="503" y="0"/>
                </a:lnTo>
                <a:lnTo>
                  <a:pt x="537" y="0"/>
                </a:lnTo>
                <a:lnTo>
                  <a:pt x="791" y="666"/>
                </a:lnTo>
                <a:lnTo>
                  <a:pt x="532" y="666"/>
                </a:lnTo>
                <a:lnTo>
                  <a:pt x="397" y="267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27" name="Freeform 148"/>
          <p:cNvSpPr>
            <a:spLocks/>
          </p:cNvSpPr>
          <p:nvPr userDrawn="1"/>
        </p:nvSpPr>
        <p:spPr bwMode="auto">
          <a:xfrm>
            <a:off x="8304093" y="5020099"/>
            <a:ext cx="118398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4 w 643"/>
              <a:gd name="T5" fmla="*/ 0 h 666"/>
              <a:gd name="T6" fmla="*/ 483 w 643"/>
              <a:gd name="T7" fmla="*/ 0 h 666"/>
              <a:gd name="T8" fmla="*/ 403 w 643"/>
              <a:gd name="T9" fmla="*/ 0 h 666"/>
              <a:gd name="T10" fmla="*/ 322 w 643"/>
              <a:gd name="T11" fmla="*/ 0 h 666"/>
              <a:gd name="T12" fmla="*/ 242 w 643"/>
              <a:gd name="T13" fmla="*/ 0 h 666"/>
              <a:gd name="T14" fmla="*/ 161 w 643"/>
              <a:gd name="T15" fmla="*/ 0 h 666"/>
              <a:gd name="T16" fmla="*/ 82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9 w 643"/>
              <a:gd name="T23" fmla="*/ 192 h 666"/>
              <a:gd name="T24" fmla="*/ 189 w 643"/>
              <a:gd name="T25" fmla="*/ 666 h 666"/>
              <a:gd name="T26" fmla="*/ 454 w 643"/>
              <a:gd name="T27" fmla="*/ 666 h 666"/>
              <a:gd name="T28" fmla="*/ 454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4" y="0"/>
                </a:lnTo>
                <a:lnTo>
                  <a:pt x="483" y="0"/>
                </a:lnTo>
                <a:lnTo>
                  <a:pt x="403" y="0"/>
                </a:lnTo>
                <a:lnTo>
                  <a:pt x="322" y="0"/>
                </a:lnTo>
                <a:lnTo>
                  <a:pt x="242" y="0"/>
                </a:lnTo>
                <a:lnTo>
                  <a:pt x="161" y="0"/>
                </a:lnTo>
                <a:lnTo>
                  <a:pt x="82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4" y="666"/>
                </a:lnTo>
                <a:lnTo>
                  <a:pt x="454" y="192"/>
                </a:lnTo>
                <a:lnTo>
                  <a:pt x="643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28" name="Freeform 149"/>
          <p:cNvSpPr>
            <a:spLocks/>
          </p:cNvSpPr>
          <p:nvPr userDrawn="1"/>
        </p:nvSpPr>
        <p:spPr bwMode="auto">
          <a:xfrm>
            <a:off x="8170688" y="5020099"/>
            <a:ext cx="145079" cy="123400"/>
          </a:xfrm>
          <a:custGeom>
            <a:avLst/>
            <a:gdLst>
              <a:gd name="T0" fmla="*/ 395 w 791"/>
              <a:gd name="T1" fmla="*/ 267 h 666"/>
              <a:gd name="T2" fmla="*/ 259 w 791"/>
              <a:gd name="T3" fmla="*/ 666 h 666"/>
              <a:gd name="T4" fmla="*/ 0 w 791"/>
              <a:gd name="T5" fmla="*/ 666 h 666"/>
              <a:gd name="T6" fmla="*/ 255 w 791"/>
              <a:gd name="T7" fmla="*/ 0 h 666"/>
              <a:gd name="T8" fmla="*/ 291 w 791"/>
              <a:gd name="T9" fmla="*/ 0 h 666"/>
              <a:gd name="T10" fmla="*/ 325 w 791"/>
              <a:gd name="T11" fmla="*/ 0 h 666"/>
              <a:gd name="T12" fmla="*/ 361 w 791"/>
              <a:gd name="T13" fmla="*/ 0 h 666"/>
              <a:gd name="T14" fmla="*/ 395 w 791"/>
              <a:gd name="T15" fmla="*/ 0 h 666"/>
              <a:gd name="T16" fmla="*/ 431 w 791"/>
              <a:gd name="T17" fmla="*/ 0 h 666"/>
              <a:gd name="T18" fmla="*/ 465 w 791"/>
              <a:gd name="T19" fmla="*/ 0 h 666"/>
              <a:gd name="T20" fmla="*/ 501 w 791"/>
              <a:gd name="T21" fmla="*/ 0 h 666"/>
              <a:gd name="T22" fmla="*/ 537 w 791"/>
              <a:gd name="T23" fmla="*/ 0 h 666"/>
              <a:gd name="T24" fmla="*/ 791 w 791"/>
              <a:gd name="T25" fmla="*/ 666 h 666"/>
              <a:gd name="T26" fmla="*/ 531 w 791"/>
              <a:gd name="T27" fmla="*/ 666 h 666"/>
              <a:gd name="T28" fmla="*/ 395 w 791"/>
              <a:gd name="T29" fmla="*/ 267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5" y="267"/>
                </a:moveTo>
                <a:lnTo>
                  <a:pt x="259" y="666"/>
                </a:lnTo>
                <a:lnTo>
                  <a:pt x="0" y="666"/>
                </a:lnTo>
                <a:lnTo>
                  <a:pt x="255" y="0"/>
                </a:lnTo>
                <a:lnTo>
                  <a:pt x="291" y="0"/>
                </a:lnTo>
                <a:lnTo>
                  <a:pt x="325" y="0"/>
                </a:lnTo>
                <a:lnTo>
                  <a:pt x="361" y="0"/>
                </a:lnTo>
                <a:lnTo>
                  <a:pt x="395" y="0"/>
                </a:lnTo>
                <a:lnTo>
                  <a:pt x="431" y="0"/>
                </a:lnTo>
                <a:lnTo>
                  <a:pt x="465" y="0"/>
                </a:lnTo>
                <a:lnTo>
                  <a:pt x="501" y="0"/>
                </a:lnTo>
                <a:lnTo>
                  <a:pt x="537" y="0"/>
                </a:lnTo>
                <a:lnTo>
                  <a:pt x="791" y="666"/>
                </a:lnTo>
                <a:lnTo>
                  <a:pt x="531" y="666"/>
                </a:lnTo>
                <a:lnTo>
                  <a:pt x="395" y="267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29" name="Freeform 150"/>
          <p:cNvSpPr>
            <a:spLocks/>
          </p:cNvSpPr>
          <p:nvPr userDrawn="1"/>
        </p:nvSpPr>
        <p:spPr bwMode="auto">
          <a:xfrm>
            <a:off x="8063963" y="5020099"/>
            <a:ext cx="118398" cy="123400"/>
          </a:xfrm>
          <a:custGeom>
            <a:avLst/>
            <a:gdLst>
              <a:gd name="T0" fmla="*/ 644 w 644"/>
              <a:gd name="T1" fmla="*/ 192 h 666"/>
              <a:gd name="T2" fmla="*/ 644 w 644"/>
              <a:gd name="T3" fmla="*/ 0 h 666"/>
              <a:gd name="T4" fmla="*/ 563 w 644"/>
              <a:gd name="T5" fmla="*/ 0 h 666"/>
              <a:gd name="T6" fmla="*/ 484 w 644"/>
              <a:gd name="T7" fmla="*/ 0 h 666"/>
              <a:gd name="T8" fmla="*/ 402 w 644"/>
              <a:gd name="T9" fmla="*/ 0 h 666"/>
              <a:gd name="T10" fmla="*/ 323 w 644"/>
              <a:gd name="T11" fmla="*/ 0 h 666"/>
              <a:gd name="T12" fmla="*/ 242 w 644"/>
              <a:gd name="T13" fmla="*/ 0 h 666"/>
              <a:gd name="T14" fmla="*/ 162 w 644"/>
              <a:gd name="T15" fmla="*/ 0 h 666"/>
              <a:gd name="T16" fmla="*/ 81 w 644"/>
              <a:gd name="T17" fmla="*/ 0 h 666"/>
              <a:gd name="T18" fmla="*/ 0 w 644"/>
              <a:gd name="T19" fmla="*/ 0 h 666"/>
              <a:gd name="T20" fmla="*/ 0 w 644"/>
              <a:gd name="T21" fmla="*/ 192 h 666"/>
              <a:gd name="T22" fmla="*/ 189 w 644"/>
              <a:gd name="T23" fmla="*/ 192 h 666"/>
              <a:gd name="T24" fmla="*/ 189 w 644"/>
              <a:gd name="T25" fmla="*/ 666 h 666"/>
              <a:gd name="T26" fmla="*/ 455 w 644"/>
              <a:gd name="T27" fmla="*/ 666 h 666"/>
              <a:gd name="T28" fmla="*/ 455 w 644"/>
              <a:gd name="T29" fmla="*/ 192 h 666"/>
              <a:gd name="T30" fmla="*/ 644 w 644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4" h="666">
                <a:moveTo>
                  <a:pt x="644" y="192"/>
                </a:moveTo>
                <a:lnTo>
                  <a:pt x="644" y="0"/>
                </a:lnTo>
                <a:lnTo>
                  <a:pt x="563" y="0"/>
                </a:lnTo>
                <a:lnTo>
                  <a:pt x="484" y="0"/>
                </a:lnTo>
                <a:lnTo>
                  <a:pt x="402" y="0"/>
                </a:lnTo>
                <a:lnTo>
                  <a:pt x="323" y="0"/>
                </a:lnTo>
                <a:lnTo>
                  <a:pt x="242" y="0"/>
                </a:lnTo>
                <a:lnTo>
                  <a:pt x="162" y="0"/>
                </a:lnTo>
                <a:lnTo>
                  <a:pt x="81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5" y="666"/>
                </a:lnTo>
                <a:lnTo>
                  <a:pt x="455" y="192"/>
                </a:lnTo>
                <a:lnTo>
                  <a:pt x="644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30" name="Freeform 151"/>
          <p:cNvSpPr>
            <a:spLocks/>
          </p:cNvSpPr>
          <p:nvPr userDrawn="1"/>
        </p:nvSpPr>
        <p:spPr bwMode="auto">
          <a:xfrm>
            <a:off x="8891079" y="5020099"/>
            <a:ext cx="146746" cy="123400"/>
          </a:xfrm>
          <a:custGeom>
            <a:avLst/>
            <a:gdLst>
              <a:gd name="T0" fmla="*/ 396 w 791"/>
              <a:gd name="T1" fmla="*/ 267 h 666"/>
              <a:gd name="T2" fmla="*/ 261 w 791"/>
              <a:gd name="T3" fmla="*/ 666 h 666"/>
              <a:gd name="T4" fmla="*/ 0 w 791"/>
              <a:gd name="T5" fmla="*/ 666 h 666"/>
              <a:gd name="T6" fmla="*/ 256 w 791"/>
              <a:gd name="T7" fmla="*/ 0 h 666"/>
              <a:gd name="T8" fmla="*/ 290 w 791"/>
              <a:gd name="T9" fmla="*/ 0 h 666"/>
              <a:gd name="T10" fmla="*/ 326 w 791"/>
              <a:gd name="T11" fmla="*/ 0 h 666"/>
              <a:gd name="T12" fmla="*/ 360 w 791"/>
              <a:gd name="T13" fmla="*/ 0 h 666"/>
              <a:gd name="T14" fmla="*/ 396 w 791"/>
              <a:gd name="T15" fmla="*/ 0 h 666"/>
              <a:gd name="T16" fmla="*/ 431 w 791"/>
              <a:gd name="T17" fmla="*/ 0 h 666"/>
              <a:gd name="T18" fmla="*/ 466 w 791"/>
              <a:gd name="T19" fmla="*/ 0 h 666"/>
              <a:gd name="T20" fmla="*/ 501 w 791"/>
              <a:gd name="T21" fmla="*/ 0 h 666"/>
              <a:gd name="T22" fmla="*/ 537 w 791"/>
              <a:gd name="T23" fmla="*/ 0 h 666"/>
              <a:gd name="T24" fmla="*/ 791 w 791"/>
              <a:gd name="T25" fmla="*/ 666 h 666"/>
              <a:gd name="T26" fmla="*/ 532 w 791"/>
              <a:gd name="T27" fmla="*/ 666 h 666"/>
              <a:gd name="T28" fmla="*/ 396 w 791"/>
              <a:gd name="T29" fmla="*/ 267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6" y="267"/>
                </a:moveTo>
                <a:lnTo>
                  <a:pt x="261" y="666"/>
                </a:lnTo>
                <a:lnTo>
                  <a:pt x="0" y="666"/>
                </a:lnTo>
                <a:lnTo>
                  <a:pt x="256" y="0"/>
                </a:lnTo>
                <a:lnTo>
                  <a:pt x="290" y="0"/>
                </a:lnTo>
                <a:lnTo>
                  <a:pt x="326" y="0"/>
                </a:lnTo>
                <a:lnTo>
                  <a:pt x="360" y="0"/>
                </a:lnTo>
                <a:lnTo>
                  <a:pt x="396" y="0"/>
                </a:lnTo>
                <a:lnTo>
                  <a:pt x="431" y="0"/>
                </a:lnTo>
                <a:lnTo>
                  <a:pt x="466" y="0"/>
                </a:lnTo>
                <a:lnTo>
                  <a:pt x="501" y="0"/>
                </a:lnTo>
                <a:lnTo>
                  <a:pt x="537" y="0"/>
                </a:lnTo>
                <a:lnTo>
                  <a:pt x="791" y="666"/>
                </a:lnTo>
                <a:lnTo>
                  <a:pt x="532" y="666"/>
                </a:lnTo>
                <a:lnTo>
                  <a:pt x="396" y="267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31" name="Freeform 152"/>
          <p:cNvSpPr>
            <a:spLocks/>
          </p:cNvSpPr>
          <p:nvPr userDrawn="1"/>
        </p:nvSpPr>
        <p:spPr bwMode="auto">
          <a:xfrm>
            <a:off x="8786022" y="5020099"/>
            <a:ext cx="116730" cy="123400"/>
          </a:xfrm>
          <a:custGeom>
            <a:avLst/>
            <a:gdLst>
              <a:gd name="T0" fmla="*/ 643 w 643"/>
              <a:gd name="T1" fmla="*/ 192 h 666"/>
              <a:gd name="T2" fmla="*/ 643 w 643"/>
              <a:gd name="T3" fmla="*/ 0 h 666"/>
              <a:gd name="T4" fmla="*/ 563 w 643"/>
              <a:gd name="T5" fmla="*/ 0 h 666"/>
              <a:gd name="T6" fmla="*/ 482 w 643"/>
              <a:gd name="T7" fmla="*/ 0 h 666"/>
              <a:gd name="T8" fmla="*/ 403 w 643"/>
              <a:gd name="T9" fmla="*/ 0 h 666"/>
              <a:gd name="T10" fmla="*/ 321 w 643"/>
              <a:gd name="T11" fmla="*/ 0 h 666"/>
              <a:gd name="T12" fmla="*/ 242 w 643"/>
              <a:gd name="T13" fmla="*/ 0 h 666"/>
              <a:gd name="T14" fmla="*/ 161 w 643"/>
              <a:gd name="T15" fmla="*/ 0 h 666"/>
              <a:gd name="T16" fmla="*/ 80 w 643"/>
              <a:gd name="T17" fmla="*/ 0 h 666"/>
              <a:gd name="T18" fmla="*/ 0 w 643"/>
              <a:gd name="T19" fmla="*/ 0 h 666"/>
              <a:gd name="T20" fmla="*/ 0 w 643"/>
              <a:gd name="T21" fmla="*/ 192 h 666"/>
              <a:gd name="T22" fmla="*/ 189 w 643"/>
              <a:gd name="T23" fmla="*/ 192 h 666"/>
              <a:gd name="T24" fmla="*/ 189 w 643"/>
              <a:gd name="T25" fmla="*/ 666 h 666"/>
              <a:gd name="T26" fmla="*/ 454 w 643"/>
              <a:gd name="T27" fmla="*/ 666 h 666"/>
              <a:gd name="T28" fmla="*/ 454 w 643"/>
              <a:gd name="T29" fmla="*/ 192 h 666"/>
              <a:gd name="T30" fmla="*/ 643 w 643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3" h="666">
                <a:moveTo>
                  <a:pt x="643" y="192"/>
                </a:moveTo>
                <a:lnTo>
                  <a:pt x="643" y="0"/>
                </a:lnTo>
                <a:lnTo>
                  <a:pt x="563" y="0"/>
                </a:lnTo>
                <a:lnTo>
                  <a:pt x="482" y="0"/>
                </a:lnTo>
                <a:lnTo>
                  <a:pt x="403" y="0"/>
                </a:lnTo>
                <a:lnTo>
                  <a:pt x="321" y="0"/>
                </a:lnTo>
                <a:lnTo>
                  <a:pt x="242" y="0"/>
                </a:lnTo>
                <a:lnTo>
                  <a:pt x="161" y="0"/>
                </a:lnTo>
                <a:lnTo>
                  <a:pt x="80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4" y="666"/>
                </a:lnTo>
                <a:lnTo>
                  <a:pt x="454" y="192"/>
                </a:lnTo>
                <a:lnTo>
                  <a:pt x="643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32" name="Freeform 153"/>
          <p:cNvSpPr>
            <a:spLocks/>
          </p:cNvSpPr>
          <p:nvPr userDrawn="1"/>
        </p:nvSpPr>
        <p:spPr bwMode="auto">
          <a:xfrm>
            <a:off x="8650948" y="5020099"/>
            <a:ext cx="146746" cy="123400"/>
          </a:xfrm>
          <a:custGeom>
            <a:avLst/>
            <a:gdLst>
              <a:gd name="T0" fmla="*/ 395 w 791"/>
              <a:gd name="T1" fmla="*/ 267 h 666"/>
              <a:gd name="T2" fmla="*/ 259 w 791"/>
              <a:gd name="T3" fmla="*/ 666 h 666"/>
              <a:gd name="T4" fmla="*/ 0 w 791"/>
              <a:gd name="T5" fmla="*/ 666 h 666"/>
              <a:gd name="T6" fmla="*/ 254 w 791"/>
              <a:gd name="T7" fmla="*/ 0 h 666"/>
              <a:gd name="T8" fmla="*/ 290 w 791"/>
              <a:gd name="T9" fmla="*/ 0 h 666"/>
              <a:gd name="T10" fmla="*/ 324 w 791"/>
              <a:gd name="T11" fmla="*/ 0 h 666"/>
              <a:gd name="T12" fmla="*/ 360 w 791"/>
              <a:gd name="T13" fmla="*/ 0 h 666"/>
              <a:gd name="T14" fmla="*/ 395 w 791"/>
              <a:gd name="T15" fmla="*/ 0 h 666"/>
              <a:gd name="T16" fmla="*/ 431 w 791"/>
              <a:gd name="T17" fmla="*/ 0 h 666"/>
              <a:gd name="T18" fmla="*/ 465 w 791"/>
              <a:gd name="T19" fmla="*/ 0 h 666"/>
              <a:gd name="T20" fmla="*/ 501 w 791"/>
              <a:gd name="T21" fmla="*/ 0 h 666"/>
              <a:gd name="T22" fmla="*/ 535 w 791"/>
              <a:gd name="T23" fmla="*/ 0 h 666"/>
              <a:gd name="T24" fmla="*/ 791 w 791"/>
              <a:gd name="T25" fmla="*/ 666 h 666"/>
              <a:gd name="T26" fmla="*/ 530 w 791"/>
              <a:gd name="T27" fmla="*/ 666 h 666"/>
              <a:gd name="T28" fmla="*/ 395 w 791"/>
              <a:gd name="T29" fmla="*/ 267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791" h="666">
                <a:moveTo>
                  <a:pt x="395" y="267"/>
                </a:moveTo>
                <a:lnTo>
                  <a:pt x="259" y="666"/>
                </a:lnTo>
                <a:lnTo>
                  <a:pt x="0" y="666"/>
                </a:lnTo>
                <a:lnTo>
                  <a:pt x="254" y="0"/>
                </a:lnTo>
                <a:lnTo>
                  <a:pt x="290" y="0"/>
                </a:lnTo>
                <a:lnTo>
                  <a:pt x="324" y="0"/>
                </a:lnTo>
                <a:lnTo>
                  <a:pt x="360" y="0"/>
                </a:lnTo>
                <a:lnTo>
                  <a:pt x="395" y="0"/>
                </a:lnTo>
                <a:lnTo>
                  <a:pt x="431" y="0"/>
                </a:lnTo>
                <a:lnTo>
                  <a:pt x="465" y="0"/>
                </a:lnTo>
                <a:lnTo>
                  <a:pt x="501" y="0"/>
                </a:lnTo>
                <a:lnTo>
                  <a:pt x="535" y="0"/>
                </a:lnTo>
                <a:lnTo>
                  <a:pt x="791" y="666"/>
                </a:lnTo>
                <a:lnTo>
                  <a:pt x="530" y="666"/>
                </a:lnTo>
                <a:lnTo>
                  <a:pt x="395" y="267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33" name="Freeform 154"/>
          <p:cNvSpPr>
            <a:spLocks/>
          </p:cNvSpPr>
          <p:nvPr userDrawn="1"/>
        </p:nvSpPr>
        <p:spPr bwMode="auto">
          <a:xfrm>
            <a:off x="8544224" y="5020099"/>
            <a:ext cx="118398" cy="123400"/>
          </a:xfrm>
          <a:custGeom>
            <a:avLst/>
            <a:gdLst>
              <a:gd name="T0" fmla="*/ 645 w 645"/>
              <a:gd name="T1" fmla="*/ 192 h 666"/>
              <a:gd name="T2" fmla="*/ 645 w 645"/>
              <a:gd name="T3" fmla="*/ 0 h 666"/>
              <a:gd name="T4" fmla="*/ 564 w 645"/>
              <a:gd name="T5" fmla="*/ 0 h 666"/>
              <a:gd name="T6" fmla="*/ 484 w 645"/>
              <a:gd name="T7" fmla="*/ 0 h 666"/>
              <a:gd name="T8" fmla="*/ 403 w 645"/>
              <a:gd name="T9" fmla="*/ 0 h 666"/>
              <a:gd name="T10" fmla="*/ 323 w 645"/>
              <a:gd name="T11" fmla="*/ 0 h 666"/>
              <a:gd name="T12" fmla="*/ 242 w 645"/>
              <a:gd name="T13" fmla="*/ 0 h 666"/>
              <a:gd name="T14" fmla="*/ 161 w 645"/>
              <a:gd name="T15" fmla="*/ 0 h 666"/>
              <a:gd name="T16" fmla="*/ 82 w 645"/>
              <a:gd name="T17" fmla="*/ 0 h 666"/>
              <a:gd name="T18" fmla="*/ 0 w 645"/>
              <a:gd name="T19" fmla="*/ 0 h 666"/>
              <a:gd name="T20" fmla="*/ 0 w 645"/>
              <a:gd name="T21" fmla="*/ 192 h 666"/>
              <a:gd name="T22" fmla="*/ 189 w 645"/>
              <a:gd name="T23" fmla="*/ 192 h 666"/>
              <a:gd name="T24" fmla="*/ 189 w 645"/>
              <a:gd name="T25" fmla="*/ 666 h 666"/>
              <a:gd name="T26" fmla="*/ 456 w 645"/>
              <a:gd name="T27" fmla="*/ 666 h 666"/>
              <a:gd name="T28" fmla="*/ 456 w 645"/>
              <a:gd name="T29" fmla="*/ 192 h 666"/>
              <a:gd name="T30" fmla="*/ 645 w 645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5" h="666">
                <a:moveTo>
                  <a:pt x="645" y="192"/>
                </a:moveTo>
                <a:lnTo>
                  <a:pt x="645" y="0"/>
                </a:lnTo>
                <a:lnTo>
                  <a:pt x="564" y="0"/>
                </a:lnTo>
                <a:lnTo>
                  <a:pt x="484" y="0"/>
                </a:lnTo>
                <a:lnTo>
                  <a:pt x="403" y="0"/>
                </a:lnTo>
                <a:lnTo>
                  <a:pt x="323" y="0"/>
                </a:lnTo>
                <a:lnTo>
                  <a:pt x="242" y="0"/>
                </a:lnTo>
                <a:lnTo>
                  <a:pt x="161" y="0"/>
                </a:lnTo>
                <a:lnTo>
                  <a:pt x="82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6" y="666"/>
                </a:lnTo>
                <a:lnTo>
                  <a:pt x="456" y="192"/>
                </a:lnTo>
                <a:lnTo>
                  <a:pt x="645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334" name="Freeform 155"/>
          <p:cNvSpPr>
            <a:spLocks/>
          </p:cNvSpPr>
          <p:nvPr userDrawn="1"/>
        </p:nvSpPr>
        <p:spPr bwMode="auto">
          <a:xfrm>
            <a:off x="9026152" y="5020099"/>
            <a:ext cx="118398" cy="123400"/>
          </a:xfrm>
          <a:custGeom>
            <a:avLst/>
            <a:gdLst>
              <a:gd name="T0" fmla="*/ 644 w 644"/>
              <a:gd name="T1" fmla="*/ 192 h 666"/>
              <a:gd name="T2" fmla="*/ 644 w 644"/>
              <a:gd name="T3" fmla="*/ 0 h 666"/>
              <a:gd name="T4" fmla="*/ 563 w 644"/>
              <a:gd name="T5" fmla="*/ 0 h 666"/>
              <a:gd name="T6" fmla="*/ 484 w 644"/>
              <a:gd name="T7" fmla="*/ 0 h 666"/>
              <a:gd name="T8" fmla="*/ 403 w 644"/>
              <a:gd name="T9" fmla="*/ 0 h 666"/>
              <a:gd name="T10" fmla="*/ 321 w 644"/>
              <a:gd name="T11" fmla="*/ 0 h 666"/>
              <a:gd name="T12" fmla="*/ 242 w 644"/>
              <a:gd name="T13" fmla="*/ 0 h 666"/>
              <a:gd name="T14" fmla="*/ 161 w 644"/>
              <a:gd name="T15" fmla="*/ 0 h 666"/>
              <a:gd name="T16" fmla="*/ 81 w 644"/>
              <a:gd name="T17" fmla="*/ 0 h 666"/>
              <a:gd name="T18" fmla="*/ 0 w 644"/>
              <a:gd name="T19" fmla="*/ 0 h 666"/>
              <a:gd name="T20" fmla="*/ 0 w 644"/>
              <a:gd name="T21" fmla="*/ 192 h 666"/>
              <a:gd name="T22" fmla="*/ 189 w 644"/>
              <a:gd name="T23" fmla="*/ 192 h 666"/>
              <a:gd name="T24" fmla="*/ 189 w 644"/>
              <a:gd name="T25" fmla="*/ 666 h 666"/>
              <a:gd name="T26" fmla="*/ 456 w 644"/>
              <a:gd name="T27" fmla="*/ 666 h 666"/>
              <a:gd name="T28" fmla="*/ 456 w 644"/>
              <a:gd name="T29" fmla="*/ 192 h 666"/>
              <a:gd name="T30" fmla="*/ 644 w 644"/>
              <a:gd name="T31" fmla="*/ 192 h 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4" h="666">
                <a:moveTo>
                  <a:pt x="644" y="192"/>
                </a:moveTo>
                <a:lnTo>
                  <a:pt x="644" y="0"/>
                </a:lnTo>
                <a:lnTo>
                  <a:pt x="563" y="0"/>
                </a:lnTo>
                <a:lnTo>
                  <a:pt x="484" y="0"/>
                </a:lnTo>
                <a:lnTo>
                  <a:pt x="403" y="0"/>
                </a:lnTo>
                <a:lnTo>
                  <a:pt x="321" y="0"/>
                </a:lnTo>
                <a:lnTo>
                  <a:pt x="242" y="0"/>
                </a:lnTo>
                <a:lnTo>
                  <a:pt x="161" y="0"/>
                </a:lnTo>
                <a:lnTo>
                  <a:pt x="81" y="0"/>
                </a:lnTo>
                <a:lnTo>
                  <a:pt x="0" y="0"/>
                </a:lnTo>
                <a:lnTo>
                  <a:pt x="0" y="192"/>
                </a:lnTo>
                <a:lnTo>
                  <a:pt x="189" y="192"/>
                </a:lnTo>
                <a:lnTo>
                  <a:pt x="189" y="666"/>
                </a:lnTo>
                <a:lnTo>
                  <a:pt x="456" y="666"/>
                </a:lnTo>
                <a:lnTo>
                  <a:pt x="456" y="192"/>
                </a:lnTo>
                <a:lnTo>
                  <a:pt x="644" y="192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4488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8172" y="891778"/>
            <a:ext cx="4038600" cy="3394472"/>
          </a:xfrm>
        </p:spPr>
        <p:txBody>
          <a:bodyPr>
            <a:noAutofit/>
          </a:bodyPr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3"/>
          </p:nvPr>
        </p:nvSpPr>
        <p:spPr>
          <a:xfrm>
            <a:off x="4778826" y="891778"/>
            <a:ext cx="4038600" cy="3394472"/>
          </a:xfrm>
        </p:spPr>
        <p:txBody>
          <a:bodyPr>
            <a:noAutofit/>
          </a:bodyPr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10100" y="4894419"/>
            <a:ext cx="2286000" cy="167640"/>
          </a:xfrm>
        </p:spPr>
        <p:txBody>
          <a:bodyPr wrap="none">
            <a:noAutofit/>
          </a:bodyPr>
          <a:lstStyle>
            <a:lvl1pPr marL="0" indent="0" algn="r">
              <a:buNone/>
              <a:defRPr sz="8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Information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993746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10100" y="4894419"/>
            <a:ext cx="2286000" cy="167640"/>
          </a:xfrm>
        </p:spPr>
        <p:txBody>
          <a:bodyPr wrap="none">
            <a:noAutofit/>
          </a:bodyPr>
          <a:lstStyle>
            <a:lvl1pPr marL="0" indent="0" algn="r">
              <a:buNone/>
              <a:defRPr sz="8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Information Classification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403760" y="693709"/>
            <a:ext cx="8511639" cy="339447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5pPr>
              <a:defRPr>
                <a:latin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D4C4E9-31D3-4745-A4A1-42769EE3C6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7505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0F0DE38-2027-48B7-891D-A091CCB50848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E6F7FF"/>
              </a:gs>
              <a:gs pos="100000">
                <a:srgbClr val="FCFEFF"/>
              </a:gs>
            </a:gsLst>
            <a:lin ang="162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4730214" y="4889066"/>
            <a:ext cx="2813586" cy="192082"/>
          </a:xfrm>
        </p:spPr>
        <p:txBody>
          <a:bodyPr wrap="none" anchor="ctr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Click to add Information Classification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9CE7FE3-5778-4854-ACB5-6D46CDAAE5E4}"/>
              </a:ext>
            </a:extLst>
          </p:cNvPr>
          <p:cNvGrpSpPr/>
          <p:nvPr userDrawn="1"/>
        </p:nvGrpSpPr>
        <p:grpSpPr>
          <a:xfrm>
            <a:off x="7128495" y="4883945"/>
            <a:ext cx="1801978" cy="90827"/>
            <a:chOff x="6993631" y="4883943"/>
            <a:chExt cx="1802026" cy="90829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2BEF1E98-9B07-4306-8F57-EC104ADF36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67734" y="4883943"/>
              <a:ext cx="527923" cy="90829"/>
            </a:xfrm>
            <a:custGeom>
              <a:avLst/>
              <a:gdLst/>
              <a:ahLst/>
              <a:cxnLst>
                <a:cxn ang="0">
                  <a:pos x="3511" y="637"/>
                </a:cxn>
                <a:cxn ang="0">
                  <a:pos x="3625" y="591"/>
                </a:cxn>
                <a:cxn ang="0">
                  <a:pos x="3691" y="454"/>
                </a:cxn>
                <a:cxn ang="0">
                  <a:pos x="3616" y="313"/>
                </a:cxn>
                <a:cxn ang="0">
                  <a:pos x="3441" y="224"/>
                </a:cxn>
                <a:cxn ang="0">
                  <a:pos x="3415" y="147"/>
                </a:cxn>
                <a:cxn ang="0">
                  <a:pos x="3489" y="95"/>
                </a:cxn>
                <a:cxn ang="0">
                  <a:pos x="3666" y="31"/>
                </a:cxn>
                <a:cxn ang="0">
                  <a:pos x="3447" y="8"/>
                </a:cxn>
                <a:cxn ang="0">
                  <a:pos x="3301" y="142"/>
                </a:cxn>
                <a:cxn ang="0">
                  <a:pos x="3355" y="299"/>
                </a:cxn>
                <a:cxn ang="0">
                  <a:pos x="3534" y="392"/>
                </a:cxn>
                <a:cxn ang="0">
                  <a:pos x="3575" y="471"/>
                </a:cxn>
                <a:cxn ang="0">
                  <a:pos x="3511" y="540"/>
                </a:cxn>
                <a:cxn ang="0">
                  <a:pos x="3327" y="514"/>
                </a:cxn>
                <a:cxn ang="0">
                  <a:pos x="3216" y="537"/>
                </a:cxn>
                <a:cxn ang="0">
                  <a:pos x="2637" y="544"/>
                </a:cxn>
                <a:cxn ang="0">
                  <a:pos x="2502" y="526"/>
                </a:cxn>
                <a:cxn ang="0">
                  <a:pos x="2420" y="453"/>
                </a:cxn>
                <a:cxn ang="0">
                  <a:pos x="2390" y="282"/>
                </a:cxn>
                <a:cxn ang="0">
                  <a:pos x="2435" y="168"/>
                </a:cxn>
                <a:cxn ang="0">
                  <a:pos x="2538" y="102"/>
                </a:cxn>
                <a:cxn ang="0">
                  <a:pos x="2726" y="118"/>
                </a:cxn>
                <a:cxn ang="0">
                  <a:pos x="2566" y="2"/>
                </a:cxn>
                <a:cxn ang="0">
                  <a:pos x="2399" y="59"/>
                </a:cxn>
                <a:cxn ang="0">
                  <a:pos x="2293" y="190"/>
                </a:cxn>
                <a:cxn ang="0">
                  <a:pos x="2272" y="380"/>
                </a:cxn>
                <a:cxn ang="0">
                  <a:pos x="2333" y="534"/>
                </a:cxn>
                <a:cxn ang="0">
                  <a:pos x="2467" y="623"/>
                </a:cxn>
                <a:cxn ang="0">
                  <a:pos x="2684" y="632"/>
                </a:cxn>
                <a:cxn ang="0">
                  <a:pos x="1776" y="631"/>
                </a:cxn>
                <a:cxn ang="0">
                  <a:pos x="1717" y="518"/>
                </a:cxn>
                <a:cxn ang="0">
                  <a:pos x="1447" y="10"/>
                </a:cxn>
                <a:cxn ang="0">
                  <a:pos x="1210" y="97"/>
                </a:cxn>
                <a:cxn ang="0">
                  <a:pos x="1281" y="178"/>
                </a:cxn>
                <a:cxn ang="0">
                  <a:pos x="1231" y="277"/>
                </a:cxn>
                <a:cxn ang="0">
                  <a:pos x="1090" y="375"/>
                </a:cxn>
                <a:cxn ang="0">
                  <a:pos x="1233" y="415"/>
                </a:cxn>
                <a:cxn ang="0">
                  <a:pos x="1297" y="622"/>
                </a:cxn>
                <a:cxn ang="0">
                  <a:pos x="1362" y="436"/>
                </a:cxn>
                <a:cxn ang="0">
                  <a:pos x="1282" y="337"/>
                </a:cxn>
                <a:cxn ang="0">
                  <a:pos x="1374" y="258"/>
                </a:cxn>
                <a:cxn ang="0">
                  <a:pos x="1373" y="94"/>
                </a:cxn>
                <a:cxn ang="0">
                  <a:pos x="1263" y="17"/>
                </a:cxn>
                <a:cxn ang="0">
                  <a:pos x="995" y="15"/>
                </a:cxn>
                <a:cxn ang="0">
                  <a:pos x="879" y="537"/>
                </a:cxn>
                <a:cxn ang="0">
                  <a:pos x="118" y="637"/>
                </a:cxn>
                <a:cxn ang="0">
                  <a:pos x="303" y="613"/>
                </a:cxn>
                <a:cxn ang="0">
                  <a:pos x="388" y="526"/>
                </a:cxn>
                <a:cxn ang="0">
                  <a:pos x="373" y="355"/>
                </a:cxn>
                <a:cxn ang="0">
                  <a:pos x="190" y="247"/>
                </a:cxn>
                <a:cxn ang="0">
                  <a:pos x="125" y="177"/>
                </a:cxn>
                <a:cxn ang="0">
                  <a:pos x="163" y="107"/>
                </a:cxn>
                <a:cxn ang="0">
                  <a:pos x="317" y="108"/>
                </a:cxn>
                <a:cxn ang="0">
                  <a:pos x="254" y="1"/>
                </a:cxn>
                <a:cxn ang="0">
                  <a:pos x="44" y="77"/>
                </a:cxn>
                <a:cxn ang="0">
                  <a:pos x="29" y="253"/>
                </a:cxn>
                <a:cxn ang="0">
                  <a:pos x="178" y="359"/>
                </a:cxn>
                <a:cxn ang="0">
                  <a:pos x="284" y="437"/>
                </a:cxn>
                <a:cxn ang="0">
                  <a:pos x="259" y="524"/>
                </a:cxn>
                <a:cxn ang="0">
                  <a:pos x="112" y="540"/>
                </a:cxn>
              </a:cxnLst>
              <a:rect l="0" t="0" r="r" b="b"/>
              <a:pathLst>
                <a:path w="3691" h="641">
                  <a:moveTo>
                    <a:pt x="3288" y="601"/>
                  </a:moveTo>
                  <a:lnTo>
                    <a:pt x="3302" y="609"/>
                  </a:lnTo>
                  <a:lnTo>
                    <a:pt x="3319" y="616"/>
                  </a:lnTo>
                  <a:lnTo>
                    <a:pt x="3338" y="622"/>
                  </a:lnTo>
                  <a:lnTo>
                    <a:pt x="3360" y="629"/>
                  </a:lnTo>
                  <a:lnTo>
                    <a:pt x="3382" y="634"/>
                  </a:lnTo>
                  <a:lnTo>
                    <a:pt x="3406" y="637"/>
                  </a:lnTo>
                  <a:lnTo>
                    <a:pt x="3431" y="640"/>
                  </a:lnTo>
                  <a:lnTo>
                    <a:pt x="3455" y="641"/>
                  </a:lnTo>
                  <a:lnTo>
                    <a:pt x="3484" y="640"/>
                  </a:lnTo>
                  <a:lnTo>
                    <a:pt x="3511" y="637"/>
                  </a:lnTo>
                  <a:lnTo>
                    <a:pt x="3524" y="635"/>
                  </a:lnTo>
                  <a:lnTo>
                    <a:pt x="3536" y="632"/>
                  </a:lnTo>
                  <a:lnTo>
                    <a:pt x="3548" y="629"/>
                  </a:lnTo>
                  <a:lnTo>
                    <a:pt x="3559" y="625"/>
                  </a:lnTo>
                  <a:lnTo>
                    <a:pt x="3570" y="621"/>
                  </a:lnTo>
                  <a:lnTo>
                    <a:pt x="3581" y="617"/>
                  </a:lnTo>
                  <a:lnTo>
                    <a:pt x="3590" y="613"/>
                  </a:lnTo>
                  <a:lnTo>
                    <a:pt x="3600" y="608"/>
                  </a:lnTo>
                  <a:lnTo>
                    <a:pt x="3608" y="603"/>
                  </a:lnTo>
                  <a:lnTo>
                    <a:pt x="3618" y="597"/>
                  </a:lnTo>
                  <a:lnTo>
                    <a:pt x="3625" y="591"/>
                  </a:lnTo>
                  <a:lnTo>
                    <a:pt x="3633" y="584"/>
                  </a:lnTo>
                  <a:lnTo>
                    <a:pt x="3639" y="578"/>
                  </a:lnTo>
                  <a:lnTo>
                    <a:pt x="3646" y="571"/>
                  </a:lnTo>
                  <a:lnTo>
                    <a:pt x="3653" y="564"/>
                  </a:lnTo>
                  <a:lnTo>
                    <a:pt x="3658" y="557"/>
                  </a:lnTo>
                  <a:lnTo>
                    <a:pt x="3668" y="541"/>
                  </a:lnTo>
                  <a:lnTo>
                    <a:pt x="3676" y="526"/>
                  </a:lnTo>
                  <a:lnTo>
                    <a:pt x="3682" y="508"/>
                  </a:lnTo>
                  <a:lnTo>
                    <a:pt x="3687" y="491"/>
                  </a:lnTo>
                  <a:lnTo>
                    <a:pt x="3690" y="472"/>
                  </a:lnTo>
                  <a:lnTo>
                    <a:pt x="3691" y="454"/>
                  </a:lnTo>
                  <a:lnTo>
                    <a:pt x="3690" y="437"/>
                  </a:lnTo>
                  <a:lnTo>
                    <a:pt x="3688" y="422"/>
                  </a:lnTo>
                  <a:lnTo>
                    <a:pt x="3684" y="407"/>
                  </a:lnTo>
                  <a:lnTo>
                    <a:pt x="3680" y="393"/>
                  </a:lnTo>
                  <a:lnTo>
                    <a:pt x="3675" y="380"/>
                  </a:lnTo>
                  <a:lnTo>
                    <a:pt x="3668" y="367"/>
                  </a:lnTo>
                  <a:lnTo>
                    <a:pt x="3660" y="355"/>
                  </a:lnTo>
                  <a:lnTo>
                    <a:pt x="3651" y="344"/>
                  </a:lnTo>
                  <a:lnTo>
                    <a:pt x="3640" y="332"/>
                  </a:lnTo>
                  <a:lnTo>
                    <a:pt x="3629" y="322"/>
                  </a:lnTo>
                  <a:lnTo>
                    <a:pt x="3616" y="313"/>
                  </a:lnTo>
                  <a:lnTo>
                    <a:pt x="3601" y="303"/>
                  </a:lnTo>
                  <a:lnTo>
                    <a:pt x="3586" y="294"/>
                  </a:lnTo>
                  <a:lnTo>
                    <a:pt x="3568" y="286"/>
                  </a:lnTo>
                  <a:lnTo>
                    <a:pt x="3550" y="278"/>
                  </a:lnTo>
                  <a:lnTo>
                    <a:pt x="3530" y="270"/>
                  </a:lnTo>
                  <a:lnTo>
                    <a:pt x="3502" y="258"/>
                  </a:lnTo>
                  <a:lnTo>
                    <a:pt x="3477" y="247"/>
                  </a:lnTo>
                  <a:lnTo>
                    <a:pt x="3467" y="242"/>
                  </a:lnTo>
                  <a:lnTo>
                    <a:pt x="3457" y="236"/>
                  </a:lnTo>
                  <a:lnTo>
                    <a:pt x="3448" y="230"/>
                  </a:lnTo>
                  <a:lnTo>
                    <a:pt x="3441" y="224"/>
                  </a:lnTo>
                  <a:lnTo>
                    <a:pt x="3434" y="219"/>
                  </a:lnTo>
                  <a:lnTo>
                    <a:pt x="3428" y="213"/>
                  </a:lnTo>
                  <a:lnTo>
                    <a:pt x="3423" y="206"/>
                  </a:lnTo>
                  <a:lnTo>
                    <a:pt x="3419" y="200"/>
                  </a:lnTo>
                  <a:lnTo>
                    <a:pt x="3416" y="192"/>
                  </a:lnTo>
                  <a:lnTo>
                    <a:pt x="3414" y="184"/>
                  </a:lnTo>
                  <a:lnTo>
                    <a:pt x="3412" y="177"/>
                  </a:lnTo>
                  <a:lnTo>
                    <a:pt x="3412" y="168"/>
                  </a:lnTo>
                  <a:lnTo>
                    <a:pt x="3412" y="162"/>
                  </a:lnTo>
                  <a:lnTo>
                    <a:pt x="3413" y="154"/>
                  </a:lnTo>
                  <a:lnTo>
                    <a:pt x="3415" y="147"/>
                  </a:lnTo>
                  <a:lnTo>
                    <a:pt x="3418" y="141"/>
                  </a:lnTo>
                  <a:lnTo>
                    <a:pt x="3421" y="135"/>
                  </a:lnTo>
                  <a:lnTo>
                    <a:pt x="3426" y="129"/>
                  </a:lnTo>
                  <a:lnTo>
                    <a:pt x="3431" y="122"/>
                  </a:lnTo>
                  <a:lnTo>
                    <a:pt x="3437" y="117"/>
                  </a:lnTo>
                  <a:lnTo>
                    <a:pt x="3443" y="112"/>
                  </a:lnTo>
                  <a:lnTo>
                    <a:pt x="3450" y="107"/>
                  </a:lnTo>
                  <a:lnTo>
                    <a:pt x="3459" y="103"/>
                  </a:lnTo>
                  <a:lnTo>
                    <a:pt x="3469" y="100"/>
                  </a:lnTo>
                  <a:lnTo>
                    <a:pt x="3479" y="97"/>
                  </a:lnTo>
                  <a:lnTo>
                    <a:pt x="3489" y="95"/>
                  </a:lnTo>
                  <a:lnTo>
                    <a:pt x="3502" y="94"/>
                  </a:lnTo>
                  <a:lnTo>
                    <a:pt x="3515" y="94"/>
                  </a:lnTo>
                  <a:lnTo>
                    <a:pt x="3535" y="94"/>
                  </a:lnTo>
                  <a:lnTo>
                    <a:pt x="3555" y="96"/>
                  </a:lnTo>
                  <a:lnTo>
                    <a:pt x="3573" y="100"/>
                  </a:lnTo>
                  <a:lnTo>
                    <a:pt x="3590" y="104"/>
                  </a:lnTo>
                  <a:lnTo>
                    <a:pt x="3604" y="108"/>
                  </a:lnTo>
                  <a:lnTo>
                    <a:pt x="3618" y="113"/>
                  </a:lnTo>
                  <a:lnTo>
                    <a:pt x="3629" y="118"/>
                  </a:lnTo>
                  <a:lnTo>
                    <a:pt x="3638" y="122"/>
                  </a:lnTo>
                  <a:lnTo>
                    <a:pt x="3666" y="31"/>
                  </a:lnTo>
                  <a:lnTo>
                    <a:pt x="3653" y="25"/>
                  </a:lnTo>
                  <a:lnTo>
                    <a:pt x="3638" y="20"/>
                  </a:lnTo>
                  <a:lnTo>
                    <a:pt x="3622" y="14"/>
                  </a:lnTo>
                  <a:lnTo>
                    <a:pt x="3604" y="9"/>
                  </a:lnTo>
                  <a:lnTo>
                    <a:pt x="3585" y="6"/>
                  </a:lnTo>
                  <a:lnTo>
                    <a:pt x="3564" y="3"/>
                  </a:lnTo>
                  <a:lnTo>
                    <a:pt x="3542" y="1"/>
                  </a:lnTo>
                  <a:lnTo>
                    <a:pt x="3517" y="0"/>
                  </a:lnTo>
                  <a:lnTo>
                    <a:pt x="3492" y="1"/>
                  </a:lnTo>
                  <a:lnTo>
                    <a:pt x="3469" y="4"/>
                  </a:lnTo>
                  <a:lnTo>
                    <a:pt x="3447" y="8"/>
                  </a:lnTo>
                  <a:lnTo>
                    <a:pt x="3426" y="14"/>
                  </a:lnTo>
                  <a:lnTo>
                    <a:pt x="3406" y="22"/>
                  </a:lnTo>
                  <a:lnTo>
                    <a:pt x="3389" y="30"/>
                  </a:lnTo>
                  <a:lnTo>
                    <a:pt x="3372" y="40"/>
                  </a:lnTo>
                  <a:lnTo>
                    <a:pt x="3357" y="51"/>
                  </a:lnTo>
                  <a:lnTo>
                    <a:pt x="3343" y="64"/>
                  </a:lnTo>
                  <a:lnTo>
                    <a:pt x="3331" y="77"/>
                  </a:lnTo>
                  <a:lnTo>
                    <a:pt x="3322" y="93"/>
                  </a:lnTo>
                  <a:lnTo>
                    <a:pt x="3312" y="108"/>
                  </a:lnTo>
                  <a:lnTo>
                    <a:pt x="3306" y="124"/>
                  </a:lnTo>
                  <a:lnTo>
                    <a:pt x="3301" y="142"/>
                  </a:lnTo>
                  <a:lnTo>
                    <a:pt x="3298" y="159"/>
                  </a:lnTo>
                  <a:lnTo>
                    <a:pt x="3297" y="179"/>
                  </a:lnTo>
                  <a:lnTo>
                    <a:pt x="3298" y="194"/>
                  </a:lnTo>
                  <a:lnTo>
                    <a:pt x="3300" y="211"/>
                  </a:lnTo>
                  <a:lnTo>
                    <a:pt x="3304" y="225"/>
                  </a:lnTo>
                  <a:lnTo>
                    <a:pt x="3309" y="240"/>
                  </a:lnTo>
                  <a:lnTo>
                    <a:pt x="3316" y="253"/>
                  </a:lnTo>
                  <a:lnTo>
                    <a:pt x="3324" y="265"/>
                  </a:lnTo>
                  <a:lnTo>
                    <a:pt x="3333" y="277"/>
                  </a:lnTo>
                  <a:lnTo>
                    <a:pt x="3343" y="288"/>
                  </a:lnTo>
                  <a:lnTo>
                    <a:pt x="3355" y="299"/>
                  </a:lnTo>
                  <a:lnTo>
                    <a:pt x="3367" y="310"/>
                  </a:lnTo>
                  <a:lnTo>
                    <a:pt x="3381" y="319"/>
                  </a:lnTo>
                  <a:lnTo>
                    <a:pt x="3396" y="328"/>
                  </a:lnTo>
                  <a:lnTo>
                    <a:pt x="3412" y="336"/>
                  </a:lnTo>
                  <a:lnTo>
                    <a:pt x="3429" y="345"/>
                  </a:lnTo>
                  <a:lnTo>
                    <a:pt x="3447" y="352"/>
                  </a:lnTo>
                  <a:lnTo>
                    <a:pt x="3466" y="359"/>
                  </a:lnTo>
                  <a:lnTo>
                    <a:pt x="3492" y="369"/>
                  </a:lnTo>
                  <a:lnTo>
                    <a:pt x="3516" y="381"/>
                  </a:lnTo>
                  <a:lnTo>
                    <a:pt x="3525" y="386"/>
                  </a:lnTo>
                  <a:lnTo>
                    <a:pt x="3534" y="392"/>
                  </a:lnTo>
                  <a:lnTo>
                    <a:pt x="3543" y="397"/>
                  </a:lnTo>
                  <a:lnTo>
                    <a:pt x="3550" y="403"/>
                  </a:lnTo>
                  <a:lnTo>
                    <a:pt x="3556" y="409"/>
                  </a:lnTo>
                  <a:lnTo>
                    <a:pt x="3561" y="417"/>
                  </a:lnTo>
                  <a:lnTo>
                    <a:pt x="3565" y="423"/>
                  </a:lnTo>
                  <a:lnTo>
                    <a:pt x="3569" y="430"/>
                  </a:lnTo>
                  <a:lnTo>
                    <a:pt x="3571" y="437"/>
                  </a:lnTo>
                  <a:lnTo>
                    <a:pt x="3573" y="445"/>
                  </a:lnTo>
                  <a:lnTo>
                    <a:pt x="3575" y="454"/>
                  </a:lnTo>
                  <a:lnTo>
                    <a:pt x="3576" y="462"/>
                  </a:lnTo>
                  <a:lnTo>
                    <a:pt x="3575" y="471"/>
                  </a:lnTo>
                  <a:lnTo>
                    <a:pt x="3573" y="480"/>
                  </a:lnTo>
                  <a:lnTo>
                    <a:pt x="3571" y="489"/>
                  </a:lnTo>
                  <a:lnTo>
                    <a:pt x="3567" y="497"/>
                  </a:lnTo>
                  <a:lnTo>
                    <a:pt x="3563" y="504"/>
                  </a:lnTo>
                  <a:lnTo>
                    <a:pt x="3558" y="511"/>
                  </a:lnTo>
                  <a:lnTo>
                    <a:pt x="3553" y="517"/>
                  </a:lnTo>
                  <a:lnTo>
                    <a:pt x="3546" y="524"/>
                  </a:lnTo>
                  <a:lnTo>
                    <a:pt x="3539" y="529"/>
                  </a:lnTo>
                  <a:lnTo>
                    <a:pt x="3530" y="533"/>
                  </a:lnTo>
                  <a:lnTo>
                    <a:pt x="3521" y="537"/>
                  </a:lnTo>
                  <a:lnTo>
                    <a:pt x="3511" y="540"/>
                  </a:lnTo>
                  <a:lnTo>
                    <a:pt x="3500" y="543"/>
                  </a:lnTo>
                  <a:lnTo>
                    <a:pt x="3488" y="545"/>
                  </a:lnTo>
                  <a:lnTo>
                    <a:pt x="3476" y="546"/>
                  </a:lnTo>
                  <a:lnTo>
                    <a:pt x="3463" y="546"/>
                  </a:lnTo>
                  <a:lnTo>
                    <a:pt x="3441" y="546"/>
                  </a:lnTo>
                  <a:lnTo>
                    <a:pt x="3420" y="543"/>
                  </a:lnTo>
                  <a:lnTo>
                    <a:pt x="3400" y="540"/>
                  </a:lnTo>
                  <a:lnTo>
                    <a:pt x="3379" y="535"/>
                  </a:lnTo>
                  <a:lnTo>
                    <a:pt x="3361" y="529"/>
                  </a:lnTo>
                  <a:lnTo>
                    <a:pt x="3343" y="523"/>
                  </a:lnTo>
                  <a:lnTo>
                    <a:pt x="3327" y="514"/>
                  </a:lnTo>
                  <a:lnTo>
                    <a:pt x="3312" y="507"/>
                  </a:lnTo>
                  <a:lnTo>
                    <a:pt x="3288" y="601"/>
                  </a:lnTo>
                  <a:close/>
                  <a:moveTo>
                    <a:pt x="3188" y="263"/>
                  </a:moveTo>
                  <a:lnTo>
                    <a:pt x="2955" y="263"/>
                  </a:lnTo>
                  <a:lnTo>
                    <a:pt x="2955" y="104"/>
                  </a:lnTo>
                  <a:lnTo>
                    <a:pt x="3202" y="104"/>
                  </a:lnTo>
                  <a:lnTo>
                    <a:pt x="3202" y="10"/>
                  </a:lnTo>
                  <a:lnTo>
                    <a:pt x="2841" y="10"/>
                  </a:lnTo>
                  <a:lnTo>
                    <a:pt x="2841" y="631"/>
                  </a:lnTo>
                  <a:lnTo>
                    <a:pt x="3216" y="631"/>
                  </a:lnTo>
                  <a:lnTo>
                    <a:pt x="3216" y="537"/>
                  </a:lnTo>
                  <a:lnTo>
                    <a:pt x="2955" y="537"/>
                  </a:lnTo>
                  <a:lnTo>
                    <a:pt x="2955" y="355"/>
                  </a:lnTo>
                  <a:lnTo>
                    <a:pt x="3188" y="355"/>
                  </a:lnTo>
                  <a:lnTo>
                    <a:pt x="3188" y="263"/>
                  </a:lnTo>
                  <a:close/>
                  <a:moveTo>
                    <a:pt x="2727" y="523"/>
                  </a:moveTo>
                  <a:lnTo>
                    <a:pt x="2714" y="528"/>
                  </a:lnTo>
                  <a:lnTo>
                    <a:pt x="2701" y="532"/>
                  </a:lnTo>
                  <a:lnTo>
                    <a:pt x="2687" y="536"/>
                  </a:lnTo>
                  <a:lnTo>
                    <a:pt x="2671" y="539"/>
                  </a:lnTo>
                  <a:lnTo>
                    <a:pt x="2655" y="542"/>
                  </a:lnTo>
                  <a:lnTo>
                    <a:pt x="2637" y="544"/>
                  </a:lnTo>
                  <a:lnTo>
                    <a:pt x="2621" y="545"/>
                  </a:lnTo>
                  <a:lnTo>
                    <a:pt x="2604" y="545"/>
                  </a:lnTo>
                  <a:lnTo>
                    <a:pt x="2590" y="545"/>
                  </a:lnTo>
                  <a:lnTo>
                    <a:pt x="2579" y="544"/>
                  </a:lnTo>
                  <a:lnTo>
                    <a:pt x="2567" y="543"/>
                  </a:lnTo>
                  <a:lnTo>
                    <a:pt x="2555" y="541"/>
                  </a:lnTo>
                  <a:lnTo>
                    <a:pt x="2544" y="539"/>
                  </a:lnTo>
                  <a:lnTo>
                    <a:pt x="2533" y="537"/>
                  </a:lnTo>
                  <a:lnTo>
                    <a:pt x="2522" y="534"/>
                  </a:lnTo>
                  <a:lnTo>
                    <a:pt x="2512" y="530"/>
                  </a:lnTo>
                  <a:lnTo>
                    <a:pt x="2502" y="526"/>
                  </a:lnTo>
                  <a:lnTo>
                    <a:pt x="2493" y="522"/>
                  </a:lnTo>
                  <a:lnTo>
                    <a:pt x="2483" y="516"/>
                  </a:lnTo>
                  <a:lnTo>
                    <a:pt x="2475" y="511"/>
                  </a:lnTo>
                  <a:lnTo>
                    <a:pt x="2467" y="505"/>
                  </a:lnTo>
                  <a:lnTo>
                    <a:pt x="2459" y="499"/>
                  </a:lnTo>
                  <a:lnTo>
                    <a:pt x="2451" y="492"/>
                  </a:lnTo>
                  <a:lnTo>
                    <a:pt x="2444" y="486"/>
                  </a:lnTo>
                  <a:lnTo>
                    <a:pt x="2437" y="477"/>
                  </a:lnTo>
                  <a:lnTo>
                    <a:pt x="2431" y="470"/>
                  </a:lnTo>
                  <a:lnTo>
                    <a:pt x="2426" y="462"/>
                  </a:lnTo>
                  <a:lnTo>
                    <a:pt x="2420" y="453"/>
                  </a:lnTo>
                  <a:lnTo>
                    <a:pt x="2414" y="443"/>
                  </a:lnTo>
                  <a:lnTo>
                    <a:pt x="2410" y="434"/>
                  </a:lnTo>
                  <a:lnTo>
                    <a:pt x="2406" y="425"/>
                  </a:lnTo>
                  <a:lnTo>
                    <a:pt x="2402" y="415"/>
                  </a:lnTo>
                  <a:lnTo>
                    <a:pt x="2396" y="393"/>
                  </a:lnTo>
                  <a:lnTo>
                    <a:pt x="2391" y="371"/>
                  </a:lnTo>
                  <a:lnTo>
                    <a:pt x="2389" y="347"/>
                  </a:lnTo>
                  <a:lnTo>
                    <a:pt x="2388" y="322"/>
                  </a:lnTo>
                  <a:lnTo>
                    <a:pt x="2388" y="309"/>
                  </a:lnTo>
                  <a:lnTo>
                    <a:pt x="2389" y="295"/>
                  </a:lnTo>
                  <a:lnTo>
                    <a:pt x="2390" y="282"/>
                  </a:lnTo>
                  <a:lnTo>
                    <a:pt x="2392" y="270"/>
                  </a:lnTo>
                  <a:lnTo>
                    <a:pt x="2394" y="257"/>
                  </a:lnTo>
                  <a:lnTo>
                    <a:pt x="2397" y="246"/>
                  </a:lnTo>
                  <a:lnTo>
                    <a:pt x="2400" y="235"/>
                  </a:lnTo>
                  <a:lnTo>
                    <a:pt x="2403" y="223"/>
                  </a:lnTo>
                  <a:lnTo>
                    <a:pt x="2408" y="213"/>
                  </a:lnTo>
                  <a:lnTo>
                    <a:pt x="2412" y="203"/>
                  </a:lnTo>
                  <a:lnTo>
                    <a:pt x="2418" y="193"/>
                  </a:lnTo>
                  <a:lnTo>
                    <a:pt x="2423" y="184"/>
                  </a:lnTo>
                  <a:lnTo>
                    <a:pt x="2429" y="176"/>
                  </a:lnTo>
                  <a:lnTo>
                    <a:pt x="2435" y="168"/>
                  </a:lnTo>
                  <a:lnTo>
                    <a:pt x="2441" y="159"/>
                  </a:lnTo>
                  <a:lnTo>
                    <a:pt x="2448" y="152"/>
                  </a:lnTo>
                  <a:lnTo>
                    <a:pt x="2457" y="145"/>
                  </a:lnTo>
                  <a:lnTo>
                    <a:pt x="2464" y="139"/>
                  </a:lnTo>
                  <a:lnTo>
                    <a:pt x="2472" y="133"/>
                  </a:lnTo>
                  <a:lnTo>
                    <a:pt x="2480" y="127"/>
                  </a:lnTo>
                  <a:lnTo>
                    <a:pt x="2489" y="121"/>
                  </a:lnTo>
                  <a:lnTo>
                    <a:pt x="2499" y="117"/>
                  </a:lnTo>
                  <a:lnTo>
                    <a:pt x="2508" y="112"/>
                  </a:lnTo>
                  <a:lnTo>
                    <a:pt x="2517" y="109"/>
                  </a:lnTo>
                  <a:lnTo>
                    <a:pt x="2538" y="102"/>
                  </a:lnTo>
                  <a:lnTo>
                    <a:pt x="2559" y="98"/>
                  </a:lnTo>
                  <a:lnTo>
                    <a:pt x="2582" y="95"/>
                  </a:lnTo>
                  <a:lnTo>
                    <a:pt x="2605" y="94"/>
                  </a:lnTo>
                  <a:lnTo>
                    <a:pt x="2623" y="95"/>
                  </a:lnTo>
                  <a:lnTo>
                    <a:pt x="2641" y="96"/>
                  </a:lnTo>
                  <a:lnTo>
                    <a:pt x="2658" y="98"/>
                  </a:lnTo>
                  <a:lnTo>
                    <a:pt x="2673" y="101"/>
                  </a:lnTo>
                  <a:lnTo>
                    <a:pt x="2688" y="105"/>
                  </a:lnTo>
                  <a:lnTo>
                    <a:pt x="2701" y="109"/>
                  </a:lnTo>
                  <a:lnTo>
                    <a:pt x="2714" y="113"/>
                  </a:lnTo>
                  <a:lnTo>
                    <a:pt x="2726" y="118"/>
                  </a:lnTo>
                  <a:lnTo>
                    <a:pt x="2750" y="28"/>
                  </a:lnTo>
                  <a:lnTo>
                    <a:pt x="2740" y="24"/>
                  </a:lnTo>
                  <a:lnTo>
                    <a:pt x="2728" y="19"/>
                  </a:lnTo>
                  <a:lnTo>
                    <a:pt x="2712" y="13"/>
                  </a:lnTo>
                  <a:lnTo>
                    <a:pt x="2695" y="9"/>
                  </a:lnTo>
                  <a:lnTo>
                    <a:pt x="2674" y="6"/>
                  </a:lnTo>
                  <a:lnTo>
                    <a:pt x="2652" y="3"/>
                  </a:lnTo>
                  <a:lnTo>
                    <a:pt x="2627" y="1"/>
                  </a:lnTo>
                  <a:lnTo>
                    <a:pt x="2600" y="0"/>
                  </a:lnTo>
                  <a:lnTo>
                    <a:pt x="2583" y="1"/>
                  </a:lnTo>
                  <a:lnTo>
                    <a:pt x="2566" y="2"/>
                  </a:lnTo>
                  <a:lnTo>
                    <a:pt x="2548" y="4"/>
                  </a:lnTo>
                  <a:lnTo>
                    <a:pt x="2532" y="6"/>
                  </a:lnTo>
                  <a:lnTo>
                    <a:pt x="2515" y="9"/>
                  </a:lnTo>
                  <a:lnTo>
                    <a:pt x="2499" y="13"/>
                  </a:lnTo>
                  <a:lnTo>
                    <a:pt x="2483" y="17"/>
                  </a:lnTo>
                  <a:lnTo>
                    <a:pt x="2468" y="23"/>
                  </a:lnTo>
                  <a:lnTo>
                    <a:pt x="2454" y="29"/>
                  </a:lnTo>
                  <a:lnTo>
                    <a:pt x="2439" y="35"/>
                  </a:lnTo>
                  <a:lnTo>
                    <a:pt x="2426" y="42"/>
                  </a:lnTo>
                  <a:lnTo>
                    <a:pt x="2411" y="50"/>
                  </a:lnTo>
                  <a:lnTo>
                    <a:pt x="2399" y="59"/>
                  </a:lnTo>
                  <a:lnTo>
                    <a:pt x="2387" y="68"/>
                  </a:lnTo>
                  <a:lnTo>
                    <a:pt x="2374" y="77"/>
                  </a:lnTo>
                  <a:lnTo>
                    <a:pt x="2363" y="87"/>
                  </a:lnTo>
                  <a:lnTo>
                    <a:pt x="2352" y="99"/>
                  </a:lnTo>
                  <a:lnTo>
                    <a:pt x="2342" y="110"/>
                  </a:lnTo>
                  <a:lnTo>
                    <a:pt x="2332" y="122"/>
                  </a:lnTo>
                  <a:lnTo>
                    <a:pt x="2323" y="135"/>
                  </a:lnTo>
                  <a:lnTo>
                    <a:pt x="2315" y="148"/>
                  </a:lnTo>
                  <a:lnTo>
                    <a:pt x="2307" y="162"/>
                  </a:lnTo>
                  <a:lnTo>
                    <a:pt x="2300" y="176"/>
                  </a:lnTo>
                  <a:lnTo>
                    <a:pt x="2293" y="190"/>
                  </a:lnTo>
                  <a:lnTo>
                    <a:pt x="2288" y="206"/>
                  </a:lnTo>
                  <a:lnTo>
                    <a:pt x="2283" y="222"/>
                  </a:lnTo>
                  <a:lnTo>
                    <a:pt x="2278" y="239"/>
                  </a:lnTo>
                  <a:lnTo>
                    <a:pt x="2275" y="255"/>
                  </a:lnTo>
                  <a:lnTo>
                    <a:pt x="2272" y="273"/>
                  </a:lnTo>
                  <a:lnTo>
                    <a:pt x="2270" y="290"/>
                  </a:lnTo>
                  <a:lnTo>
                    <a:pt x="2269" y="309"/>
                  </a:lnTo>
                  <a:lnTo>
                    <a:pt x="2269" y="328"/>
                  </a:lnTo>
                  <a:lnTo>
                    <a:pt x="2269" y="346"/>
                  </a:lnTo>
                  <a:lnTo>
                    <a:pt x="2270" y="362"/>
                  </a:lnTo>
                  <a:lnTo>
                    <a:pt x="2272" y="380"/>
                  </a:lnTo>
                  <a:lnTo>
                    <a:pt x="2274" y="395"/>
                  </a:lnTo>
                  <a:lnTo>
                    <a:pt x="2277" y="412"/>
                  </a:lnTo>
                  <a:lnTo>
                    <a:pt x="2281" y="427"/>
                  </a:lnTo>
                  <a:lnTo>
                    <a:pt x="2285" y="441"/>
                  </a:lnTo>
                  <a:lnTo>
                    <a:pt x="2290" y="457"/>
                  </a:lnTo>
                  <a:lnTo>
                    <a:pt x="2295" y="470"/>
                  </a:lnTo>
                  <a:lnTo>
                    <a:pt x="2302" y="484"/>
                  </a:lnTo>
                  <a:lnTo>
                    <a:pt x="2309" y="497"/>
                  </a:lnTo>
                  <a:lnTo>
                    <a:pt x="2317" y="509"/>
                  </a:lnTo>
                  <a:lnTo>
                    <a:pt x="2325" y="522"/>
                  </a:lnTo>
                  <a:lnTo>
                    <a:pt x="2333" y="534"/>
                  </a:lnTo>
                  <a:lnTo>
                    <a:pt x="2343" y="544"/>
                  </a:lnTo>
                  <a:lnTo>
                    <a:pt x="2353" y="555"/>
                  </a:lnTo>
                  <a:lnTo>
                    <a:pt x="2363" y="565"/>
                  </a:lnTo>
                  <a:lnTo>
                    <a:pt x="2374" y="574"/>
                  </a:lnTo>
                  <a:lnTo>
                    <a:pt x="2386" y="583"/>
                  </a:lnTo>
                  <a:lnTo>
                    <a:pt x="2398" y="592"/>
                  </a:lnTo>
                  <a:lnTo>
                    <a:pt x="2411" y="599"/>
                  </a:lnTo>
                  <a:lnTo>
                    <a:pt x="2424" y="606"/>
                  </a:lnTo>
                  <a:lnTo>
                    <a:pt x="2438" y="612"/>
                  </a:lnTo>
                  <a:lnTo>
                    <a:pt x="2452" y="618"/>
                  </a:lnTo>
                  <a:lnTo>
                    <a:pt x="2467" y="623"/>
                  </a:lnTo>
                  <a:lnTo>
                    <a:pt x="2482" y="628"/>
                  </a:lnTo>
                  <a:lnTo>
                    <a:pt x="2499" y="632"/>
                  </a:lnTo>
                  <a:lnTo>
                    <a:pt x="2515" y="635"/>
                  </a:lnTo>
                  <a:lnTo>
                    <a:pt x="2532" y="637"/>
                  </a:lnTo>
                  <a:lnTo>
                    <a:pt x="2549" y="639"/>
                  </a:lnTo>
                  <a:lnTo>
                    <a:pt x="2567" y="640"/>
                  </a:lnTo>
                  <a:lnTo>
                    <a:pt x="2585" y="641"/>
                  </a:lnTo>
                  <a:lnTo>
                    <a:pt x="2612" y="640"/>
                  </a:lnTo>
                  <a:lnTo>
                    <a:pt x="2637" y="638"/>
                  </a:lnTo>
                  <a:lnTo>
                    <a:pt x="2661" y="635"/>
                  </a:lnTo>
                  <a:lnTo>
                    <a:pt x="2684" y="632"/>
                  </a:lnTo>
                  <a:lnTo>
                    <a:pt x="2702" y="628"/>
                  </a:lnTo>
                  <a:lnTo>
                    <a:pt x="2720" y="622"/>
                  </a:lnTo>
                  <a:lnTo>
                    <a:pt x="2734" y="617"/>
                  </a:lnTo>
                  <a:lnTo>
                    <a:pt x="2745" y="612"/>
                  </a:lnTo>
                  <a:lnTo>
                    <a:pt x="2727" y="523"/>
                  </a:lnTo>
                  <a:close/>
                  <a:moveTo>
                    <a:pt x="2058" y="10"/>
                  </a:moveTo>
                  <a:lnTo>
                    <a:pt x="2058" y="631"/>
                  </a:lnTo>
                  <a:lnTo>
                    <a:pt x="2171" y="631"/>
                  </a:lnTo>
                  <a:lnTo>
                    <a:pt x="2171" y="10"/>
                  </a:lnTo>
                  <a:lnTo>
                    <a:pt x="2058" y="10"/>
                  </a:lnTo>
                  <a:close/>
                  <a:moveTo>
                    <a:pt x="1776" y="631"/>
                  </a:moveTo>
                  <a:lnTo>
                    <a:pt x="1991" y="10"/>
                  </a:lnTo>
                  <a:lnTo>
                    <a:pt x="1871" y="10"/>
                  </a:lnTo>
                  <a:lnTo>
                    <a:pt x="1780" y="294"/>
                  </a:lnTo>
                  <a:lnTo>
                    <a:pt x="1771" y="322"/>
                  </a:lnTo>
                  <a:lnTo>
                    <a:pt x="1762" y="351"/>
                  </a:lnTo>
                  <a:lnTo>
                    <a:pt x="1754" y="379"/>
                  </a:lnTo>
                  <a:lnTo>
                    <a:pt x="1746" y="407"/>
                  </a:lnTo>
                  <a:lnTo>
                    <a:pt x="1738" y="435"/>
                  </a:lnTo>
                  <a:lnTo>
                    <a:pt x="1730" y="463"/>
                  </a:lnTo>
                  <a:lnTo>
                    <a:pt x="1724" y="491"/>
                  </a:lnTo>
                  <a:lnTo>
                    <a:pt x="1717" y="518"/>
                  </a:lnTo>
                  <a:lnTo>
                    <a:pt x="1715" y="518"/>
                  </a:lnTo>
                  <a:lnTo>
                    <a:pt x="1709" y="491"/>
                  </a:lnTo>
                  <a:lnTo>
                    <a:pt x="1702" y="462"/>
                  </a:lnTo>
                  <a:lnTo>
                    <a:pt x="1695" y="434"/>
                  </a:lnTo>
                  <a:lnTo>
                    <a:pt x="1688" y="406"/>
                  </a:lnTo>
                  <a:lnTo>
                    <a:pt x="1680" y="379"/>
                  </a:lnTo>
                  <a:lnTo>
                    <a:pt x="1672" y="350"/>
                  </a:lnTo>
                  <a:lnTo>
                    <a:pt x="1663" y="321"/>
                  </a:lnTo>
                  <a:lnTo>
                    <a:pt x="1654" y="292"/>
                  </a:lnTo>
                  <a:lnTo>
                    <a:pt x="1570" y="10"/>
                  </a:lnTo>
                  <a:lnTo>
                    <a:pt x="1447" y="10"/>
                  </a:lnTo>
                  <a:lnTo>
                    <a:pt x="1647" y="631"/>
                  </a:lnTo>
                  <a:lnTo>
                    <a:pt x="1776" y="631"/>
                  </a:lnTo>
                  <a:close/>
                  <a:moveTo>
                    <a:pt x="1090" y="97"/>
                  </a:moveTo>
                  <a:lnTo>
                    <a:pt x="1101" y="95"/>
                  </a:lnTo>
                  <a:lnTo>
                    <a:pt x="1117" y="93"/>
                  </a:lnTo>
                  <a:lnTo>
                    <a:pt x="1136" y="92"/>
                  </a:lnTo>
                  <a:lnTo>
                    <a:pt x="1161" y="91"/>
                  </a:lnTo>
                  <a:lnTo>
                    <a:pt x="1174" y="92"/>
                  </a:lnTo>
                  <a:lnTo>
                    <a:pt x="1187" y="93"/>
                  </a:lnTo>
                  <a:lnTo>
                    <a:pt x="1199" y="95"/>
                  </a:lnTo>
                  <a:lnTo>
                    <a:pt x="1210" y="97"/>
                  </a:lnTo>
                  <a:lnTo>
                    <a:pt x="1222" y="100"/>
                  </a:lnTo>
                  <a:lnTo>
                    <a:pt x="1231" y="105"/>
                  </a:lnTo>
                  <a:lnTo>
                    <a:pt x="1240" y="109"/>
                  </a:lnTo>
                  <a:lnTo>
                    <a:pt x="1248" y="115"/>
                  </a:lnTo>
                  <a:lnTo>
                    <a:pt x="1256" y="121"/>
                  </a:lnTo>
                  <a:lnTo>
                    <a:pt x="1263" y="130"/>
                  </a:lnTo>
                  <a:lnTo>
                    <a:pt x="1268" y="137"/>
                  </a:lnTo>
                  <a:lnTo>
                    <a:pt x="1273" y="146"/>
                  </a:lnTo>
                  <a:lnTo>
                    <a:pt x="1277" y="156"/>
                  </a:lnTo>
                  <a:lnTo>
                    <a:pt x="1279" y="167"/>
                  </a:lnTo>
                  <a:lnTo>
                    <a:pt x="1281" y="178"/>
                  </a:lnTo>
                  <a:lnTo>
                    <a:pt x="1281" y="190"/>
                  </a:lnTo>
                  <a:lnTo>
                    <a:pt x="1281" y="202"/>
                  </a:lnTo>
                  <a:lnTo>
                    <a:pt x="1279" y="212"/>
                  </a:lnTo>
                  <a:lnTo>
                    <a:pt x="1277" y="222"/>
                  </a:lnTo>
                  <a:lnTo>
                    <a:pt x="1273" y="232"/>
                  </a:lnTo>
                  <a:lnTo>
                    <a:pt x="1268" y="242"/>
                  </a:lnTo>
                  <a:lnTo>
                    <a:pt x="1263" y="250"/>
                  </a:lnTo>
                  <a:lnTo>
                    <a:pt x="1255" y="257"/>
                  </a:lnTo>
                  <a:lnTo>
                    <a:pt x="1248" y="264"/>
                  </a:lnTo>
                  <a:lnTo>
                    <a:pt x="1240" y="271"/>
                  </a:lnTo>
                  <a:lnTo>
                    <a:pt x="1231" y="277"/>
                  </a:lnTo>
                  <a:lnTo>
                    <a:pt x="1221" y="281"/>
                  </a:lnTo>
                  <a:lnTo>
                    <a:pt x="1209" y="285"/>
                  </a:lnTo>
                  <a:lnTo>
                    <a:pt x="1197" y="288"/>
                  </a:lnTo>
                  <a:lnTo>
                    <a:pt x="1185" y="291"/>
                  </a:lnTo>
                  <a:lnTo>
                    <a:pt x="1171" y="292"/>
                  </a:lnTo>
                  <a:lnTo>
                    <a:pt x="1158" y="292"/>
                  </a:lnTo>
                  <a:lnTo>
                    <a:pt x="1090" y="292"/>
                  </a:lnTo>
                  <a:lnTo>
                    <a:pt x="1090" y="97"/>
                  </a:lnTo>
                  <a:close/>
                  <a:moveTo>
                    <a:pt x="978" y="631"/>
                  </a:moveTo>
                  <a:lnTo>
                    <a:pt x="1090" y="631"/>
                  </a:lnTo>
                  <a:lnTo>
                    <a:pt x="1090" y="375"/>
                  </a:lnTo>
                  <a:lnTo>
                    <a:pt x="1148" y="375"/>
                  </a:lnTo>
                  <a:lnTo>
                    <a:pt x="1159" y="377"/>
                  </a:lnTo>
                  <a:lnTo>
                    <a:pt x="1170" y="378"/>
                  </a:lnTo>
                  <a:lnTo>
                    <a:pt x="1180" y="380"/>
                  </a:lnTo>
                  <a:lnTo>
                    <a:pt x="1190" y="382"/>
                  </a:lnTo>
                  <a:lnTo>
                    <a:pt x="1198" y="385"/>
                  </a:lnTo>
                  <a:lnTo>
                    <a:pt x="1206" y="389"/>
                  </a:lnTo>
                  <a:lnTo>
                    <a:pt x="1213" y="394"/>
                  </a:lnTo>
                  <a:lnTo>
                    <a:pt x="1221" y="400"/>
                  </a:lnTo>
                  <a:lnTo>
                    <a:pt x="1227" y="407"/>
                  </a:lnTo>
                  <a:lnTo>
                    <a:pt x="1233" y="415"/>
                  </a:lnTo>
                  <a:lnTo>
                    <a:pt x="1238" y="424"/>
                  </a:lnTo>
                  <a:lnTo>
                    <a:pt x="1243" y="433"/>
                  </a:lnTo>
                  <a:lnTo>
                    <a:pt x="1247" y="444"/>
                  </a:lnTo>
                  <a:lnTo>
                    <a:pt x="1251" y="457"/>
                  </a:lnTo>
                  <a:lnTo>
                    <a:pt x="1255" y="470"/>
                  </a:lnTo>
                  <a:lnTo>
                    <a:pt x="1259" y="485"/>
                  </a:lnTo>
                  <a:lnTo>
                    <a:pt x="1272" y="537"/>
                  </a:lnTo>
                  <a:lnTo>
                    <a:pt x="1283" y="579"/>
                  </a:lnTo>
                  <a:lnTo>
                    <a:pt x="1288" y="597"/>
                  </a:lnTo>
                  <a:lnTo>
                    <a:pt x="1292" y="611"/>
                  </a:lnTo>
                  <a:lnTo>
                    <a:pt x="1297" y="622"/>
                  </a:lnTo>
                  <a:lnTo>
                    <a:pt x="1301" y="631"/>
                  </a:lnTo>
                  <a:lnTo>
                    <a:pt x="1417" y="631"/>
                  </a:lnTo>
                  <a:lnTo>
                    <a:pt x="1413" y="619"/>
                  </a:lnTo>
                  <a:lnTo>
                    <a:pt x="1406" y="605"/>
                  </a:lnTo>
                  <a:lnTo>
                    <a:pt x="1401" y="585"/>
                  </a:lnTo>
                  <a:lnTo>
                    <a:pt x="1395" y="565"/>
                  </a:lnTo>
                  <a:lnTo>
                    <a:pt x="1389" y="540"/>
                  </a:lnTo>
                  <a:lnTo>
                    <a:pt x="1382" y="514"/>
                  </a:lnTo>
                  <a:lnTo>
                    <a:pt x="1376" y="487"/>
                  </a:lnTo>
                  <a:lnTo>
                    <a:pt x="1368" y="458"/>
                  </a:lnTo>
                  <a:lnTo>
                    <a:pt x="1362" y="436"/>
                  </a:lnTo>
                  <a:lnTo>
                    <a:pt x="1354" y="416"/>
                  </a:lnTo>
                  <a:lnTo>
                    <a:pt x="1346" y="398"/>
                  </a:lnTo>
                  <a:lnTo>
                    <a:pt x="1336" y="382"/>
                  </a:lnTo>
                  <a:lnTo>
                    <a:pt x="1330" y="374"/>
                  </a:lnTo>
                  <a:lnTo>
                    <a:pt x="1324" y="367"/>
                  </a:lnTo>
                  <a:lnTo>
                    <a:pt x="1318" y="361"/>
                  </a:lnTo>
                  <a:lnTo>
                    <a:pt x="1312" y="355"/>
                  </a:lnTo>
                  <a:lnTo>
                    <a:pt x="1305" y="350"/>
                  </a:lnTo>
                  <a:lnTo>
                    <a:pt x="1298" y="346"/>
                  </a:lnTo>
                  <a:lnTo>
                    <a:pt x="1290" y="342"/>
                  </a:lnTo>
                  <a:lnTo>
                    <a:pt x="1282" y="337"/>
                  </a:lnTo>
                  <a:lnTo>
                    <a:pt x="1282" y="335"/>
                  </a:lnTo>
                  <a:lnTo>
                    <a:pt x="1292" y="330"/>
                  </a:lnTo>
                  <a:lnTo>
                    <a:pt x="1304" y="326"/>
                  </a:lnTo>
                  <a:lnTo>
                    <a:pt x="1314" y="320"/>
                  </a:lnTo>
                  <a:lnTo>
                    <a:pt x="1324" y="314"/>
                  </a:lnTo>
                  <a:lnTo>
                    <a:pt x="1334" y="306"/>
                  </a:lnTo>
                  <a:lnTo>
                    <a:pt x="1343" y="298"/>
                  </a:lnTo>
                  <a:lnTo>
                    <a:pt x="1352" y="289"/>
                  </a:lnTo>
                  <a:lnTo>
                    <a:pt x="1360" y="280"/>
                  </a:lnTo>
                  <a:lnTo>
                    <a:pt x="1367" y="270"/>
                  </a:lnTo>
                  <a:lnTo>
                    <a:pt x="1374" y="258"/>
                  </a:lnTo>
                  <a:lnTo>
                    <a:pt x="1380" y="247"/>
                  </a:lnTo>
                  <a:lnTo>
                    <a:pt x="1385" y="235"/>
                  </a:lnTo>
                  <a:lnTo>
                    <a:pt x="1389" y="222"/>
                  </a:lnTo>
                  <a:lnTo>
                    <a:pt x="1392" y="209"/>
                  </a:lnTo>
                  <a:lnTo>
                    <a:pt x="1394" y="194"/>
                  </a:lnTo>
                  <a:lnTo>
                    <a:pt x="1394" y="180"/>
                  </a:lnTo>
                  <a:lnTo>
                    <a:pt x="1393" y="160"/>
                  </a:lnTo>
                  <a:lnTo>
                    <a:pt x="1391" y="142"/>
                  </a:lnTo>
                  <a:lnTo>
                    <a:pt x="1386" y="124"/>
                  </a:lnTo>
                  <a:lnTo>
                    <a:pt x="1381" y="108"/>
                  </a:lnTo>
                  <a:lnTo>
                    <a:pt x="1373" y="94"/>
                  </a:lnTo>
                  <a:lnTo>
                    <a:pt x="1363" y="79"/>
                  </a:lnTo>
                  <a:lnTo>
                    <a:pt x="1353" y="67"/>
                  </a:lnTo>
                  <a:lnTo>
                    <a:pt x="1341" y="56"/>
                  </a:lnTo>
                  <a:lnTo>
                    <a:pt x="1333" y="49"/>
                  </a:lnTo>
                  <a:lnTo>
                    <a:pt x="1324" y="43"/>
                  </a:lnTo>
                  <a:lnTo>
                    <a:pt x="1315" y="38"/>
                  </a:lnTo>
                  <a:lnTo>
                    <a:pt x="1306" y="33"/>
                  </a:lnTo>
                  <a:lnTo>
                    <a:pt x="1296" y="28"/>
                  </a:lnTo>
                  <a:lnTo>
                    <a:pt x="1285" y="24"/>
                  </a:lnTo>
                  <a:lnTo>
                    <a:pt x="1275" y="21"/>
                  </a:lnTo>
                  <a:lnTo>
                    <a:pt x="1263" y="17"/>
                  </a:lnTo>
                  <a:lnTo>
                    <a:pt x="1238" y="12"/>
                  </a:lnTo>
                  <a:lnTo>
                    <a:pt x="1211" y="8"/>
                  </a:lnTo>
                  <a:lnTo>
                    <a:pt x="1181" y="6"/>
                  </a:lnTo>
                  <a:lnTo>
                    <a:pt x="1150" y="5"/>
                  </a:lnTo>
                  <a:lnTo>
                    <a:pt x="1125" y="5"/>
                  </a:lnTo>
                  <a:lnTo>
                    <a:pt x="1101" y="6"/>
                  </a:lnTo>
                  <a:lnTo>
                    <a:pt x="1078" y="7"/>
                  </a:lnTo>
                  <a:lnTo>
                    <a:pt x="1055" y="9"/>
                  </a:lnTo>
                  <a:lnTo>
                    <a:pt x="1034" y="11"/>
                  </a:lnTo>
                  <a:lnTo>
                    <a:pt x="1014" y="13"/>
                  </a:lnTo>
                  <a:lnTo>
                    <a:pt x="995" y="15"/>
                  </a:lnTo>
                  <a:lnTo>
                    <a:pt x="978" y="19"/>
                  </a:lnTo>
                  <a:lnTo>
                    <a:pt x="978" y="631"/>
                  </a:lnTo>
                  <a:close/>
                  <a:moveTo>
                    <a:pt x="852" y="263"/>
                  </a:moveTo>
                  <a:lnTo>
                    <a:pt x="617" y="263"/>
                  </a:lnTo>
                  <a:lnTo>
                    <a:pt x="617" y="104"/>
                  </a:lnTo>
                  <a:lnTo>
                    <a:pt x="865" y="104"/>
                  </a:lnTo>
                  <a:lnTo>
                    <a:pt x="865" y="10"/>
                  </a:lnTo>
                  <a:lnTo>
                    <a:pt x="504" y="10"/>
                  </a:lnTo>
                  <a:lnTo>
                    <a:pt x="504" y="631"/>
                  </a:lnTo>
                  <a:lnTo>
                    <a:pt x="879" y="631"/>
                  </a:lnTo>
                  <a:lnTo>
                    <a:pt x="879" y="537"/>
                  </a:lnTo>
                  <a:lnTo>
                    <a:pt x="617" y="537"/>
                  </a:lnTo>
                  <a:lnTo>
                    <a:pt x="617" y="355"/>
                  </a:lnTo>
                  <a:lnTo>
                    <a:pt x="852" y="355"/>
                  </a:lnTo>
                  <a:lnTo>
                    <a:pt x="852" y="263"/>
                  </a:lnTo>
                  <a:close/>
                  <a:moveTo>
                    <a:pt x="0" y="601"/>
                  </a:moveTo>
                  <a:lnTo>
                    <a:pt x="14" y="609"/>
                  </a:lnTo>
                  <a:lnTo>
                    <a:pt x="32" y="616"/>
                  </a:lnTo>
                  <a:lnTo>
                    <a:pt x="50" y="622"/>
                  </a:lnTo>
                  <a:lnTo>
                    <a:pt x="72" y="629"/>
                  </a:lnTo>
                  <a:lnTo>
                    <a:pt x="94" y="634"/>
                  </a:lnTo>
                  <a:lnTo>
                    <a:pt x="118" y="637"/>
                  </a:lnTo>
                  <a:lnTo>
                    <a:pt x="143" y="640"/>
                  </a:lnTo>
                  <a:lnTo>
                    <a:pt x="167" y="641"/>
                  </a:lnTo>
                  <a:lnTo>
                    <a:pt x="196" y="640"/>
                  </a:lnTo>
                  <a:lnTo>
                    <a:pt x="224" y="637"/>
                  </a:lnTo>
                  <a:lnTo>
                    <a:pt x="236" y="635"/>
                  </a:lnTo>
                  <a:lnTo>
                    <a:pt x="248" y="632"/>
                  </a:lnTo>
                  <a:lnTo>
                    <a:pt x="261" y="629"/>
                  </a:lnTo>
                  <a:lnTo>
                    <a:pt x="272" y="625"/>
                  </a:lnTo>
                  <a:lnTo>
                    <a:pt x="282" y="621"/>
                  </a:lnTo>
                  <a:lnTo>
                    <a:pt x="293" y="617"/>
                  </a:lnTo>
                  <a:lnTo>
                    <a:pt x="303" y="613"/>
                  </a:lnTo>
                  <a:lnTo>
                    <a:pt x="312" y="608"/>
                  </a:lnTo>
                  <a:lnTo>
                    <a:pt x="321" y="603"/>
                  </a:lnTo>
                  <a:lnTo>
                    <a:pt x="330" y="597"/>
                  </a:lnTo>
                  <a:lnTo>
                    <a:pt x="338" y="591"/>
                  </a:lnTo>
                  <a:lnTo>
                    <a:pt x="345" y="584"/>
                  </a:lnTo>
                  <a:lnTo>
                    <a:pt x="352" y="578"/>
                  </a:lnTo>
                  <a:lnTo>
                    <a:pt x="358" y="571"/>
                  </a:lnTo>
                  <a:lnTo>
                    <a:pt x="365" y="564"/>
                  </a:lnTo>
                  <a:lnTo>
                    <a:pt x="371" y="557"/>
                  </a:lnTo>
                  <a:lnTo>
                    <a:pt x="380" y="541"/>
                  </a:lnTo>
                  <a:lnTo>
                    <a:pt x="388" y="526"/>
                  </a:lnTo>
                  <a:lnTo>
                    <a:pt x="394" y="508"/>
                  </a:lnTo>
                  <a:lnTo>
                    <a:pt x="400" y="491"/>
                  </a:lnTo>
                  <a:lnTo>
                    <a:pt x="402" y="472"/>
                  </a:lnTo>
                  <a:lnTo>
                    <a:pt x="403" y="454"/>
                  </a:lnTo>
                  <a:lnTo>
                    <a:pt x="402" y="437"/>
                  </a:lnTo>
                  <a:lnTo>
                    <a:pt x="401" y="422"/>
                  </a:lnTo>
                  <a:lnTo>
                    <a:pt x="397" y="407"/>
                  </a:lnTo>
                  <a:lnTo>
                    <a:pt x="393" y="393"/>
                  </a:lnTo>
                  <a:lnTo>
                    <a:pt x="387" y="380"/>
                  </a:lnTo>
                  <a:lnTo>
                    <a:pt x="381" y="367"/>
                  </a:lnTo>
                  <a:lnTo>
                    <a:pt x="373" y="355"/>
                  </a:lnTo>
                  <a:lnTo>
                    <a:pt x="364" y="344"/>
                  </a:lnTo>
                  <a:lnTo>
                    <a:pt x="353" y="332"/>
                  </a:lnTo>
                  <a:lnTo>
                    <a:pt x="341" y="322"/>
                  </a:lnTo>
                  <a:lnTo>
                    <a:pt x="328" y="313"/>
                  </a:lnTo>
                  <a:lnTo>
                    <a:pt x="313" y="303"/>
                  </a:lnTo>
                  <a:lnTo>
                    <a:pt x="298" y="294"/>
                  </a:lnTo>
                  <a:lnTo>
                    <a:pt x="281" y="286"/>
                  </a:lnTo>
                  <a:lnTo>
                    <a:pt x="263" y="278"/>
                  </a:lnTo>
                  <a:lnTo>
                    <a:pt x="243" y="270"/>
                  </a:lnTo>
                  <a:lnTo>
                    <a:pt x="215" y="258"/>
                  </a:lnTo>
                  <a:lnTo>
                    <a:pt x="190" y="247"/>
                  </a:lnTo>
                  <a:lnTo>
                    <a:pt x="179" y="242"/>
                  </a:lnTo>
                  <a:lnTo>
                    <a:pt x="169" y="236"/>
                  </a:lnTo>
                  <a:lnTo>
                    <a:pt x="161" y="230"/>
                  </a:lnTo>
                  <a:lnTo>
                    <a:pt x="153" y="224"/>
                  </a:lnTo>
                  <a:lnTo>
                    <a:pt x="146" y="219"/>
                  </a:lnTo>
                  <a:lnTo>
                    <a:pt x="141" y="213"/>
                  </a:lnTo>
                  <a:lnTo>
                    <a:pt x="135" y="206"/>
                  </a:lnTo>
                  <a:lnTo>
                    <a:pt x="131" y="200"/>
                  </a:lnTo>
                  <a:lnTo>
                    <a:pt x="128" y="192"/>
                  </a:lnTo>
                  <a:lnTo>
                    <a:pt x="126" y="184"/>
                  </a:lnTo>
                  <a:lnTo>
                    <a:pt x="125" y="177"/>
                  </a:lnTo>
                  <a:lnTo>
                    <a:pt x="125" y="168"/>
                  </a:lnTo>
                  <a:lnTo>
                    <a:pt x="125" y="162"/>
                  </a:lnTo>
                  <a:lnTo>
                    <a:pt x="126" y="154"/>
                  </a:lnTo>
                  <a:lnTo>
                    <a:pt x="128" y="147"/>
                  </a:lnTo>
                  <a:lnTo>
                    <a:pt x="130" y="141"/>
                  </a:lnTo>
                  <a:lnTo>
                    <a:pt x="134" y="135"/>
                  </a:lnTo>
                  <a:lnTo>
                    <a:pt x="139" y="129"/>
                  </a:lnTo>
                  <a:lnTo>
                    <a:pt x="143" y="122"/>
                  </a:lnTo>
                  <a:lnTo>
                    <a:pt x="149" y="117"/>
                  </a:lnTo>
                  <a:lnTo>
                    <a:pt x="156" y="112"/>
                  </a:lnTo>
                  <a:lnTo>
                    <a:pt x="163" y="107"/>
                  </a:lnTo>
                  <a:lnTo>
                    <a:pt x="171" y="103"/>
                  </a:lnTo>
                  <a:lnTo>
                    <a:pt x="181" y="100"/>
                  </a:lnTo>
                  <a:lnTo>
                    <a:pt x="191" y="97"/>
                  </a:lnTo>
                  <a:lnTo>
                    <a:pt x="202" y="95"/>
                  </a:lnTo>
                  <a:lnTo>
                    <a:pt x="215" y="94"/>
                  </a:lnTo>
                  <a:lnTo>
                    <a:pt x="227" y="94"/>
                  </a:lnTo>
                  <a:lnTo>
                    <a:pt x="248" y="94"/>
                  </a:lnTo>
                  <a:lnTo>
                    <a:pt x="268" y="96"/>
                  </a:lnTo>
                  <a:lnTo>
                    <a:pt x="285" y="100"/>
                  </a:lnTo>
                  <a:lnTo>
                    <a:pt x="302" y="104"/>
                  </a:lnTo>
                  <a:lnTo>
                    <a:pt x="317" y="108"/>
                  </a:lnTo>
                  <a:lnTo>
                    <a:pt x="331" y="113"/>
                  </a:lnTo>
                  <a:lnTo>
                    <a:pt x="342" y="118"/>
                  </a:lnTo>
                  <a:lnTo>
                    <a:pt x="351" y="122"/>
                  </a:lnTo>
                  <a:lnTo>
                    <a:pt x="378" y="31"/>
                  </a:lnTo>
                  <a:lnTo>
                    <a:pt x="366" y="25"/>
                  </a:lnTo>
                  <a:lnTo>
                    <a:pt x="350" y="20"/>
                  </a:lnTo>
                  <a:lnTo>
                    <a:pt x="335" y="14"/>
                  </a:lnTo>
                  <a:lnTo>
                    <a:pt x="316" y="9"/>
                  </a:lnTo>
                  <a:lnTo>
                    <a:pt x="298" y="6"/>
                  </a:lnTo>
                  <a:lnTo>
                    <a:pt x="276" y="3"/>
                  </a:lnTo>
                  <a:lnTo>
                    <a:pt x="254" y="1"/>
                  </a:lnTo>
                  <a:lnTo>
                    <a:pt x="229" y="0"/>
                  </a:lnTo>
                  <a:lnTo>
                    <a:pt x="204" y="1"/>
                  </a:lnTo>
                  <a:lnTo>
                    <a:pt x="182" y="4"/>
                  </a:lnTo>
                  <a:lnTo>
                    <a:pt x="159" y="8"/>
                  </a:lnTo>
                  <a:lnTo>
                    <a:pt x="139" y="14"/>
                  </a:lnTo>
                  <a:lnTo>
                    <a:pt x="119" y="22"/>
                  </a:lnTo>
                  <a:lnTo>
                    <a:pt x="101" y="30"/>
                  </a:lnTo>
                  <a:lnTo>
                    <a:pt x="84" y="40"/>
                  </a:lnTo>
                  <a:lnTo>
                    <a:pt x="70" y="51"/>
                  </a:lnTo>
                  <a:lnTo>
                    <a:pt x="56" y="64"/>
                  </a:lnTo>
                  <a:lnTo>
                    <a:pt x="44" y="77"/>
                  </a:lnTo>
                  <a:lnTo>
                    <a:pt x="34" y="93"/>
                  </a:lnTo>
                  <a:lnTo>
                    <a:pt x="26" y="108"/>
                  </a:lnTo>
                  <a:lnTo>
                    <a:pt x="18" y="124"/>
                  </a:lnTo>
                  <a:lnTo>
                    <a:pt x="14" y="142"/>
                  </a:lnTo>
                  <a:lnTo>
                    <a:pt x="11" y="159"/>
                  </a:lnTo>
                  <a:lnTo>
                    <a:pt x="10" y="179"/>
                  </a:lnTo>
                  <a:lnTo>
                    <a:pt x="11" y="194"/>
                  </a:lnTo>
                  <a:lnTo>
                    <a:pt x="13" y="211"/>
                  </a:lnTo>
                  <a:lnTo>
                    <a:pt x="16" y="225"/>
                  </a:lnTo>
                  <a:lnTo>
                    <a:pt x="21" y="240"/>
                  </a:lnTo>
                  <a:lnTo>
                    <a:pt x="29" y="253"/>
                  </a:lnTo>
                  <a:lnTo>
                    <a:pt x="36" y="265"/>
                  </a:lnTo>
                  <a:lnTo>
                    <a:pt x="45" y="277"/>
                  </a:lnTo>
                  <a:lnTo>
                    <a:pt x="55" y="288"/>
                  </a:lnTo>
                  <a:lnTo>
                    <a:pt x="67" y="299"/>
                  </a:lnTo>
                  <a:lnTo>
                    <a:pt x="80" y="310"/>
                  </a:lnTo>
                  <a:lnTo>
                    <a:pt x="93" y="319"/>
                  </a:lnTo>
                  <a:lnTo>
                    <a:pt x="109" y="328"/>
                  </a:lnTo>
                  <a:lnTo>
                    <a:pt x="124" y="336"/>
                  </a:lnTo>
                  <a:lnTo>
                    <a:pt x="142" y="345"/>
                  </a:lnTo>
                  <a:lnTo>
                    <a:pt x="159" y="352"/>
                  </a:lnTo>
                  <a:lnTo>
                    <a:pt x="178" y="359"/>
                  </a:lnTo>
                  <a:lnTo>
                    <a:pt x="205" y="369"/>
                  </a:lnTo>
                  <a:lnTo>
                    <a:pt x="228" y="381"/>
                  </a:lnTo>
                  <a:lnTo>
                    <a:pt x="238" y="386"/>
                  </a:lnTo>
                  <a:lnTo>
                    <a:pt x="247" y="392"/>
                  </a:lnTo>
                  <a:lnTo>
                    <a:pt x="255" y="397"/>
                  </a:lnTo>
                  <a:lnTo>
                    <a:pt x="262" y="403"/>
                  </a:lnTo>
                  <a:lnTo>
                    <a:pt x="268" y="409"/>
                  </a:lnTo>
                  <a:lnTo>
                    <a:pt x="273" y="417"/>
                  </a:lnTo>
                  <a:lnTo>
                    <a:pt x="278" y="423"/>
                  </a:lnTo>
                  <a:lnTo>
                    <a:pt x="281" y="430"/>
                  </a:lnTo>
                  <a:lnTo>
                    <a:pt x="284" y="437"/>
                  </a:lnTo>
                  <a:lnTo>
                    <a:pt x="287" y="445"/>
                  </a:lnTo>
                  <a:lnTo>
                    <a:pt x="288" y="454"/>
                  </a:lnTo>
                  <a:lnTo>
                    <a:pt x="288" y="462"/>
                  </a:lnTo>
                  <a:lnTo>
                    <a:pt x="288" y="471"/>
                  </a:lnTo>
                  <a:lnTo>
                    <a:pt x="285" y="480"/>
                  </a:lnTo>
                  <a:lnTo>
                    <a:pt x="283" y="489"/>
                  </a:lnTo>
                  <a:lnTo>
                    <a:pt x="280" y="497"/>
                  </a:lnTo>
                  <a:lnTo>
                    <a:pt x="276" y="504"/>
                  </a:lnTo>
                  <a:lnTo>
                    <a:pt x="271" y="511"/>
                  </a:lnTo>
                  <a:lnTo>
                    <a:pt x="265" y="517"/>
                  </a:lnTo>
                  <a:lnTo>
                    <a:pt x="259" y="524"/>
                  </a:lnTo>
                  <a:lnTo>
                    <a:pt x="251" y="529"/>
                  </a:lnTo>
                  <a:lnTo>
                    <a:pt x="242" y="533"/>
                  </a:lnTo>
                  <a:lnTo>
                    <a:pt x="233" y="537"/>
                  </a:lnTo>
                  <a:lnTo>
                    <a:pt x="223" y="540"/>
                  </a:lnTo>
                  <a:lnTo>
                    <a:pt x="213" y="543"/>
                  </a:lnTo>
                  <a:lnTo>
                    <a:pt x="200" y="545"/>
                  </a:lnTo>
                  <a:lnTo>
                    <a:pt x="188" y="546"/>
                  </a:lnTo>
                  <a:lnTo>
                    <a:pt x="175" y="546"/>
                  </a:lnTo>
                  <a:lnTo>
                    <a:pt x="154" y="546"/>
                  </a:lnTo>
                  <a:lnTo>
                    <a:pt x="132" y="543"/>
                  </a:lnTo>
                  <a:lnTo>
                    <a:pt x="112" y="540"/>
                  </a:lnTo>
                  <a:lnTo>
                    <a:pt x="92" y="535"/>
                  </a:lnTo>
                  <a:lnTo>
                    <a:pt x="74" y="529"/>
                  </a:lnTo>
                  <a:lnTo>
                    <a:pt x="56" y="523"/>
                  </a:lnTo>
                  <a:lnTo>
                    <a:pt x="40" y="514"/>
                  </a:lnTo>
                  <a:lnTo>
                    <a:pt x="26" y="507"/>
                  </a:lnTo>
                  <a:lnTo>
                    <a:pt x="0" y="601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endParaRPr lang="en-US" sz="1050">
                <a:solidFill>
                  <a:prstClr val="white"/>
                </a:solidFill>
              </a:endParaRPr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0C159580-487E-433F-BAD2-FE6916B7B1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3574" y="4883943"/>
              <a:ext cx="842164" cy="90829"/>
            </a:xfrm>
            <a:custGeom>
              <a:avLst/>
              <a:gdLst/>
              <a:ahLst/>
              <a:cxnLst>
                <a:cxn ang="0">
                  <a:pos x="5506" y="10"/>
                </a:cxn>
                <a:cxn ang="0">
                  <a:pos x="5169" y="544"/>
                </a:cxn>
                <a:cxn ang="0">
                  <a:pos x="5029" y="477"/>
                </a:cxn>
                <a:cxn ang="0">
                  <a:pos x="4982" y="270"/>
                </a:cxn>
                <a:cxn ang="0">
                  <a:pos x="5063" y="133"/>
                </a:cxn>
                <a:cxn ang="0">
                  <a:pos x="5293" y="109"/>
                </a:cxn>
                <a:cxn ang="0">
                  <a:pos x="5122" y="6"/>
                </a:cxn>
                <a:cxn ang="0">
                  <a:pos x="4924" y="122"/>
                </a:cxn>
                <a:cxn ang="0">
                  <a:pos x="4861" y="362"/>
                </a:cxn>
                <a:cxn ang="0">
                  <a:pos x="4955" y="565"/>
                </a:cxn>
                <a:cxn ang="0">
                  <a:pos x="5175" y="641"/>
                </a:cxn>
                <a:cxn ang="0">
                  <a:pos x="4373" y="269"/>
                </a:cxn>
                <a:cxn ang="0">
                  <a:pos x="4761" y="631"/>
                </a:cxn>
                <a:cxn ang="0">
                  <a:pos x="4630" y="407"/>
                </a:cxn>
                <a:cxn ang="0">
                  <a:pos x="3905" y="100"/>
                </a:cxn>
                <a:cxn ang="0">
                  <a:pos x="3809" y="456"/>
                </a:cxn>
                <a:cxn ang="0">
                  <a:pos x="3020" y="10"/>
                </a:cxn>
                <a:cxn ang="0">
                  <a:pos x="2324" y="528"/>
                </a:cxn>
                <a:cxn ang="0">
                  <a:pos x="2455" y="633"/>
                </a:cxn>
                <a:cxn ang="0">
                  <a:pos x="2663" y="610"/>
                </a:cxn>
                <a:cxn ang="0">
                  <a:pos x="2767" y="461"/>
                </a:cxn>
                <a:cxn ang="0">
                  <a:pos x="2644" y="481"/>
                </a:cxn>
                <a:cxn ang="0">
                  <a:pos x="2470" y="533"/>
                </a:cxn>
                <a:cxn ang="0">
                  <a:pos x="1803" y="609"/>
                </a:cxn>
                <a:cxn ang="0">
                  <a:pos x="2082" y="617"/>
                </a:cxn>
                <a:cxn ang="0">
                  <a:pos x="2191" y="472"/>
                </a:cxn>
                <a:cxn ang="0">
                  <a:pos x="2070" y="286"/>
                </a:cxn>
                <a:cxn ang="0">
                  <a:pos x="1914" y="177"/>
                </a:cxn>
                <a:cxn ang="0">
                  <a:pos x="1991" y="95"/>
                </a:cxn>
                <a:cxn ang="0">
                  <a:pos x="2106" y="9"/>
                </a:cxn>
                <a:cxn ang="0">
                  <a:pos x="1823" y="93"/>
                </a:cxn>
                <a:cxn ang="0">
                  <a:pos x="1869" y="310"/>
                </a:cxn>
                <a:cxn ang="0">
                  <a:pos x="2067" y="423"/>
                </a:cxn>
                <a:cxn ang="0">
                  <a:pos x="2031" y="533"/>
                </a:cxn>
                <a:cxn ang="0">
                  <a:pos x="1789" y="601"/>
                </a:cxn>
                <a:cxn ang="0">
                  <a:pos x="1348" y="251"/>
                </a:cxn>
                <a:cxn ang="0">
                  <a:pos x="1587" y="422"/>
                </a:cxn>
                <a:cxn ang="0">
                  <a:pos x="1300" y="631"/>
                </a:cxn>
                <a:cxn ang="0">
                  <a:pos x="679" y="482"/>
                </a:cxn>
                <a:cxn ang="0">
                  <a:pos x="668" y="177"/>
                </a:cxn>
                <a:cxn ang="0">
                  <a:pos x="807" y="91"/>
                </a:cxn>
                <a:cxn ang="0">
                  <a:pos x="944" y="177"/>
                </a:cxn>
                <a:cxn ang="0">
                  <a:pos x="933" y="482"/>
                </a:cxn>
                <a:cxn ang="0">
                  <a:pos x="804" y="550"/>
                </a:cxn>
                <a:cxn ang="0">
                  <a:pos x="993" y="575"/>
                </a:cxn>
                <a:cxn ang="0">
                  <a:pos x="1094" y="370"/>
                </a:cxn>
                <a:cxn ang="0">
                  <a:pos x="1054" y="137"/>
                </a:cxn>
                <a:cxn ang="0">
                  <a:pos x="890" y="9"/>
                </a:cxn>
                <a:cxn ang="0">
                  <a:pos x="665" y="37"/>
                </a:cxn>
                <a:cxn ang="0">
                  <a:pos x="531" y="209"/>
                </a:cxn>
                <a:cxn ang="0">
                  <a:pos x="535" y="452"/>
                </a:cxn>
                <a:cxn ang="0">
                  <a:pos x="670" y="611"/>
                </a:cxn>
                <a:cxn ang="0">
                  <a:pos x="403" y="539"/>
                </a:cxn>
                <a:cxn ang="0">
                  <a:pos x="216" y="516"/>
                </a:cxn>
                <a:cxn ang="0">
                  <a:pos x="123" y="371"/>
                </a:cxn>
                <a:cxn ang="0">
                  <a:pos x="160" y="176"/>
                </a:cxn>
                <a:cxn ang="0">
                  <a:pos x="337" y="94"/>
                </a:cxn>
                <a:cxn ang="0">
                  <a:pos x="383" y="3"/>
                </a:cxn>
                <a:cxn ang="0">
                  <a:pos x="130" y="59"/>
                </a:cxn>
                <a:cxn ang="0">
                  <a:pos x="6" y="255"/>
                </a:cxn>
                <a:cxn ang="0">
                  <a:pos x="41" y="497"/>
                </a:cxn>
                <a:cxn ang="0">
                  <a:pos x="215" y="628"/>
                </a:cxn>
                <a:cxn ang="0">
                  <a:pos x="458" y="523"/>
                </a:cxn>
              </a:cxnLst>
              <a:rect l="0" t="0" r="r" b="b"/>
              <a:pathLst>
                <a:path w="5893" h="641">
                  <a:moveTo>
                    <a:pt x="5686" y="631"/>
                  </a:moveTo>
                  <a:lnTo>
                    <a:pt x="5686" y="369"/>
                  </a:lnTo>
                  <a:lnTo>
                    <a:pt x="5893" y="10"/>
                  </a:lnTo>
                  <a:lnTo>
                    <a:pt x="5764" y="10"/>
                  </a:lnTo>
                  <a:lnTo>
                    <a:pt x="5690" y="169"/>
                  </a:lnTo>
                  <a:lnTo>
                    <a:pt x="5675" y="202"/>
                  </a:lnTo>
                  <a:lnTo>
                    <a:pt x="5661" y="232"/>
                  </a:lnTo>
                  <a:lnTo>
                    <a:pt x="5648" y="262"/>
                  </a:lnTo>
                  <a:lnTo>
                    <a:pt x="5636" y="292"/>
                  </a:lnTo>
                  <a:lnTo>
                    <a:pt x="5635" y="292"/>
                  </a:lnTo>
                  <a:lnTo>
                    <a:pt x="5621" y="261"/>
                  </a:lnTo>
                  <a:lnTo>
                    <a:pt x="5609" y="232"/>
                  </a:lnTo>
                  <a:lnTo>
                    <a:pt x="5596" y="202"/>
                  </a:lnTo>
                  <a:lnTo>
                    <a:pt x="5580" y="170"/>
                  </a:lnTo>
                  <a:lnTo>
                    <a:pt x="5506" y="10"/>
                  </a:lnTo>
                  <a:lnTo>
                    <a:pt x="5377" y="10"/>
                  </a:lnTo>
                  <a:lnTo>
                    <a:pt x="5573" y="372"/>
                  </a:lnTo>
                  <a:lnTo>
                    <a:pt x="5573" y="631"/>
                  </a:lnTo>
                  <a:lnTo>
                    <a:pt x="5686" y="631"/>
                  </a:lnTo>
                  <a:close/>
                  <a:moveTo>
                    <a:pt x="5318" y="523"/>
                  </a:moveTo>
                  <a:lnTo>
                    <a:pt x="5306" y="528"/>
                  </a:lnTo>
                  <a:lnTo>
                    <a:pt x="5293" y="532"/>
                  </a:lnTo>
                  <a:lnTo>
                    <a:pt x="5277" y="536"/>
                  </a:lnTo>
                  <a:lnTo>
                    <a:pt x="5262" y="539"/>
                  </a:lnTo>
                  <a:lnTo>
                    <a:pt x="5245" y="542"/>
                  </a:lnTo>
                  <a:lnTo>
                    <a:pt x="5229" y="544"/>
                  </a:lnTo>
                  <a:lnTo>
                    <a:pt x="5211" y="545"/>
                  </a:lnTo>
                  <a:lnTo>
                    <a:pt x="5194" y="545"/>
                  </a:lnTo>
                  <a:lnTo>
                    <a:pt x="5182" y="545"/>
                  </a:lnTo>
                  <a:lnTo>
                    <a:pt x="5169" y="544"/>
                  </a:lnTo>
                  <a:lnTo>
                    <a:pt x="5157" y="543"/>
                  </a:lnTo>
                  <a:lnTo>
                    <a:pt x="5146" y="541"/>
                  </a:lnTo>
                  <a:lnTo>
                    <a:pt x="5134" y="539"/>
                  </a:lnTo>
                  <a:lnTo>
                    <a:pt x="5124" y="537"/>
                  </a:lnTo>
                  <a:lnTo>
                    <a:pt x="5113" y="534"/>
                  </a:lnTo>
                  <a:lnTo>
                    <a:pt x="5104" y="530"/>
                  </a:lnTo>
                  <a:lnTo>
                    <a:pt x="5093" y="526"/>
                  </a:lnTo>
                  <a:lnTo>
                    <a:pt x="5084" y="522"/>
                  </a:lnTo>
                  <a:lnTo>
                    <a:pt x="5075" y="516"/>
                  </a:lnTo>
                  <a:lnTo>
                    <a:pt x="5067" y="511"/>
                  </a:lnTo>
                  <a:lnTo>
                    <a:pt x="5057" y="505"/>
                  </a:lnTo>
                  <a:lnTo>
                    <a:pt x="5050" y="499"/>
                  </a:lnTo>
                  <a:lnTo>
                    <a:pt x="5042" y="492"/>
                  </a:lnTo>
                  <a:lnTo>
                    <a:pt x="5036" y="486"/>
                  </a:lnTo>
                  <a:lnTo>
                    <a:pt x="5029" y="477"/>
                  </a:lnTo>
                  <a:lnTo>
                    <a:pt x="5022" y="470"/>
                  </a:lnTo>
                  <a:lnTo>
                    <a:pt x="5016" y="462"/>
                  </a:lnTo>
                  <a:lnTo>
                    <a:pt x="5011" y="453"/>
                  </a:lnTo>
                  <a:lnTo>
                    <a:pt x="5006" y="443"/>
                  </a:lnTo>
                  <a:lnTo>
                    <a:pt x="5001" y="434"/>
                  </a:lnTo>
                  <a:lnTo>
                    <a:pt x="4997" y="425"/>
                  </a:lnTo>
                  <a:lnTo>
                    <a:pt x="4993" y="415"/>
                  </a:lnTo>
                  <a:lnTo>
                    <a:pt x="4986" y="393"/>
                  </a:lnTo>
                  <a:lnTo>
                    <a:pt x="4982" y="371"/>
                  </a:lnTo>
                  <a:lnTo>
                    <a:pt x="4979" y="347"/>
                  </a:lnTo>
                  <a:lnTo>
                    <a:pt x="4978" y="322"/>
                  </a:lnTo>
                  <a:lnTo>
                    <a:pt x="4979" y="309"/>
                  </a:lnTo>
                  <a:lnTo>
                    <a:pt x="4979" y="295"/>
                  </a:lnTo>
                  <a:lnTo>
                    <a:pt x="4981" y="282"/>
                  </a:lnTo>
                  <a:lnTo>
                    <a:pt x="4982" y="270"/>
                  </a:lnTo>
                  <a:lnTo>
                    <a:pt x="4985" y="257"/>
                  </a:lnTo>
                  <a:lnTo>
                    <a:pt x="4987" y="246"/>
                  </a:lnTo>
                  <a:lnTo>
                    <a:pt x="4991" y="235"/>
                  </a:lnTo>
                  <a:lnTo>
                    <a:pt x="4995" y="223"/>
                  </a:lnTo>
                  <a:lnTo>
                    <a:pt x="4999" y="213"/>
                  </a:lnTo>
                  <a:lnTo>
                    <a:pt x="5004" y="203"/>
                  </a:lnTo>
                  <a:lnTo>
                    <a:pt x="5008" y="193"/>
                  </a:lnTo>
                  <a:lnTo>
                    <a:pt x="5014" y="184"/>
                  </a:lnTo>
                  <a:lnTo>
                    <a:pt x="5019" y="176"/>
                  </a:lnTo>
                  <a:lnTo>
                    <a:pt x="5026" y="168"/>
                  </a:lnTo>
                  <a:lnTo>
                    <a:pt x="5033" y="159"/>
                  </a:lnTo>
                  <a:lnTo>
                    <a:pt x="5040" y="152"/>
                  </a:lnTo>
                  <a:lnTo>
                    <a:pt x="5047" y="145"/>
                  </a:lnTo>
                  <a:lnTo>
                    <a:pt x="5055" y="139"/>
                  </a:lnTo>
                  <a:lnTo>
                    <a:pt x="5063" y="133"/>
                  </a:lnTo>
                  <a:lnTo>
                    <a:pt x="5072" y="127"/>
                  </a:lnTo>
                  <a:lnTo>
                    <a:pt x="5080" y="121"/>
                  </a:lnTo>
                  <a:lnTo>
                    <a:pt x="5089" y="117"/>
                  </a:lnTo>
                  <a:lnTo>
                    <a:pt x="5098" y="112"/>
                  </a:lnTo>
                  <a:lnTo>
                    <a:pt x="5109" y="109"/>
                  </a:lnTo>
                  <a:lnTo>
                    <a:pt x="5129" y="102"/>
                  </a:lnTo>
                  <a:lnTo>
                    <a:pt x="5150" y="98"/>
                  </a:lnTo>
                  <a:lnTo>
                    <a:pt x="5172" y="95"/>
                  </a:lnTo>
                  <a:lnTo>
                    <a:pt x="5196" y="94"/>
                  </a:lnTo>
                  <a:lnTo>
                    <a:pt x="5215" y="95"/>
                  </a:lnTo>
                  <a:lnTo>
                    <a:pt x="5232" y="96"/>
                  </a:lnTo>
                  <a:lnTo>
                    <a:pt x="5248" y="98"/>
                  </a:lnTo>
                  <a:lnTo>
                    <a:pt x="5264" y="101"/>
                  </a:lnTo>
                  <a:lnTo>
                    <a:pt x="5279" y="105"/>
                  </a:lnTo>
                  <a:lnTo>
                    <a:pt x="5293" y="109"/>
                  </a:lnTo>
                  <a:lnTo>
                    <a:pt x="5305" y="113"/>
                  </a:lnTo>
                  <a:lnTo>
                    <a:pt x="5316" y="118"/>
                  </a:lnTo>
                  <a:lnTo>
                    <a:pt x="5341" y="28"/>
                  </a:lnTo>
                  <a:lnTo>
                    <a:pt x="5332" y="24"/>
                  </a:lnTo>
                  <a:lnTo>
                    <a:pt x="5318" y="19"/>
                  </a:lnTo>
                  <a:lnTo>
                    <a:pt x="5303" y="13"/>
                  </a:lnTo>
                  <a:lnTo>
                    <a:pt x="5285" y="9"/>
                  </a:lnTo>
                  <a:lnTo>
                    <a:pt x="5265" y="6"/>
                  </a:lnTo>
                  <a:lnTo>
                    <a:pt x="5242" y="3"/>
                  </a:lnTo>
                  <a:lnTo>
                    <a:pt x="5218" y="1"/>
                  </a:lnTo>
                  <a:lnTo>
                    <a:pt x="5191" y="0"/>
                  </a:lnTo>
                  <a:lnTo>
                    <a:pt x="5173" y="1"/>
                  </a:lnTo>
                  <a:lnTo>
                    <a:pt x="5156" y="2"/>
                  </a:lnTo>
                  <a:lnTo>
                    <a:pt x="5139" y="4"/>
                  </a:lnTo>
                  <a:lnTo>
                    <a:pt x="5122" y="6"/>
                  </a:lnTo>
                  <a:lnTo>
                    <a:pt x="5106" y="9"/>
                  </a:lnTo>
                  <a:lnTo>
                    <a:pt x="5090" y="13"/>
                  </a:lnTo>
                  <a:lnTo>
                    <a:pt x="5075" y="17"/>
                  </a:lnTo>
                  <a:lnTo>
                    <a:pt x="5059" y="23"/>
                  </a:lnTo>
                  <a:lnTo>
                    <a:pt x="5045" y="29"/>
                  </a:lnTo>
                  <a:lnTo>
                    <a:pt x="5031" y="35"/>
                  </a:lnTo>
                  <a:lnTo>
                    <a:pt x="5016" y="42"/>
                  </a:lnTo>
                  <a:lnTo>
                    <a:pt x="5003" y="50"/>
                  </a:lnTo>
                  <a:lnTo>
                    <a:pt x="4989" y="59"/>
                  </a:lnTo>
                  <a:lnTo>
                    <a:pt x="4977" y="68"/>
                  </a:lnTo>
                  <a:lnTo>
                    <a:pt x="4966" y="77"/>
                  </a:lnTo>
                  <a:lnTo>
                    <a:pt x="4955" y="87"/>
                  </a:lnTo>
                  <a:lnTo>
                    <a:pt x="4943" y="99"/>
                  </a:lnTo>
                  <a:lnTo>
                    <a:pt x="4933" y="110"/>
                  </a:lnTo>
                  <a:lnTo>
                    <a:pt x="4924" y="122"/>
                  </a:lnTo>
                  <a:lnTo>
                    <a:pt x="4914" y="135"/>
                  </a:lnTo>
                  <a:lnTo>
                    <a:pt x="4906" y="148"/>
                  </a:lnTo>
                  <a:lnTo>
                    <a:pt x="4898" y="162"/>
                  </a:lnTo>
                  <a:lnTo>
                    <a:pt x="4891" y="176"/>
                  </a:lnTo>
                  <a:lnTo>
                    <a:pt x="4885" y="190"/>
                  </a:lnTo>
                  <a:lnTo>
                    <a:pt x="4879" y="206"/>
                  </a:lnTo>
                  <a:lnTo>
                    <a:pt x="4873" y="222"/>
                  </a:lnTo>
                  <a:lnTo>
                    <a:pt x="4869" y="239"/>
                  </a:lnTo>
                  <a:lnTo>
                    <a:pt x="4866" y="255"/>
                  </a:lnTo>
                  <a:lnTo>
                    <a:pt x="4863" y="273"/>
                  </a:lnTo>
                  <a:lnTo>
                    <a:pt x="4861" y="290"/>
                  </a:lnTo>
                  <a:lnTo>
                    <a:pt x="4860" y="309"/>
                  </a:lnTo>
                  <a:lnTo>
                    <a:pt x="4859" y="328"/>
                  </a:lnTo>
                  <a:lnTo>
                    <a:pt x="4860" y="346"/>
                  </a:lnTo>
                  <a:lnTo>
                    <a:pt x="4861" y="362"/>
                  </a:lnTo>
                  <a:lnTo>
                    <a:pt x="4862" y="380"/>
                  </a:lnTo>
                  <a:lnTo>
                    <a:pt x="4865" y="395"/>
                  </a:lnTo>
                  <a:lnTo>
                    <a:pt x="4868" y="412"/>
                  </a:lnTo>
                  <a:lnTo>
                    <a:pt x="4871" y="427"/>
                  </a:lnTo>
                  <a:lnTo>
                    <a:pt x="4876" y="441"/>
                  </a:lnTo>
                  <a:lnTo>
                    <a:pt x="4881" y="457"/>
                  </a:lnTo>
                  <a:lnTo>
                    <a:pt x="4887" y="470"/>
                  </a:lnTo>
                  <a:lnTo>
                    <a:pt x="4893" y="484"/>
                  </a:lnTo>
                  <a:lnTo>
                    <a:pt x="4900" y="497"/>
                  </a:lnTo>
                  <a:lnTo>
                    <a:pt x="4907" y="509"/>
                  </a:lnTo>
                  <a:lnTo>
                    <a:pt x="4915" y="522"/>
                  </a:lnTo>
                  <a:lnTo>
                    <a:pt x="4925" y="534"/>
                  </a:lnTo>
                  <a:lnTo>
                    <a:pt x="4934" y="544"/>
                  </a:lnTo>
                  <a:lnTo>
                    <a:pt x="4943" y="555"/>
                  </a:lnTo>
                  <a:lnTo>
                    <a:pt x="4955" y="565"/>
                  </a:lnTo>
                  <a:lnTo>
                    <a:pt x="4965" y="574"/>
                  </a:lnTo>
                  <a:lnTo>
                    <a:pt x="4977" y="583"/>
                  </a:lnTo>
                  <a:lnTo>
                    <a:pt x="4989" y="592"/>
                  </a:lnTo>
                  <a:lnTo>
                    <a:pt x="5002" y="599"/>
                  </a:lnTo>
                  <a:lnTo>
                    <a:pt x="5015" y="606"/>
                  </a:lnTo>
                  <a:lnTo>
                    <a:pt x="5029" y="612"/>
                  </a:lnTo>
                  <a:lnTo>
                    <a:pt x="5043" y="618"/>
                  </a:lnTo>
                  <a:lnTo>
                    <a:pt x="5058" y="623"/>
                  </a:lnTo>
                  <a:lnTo>
                    <a:pt x="5074" y="628"/>
                  </a:lnTo>
                  <a:lnTo>
                    <a:pt x="5089" y="632"/>
                  </a:lnTo>
                  <a:lnTo>
                    <a:pt x="5106" y="635"/>
                  </a:lnTo>
                  <a:lnTo>
                    <a:pt x="5122" y="637"/>
                  </a:lnTo>
                  <a:lnTo>
                    <a:pt x="5139" y="639"/>
                  </a:lnTo>
                  <a:lnTo>
                    <a:pt x="5158" y="640"/>
                  </a:lnTo>
                  <a:lnTo>
                    <a:pt x="5175" y="641"/>
                  </a:lnTo>
                  <a:lnTo>
                    <a:pt x="5203" y="640"/>
                  </a:lnTo>
                  <a:lnTo>
                    <a:pt x="5229" y="638"/>
                  </a:lnTo>
                  <a:lnTo>
                    <a:pt x="5253" y="635"/>
                  </a:lnTo>
                  <a:lnTo>
                    <a:pt x="5274" y="632"/>
                  </a:lnTo>
                  <a:lnTo>
                    <a:pt x="5294" y="628"/>
                  </a:lnTo>
                  <a:lnTo>
                    <a:pt x="5310" y="622"/>
                  </a:lnTo>
                  <a:lnTo>
                    <a:pt x="5324" y="617"/>
                  </a:lnTo>
                  <a:lnTo>
                    <a:pt x="5337" y="612"/>
                  </a:lnTo>
                  <a:lnTo>
                    <a:pt x="5318" y="523"/>
                  </a:lnTo>
                  <a:close/>
                  <a:moveTo>
                    <a:pt x="4374" y="631"/>
                  </a:moveTo>
                  <a:lnTo>
                    <a:pt x="4374" y="408"/>
                  </a:lnTo>
                  <a:lnTo>
                    <a:pt x="4374" y="371"/>
                  </a:lnTo>
                  <a:lnTo>
                    <a:pt x="4374" y="335"/>
                  </a:lnTo>
                  <a:lnTo>
                    <a:pt x="4374" y="301"/>
                  </a:lnTo>
                  <a:lnTo>
                    <a:pt x="4373" y="269"/>
                  </a:lnTo>
                  <a:lnTo>
                    <a:pt x="4372" y="237"/>
                  </a:lnTo>
                  <a:lnTo>
                    <a:pt x="4371" y="205"/>
                  </a:lnTo>
                  <a:lnTo>
                    <a:pt x="4370" y="175"/>
                  </a:lnTo>
                  <a:lnTo>
                    <a:pt x="4369" y="144"/>
                  </a:lnTo>
                  <a:lnTo>
                    <a:pt x="4371" y="144"/>
                  </a:lnTo>
                  <a:lnTo>
                    <a:pt x="4383" y="170"/>
                  </a:lnTo>
                  <a:lnTo>
                    <a:pt x="4396" y="198"/>
                  </a:lnTo>
                  <a:lnTo>
                    <a:pt x="4410" y="224"/>
                  </a:lnTo>
                  <a:lnTo>
                    <a:pt x="4423" y="251"/>
                  </a:lnTo>
                  <a:lnTo>
                    <a:pt x="4438" y="279"/>
                  </a:lnTo>
                  <a:lnTo>
                    <a:pt x="4453" y="306"/>
                  </a:lnTo>
                  <a:lnTo>
                    <a:pt x="4468" y="332"/>
                  </a:lnTo>
                  <a:lnTo>
                    <a:pt x="4483" y="358"/>
                  </a:lnTo>
                  <a:lnTo>
                    <a:pt x="4644" y="631"/>
                  </a:lnTo>
                  <a:lnTo>
                    <a:pt x="4761" y="631"/>
                  </a:lnTo>
                  <a:lnTo>
                    <a:pt x="4761" y="10"/>
                  </a:lnTo>
                  <a:lnTo>
                    <a:pt x="4657" y="10"/>
                  </a:lnTo>
                  <a:lnTo>
                    <a:pt x="4657" y="226"/>
                  </a:lnTo>
                  <a:lnTo>
                    <a:pt x="4657" y="261"/>
                  </a:lnTo>
                  <a:lnTo>
                    <a:pt x="4658" y="295"/>
                  </a:lnTo>
                  <a:lnTo>
                    <a:pt x="4658" y="328"/>
                  </a:lnTo>
                  <a:lnTo>
                    <a:pt x="4659" y="360"/>
                  </a:lnTo>
                  <a:lnTo>
                    <a:pt x="4661" y="391"/>
                  </a:lnTo>
                  <a:lnTo>
                    <a:pt x="4662" y="422"/>
                  </a:lnTo>
                  <a:lnTo>
                    <a:pt x="4665" y="453"/>
                  </a:lnTo>
                  <a:lnTo>
                    <a:pt x="4667" y="484"/>
                  </a:lnTo>
                  <a:lnTo>
                    <a:pt x="4665" y="485"/>
                  </a:lnTo>
                  <a:lnTo>
                    <a:pt x="4653" y="459"/>
                  </a:lnTo>
                  <a:lnTo>
                    <a:pt x="4642" y="433"/>
                  </a:lnTo>
                  <a:lnTo>
                    <a:pt x="4630" y="407"/>
                  </a:lnTo>
                  <a:lnTo>
                    <a:pt x="4616" y="381"/>
                  </a:lnTo>
                  <a:lnTo>
                    <a:pt x="4603" y="355"/>
                  </a:lnTo>
                  <a:lnTo>
                    <a:pt x="4589" y="328"/>
                  </a:lnTo>
                  <a:lnTo>
                    <a:pt x="4574" y="302"/>
                  </a:lnTo>
                  <a:lnTo>
                    <a:pt x="4559" y="277"/>
                  </a:lnTo>
                  <a:lnTo>
                    <a:pt x="4399" y="10"/>
                  </a:lnTo>
                  <a:lnTo>
                    <a:pt x="4270" y="10"/>
                  </a:lnTo>
                  <a:lnTo>
                    <a:pt x="4270" y="631"/>
                  </a:lnTo>
                  <a:lnTo>
                    <a:pt x="4374" y="631"/>
                  </a:lnTo>
                  <a:close/>
                  <a:moveTo>
                    <a:pt x="3827" y="369"/>
                  </a:moveTo>
                  <a:lnTo>
                    <a:pt x="3876" y="216"/>
                  </a:lnTo>
                  <a:lnTo>
                    <a:pt x="3884" y="187"/>
                  </a:lnTo>
                  <a:lnTo>
                    <a:pt x="3891" y="158"/>
                  </a:lnTo>
                  <a:lnTo>
                    <a:pt x="3898" y="129"/>
                  </a:lnTo>
                  <a:lnTo>
                    <a:pt x="3905" y="100"/>
                  </a:lnTo>
                  <a:lnTo>
                    <a:pt x="3908" y="100"/>
                  </a:lnTo>
                  <a:lnTo>
                    <a:pt x="3915" y="128"/>
                  </a:lnTo>
                  <a:lnTo>
                    <a:pt x="3922" y="157"/>
                  </a:lnTo>
                  <a:lnTo>
                    <a:pt x="3930" y="187"/>
                  </a:lnTo>
                  <a:lnTo>
                    <a:pt x="3938" y="217"/>
                  </a:lnTo>
                  <a:lnTo>
                    <a:pt x="3988" y="369"/>
                  </a:lnTo>
                  <a:lnTo>
                    <a:pt x="3827" y="369"/>
                  </a:lnTo>
                  <a:close/>
                  <a:moveTo>
                    <a:pt x="4006" y="456"/>
                  </a:moveTo>
                  <a:lnTo>
                    <a:pt x="4063" y="631"/>
                  </a:lnTo>
                  <a:lnTo>
                    <a:pt x="4184" y="631"/>
                  </a:lnTo>
                  <a:lnTo>
                    <a:pt x="3983" y="10"/>
                  </a:lnTo>
                  <a:lnTo>
                    <a:pt x="3839" y="10"/>
                  </a:lnTo>
                  <a:lnTo>
                    <a:pt x="3639" y="631"/>
                  </a:lnTo>
                  <a:lnTo>
                    <a:pt x="3756" y="631"/>
                  </a:lnTo>
                  <a:lnTo>
                    <a:pt x="3809" y="456"/>
                  </a:lnTo>
                  <a:lnTo>
                    <a:pt x="4006" y="456"/>
                  </a:lnTo>
                  <a:close/>
                  <a:moveTo>
                    <a:pt x="3389" y="631"/>
                  </a:moveTo>
                  <a:lnTo>
                    <a:pt x="3502" y="631"/>
                  </a:lnTo>
                  <a:lnTo>
                    <a:pt x="3502" y="105"/>
                  </a:lnTo>
                  <a:lnTo>
                    <a:pt x="3680" y="105"/>
                  </a:lnTo>
                  <a:lnTo>
                    <a:pt x="3680" y="10"/>
                  </a:lnTo>
                  <a:lnTo>
                    <a:pt x="3211" y="10"/>
                  </a:lnTo>
                  <a:lnTo>
                    <a:pt x="3211" y="105"/>
                  </a:lnTo>
                  <a:lnTo>
                    <a:pt x="3389" y="105"/>
                  </a:lnTo>
                  <a:lnTo>
                    <a:pt x="3389" y="631"/>
                  </a:lnTo>
                  <a:close/>
                  <a:moveTo>
                    <a:pt x="2906" y="631"/>
                  </a:moveTo>
                  <a:lnTo>
                    <a:pt x="3275" y="631"/>
                  </a:lnTo>
                  <a:lnTo>
                    <a:pt x="3275" y="536"/>
                  </a:lnTo>
                  <a:lnTo>
                    <a:pt x="3020" y="536"/>
                  </a:lnTo>
                  <a:lnTo>
                    <a:pt x="3020" y="10"/>
                  </a:lnTo>
                  <a:lnTo>
                    <a:pt x="2906" y="10"/>
                  </a:lnTo>
                  <a:lnTo>
                    <a:pt x="2906" y="631"/>
                  </a:lnTo>
                  <a:close/>
                  <a:moveTo>
                    <a:pt x="2293" y="10"/>
                  </a:moveTo>
                  <a:lnTo>
                    <a:pt x="2293" y="365"/>
                  </a:lnTo>
                  <a:lnTo>
                    <a:pt x="2293" y="383"/>
                  </a:lnTo>
                  <a:lnTo>
                    <a:pt x="2294" y="400"/>
                  </a:lnTo>
                  <a:lnTo>
                    <a:pt x="2295" y="417"/>
                  </a:lnTo>
                  <a:lnTo>
                    <a:pt x="2297" y="433"/>
                  </a:lnTo>
                  <a:lnTo>
                    <a:pt x="2299" y="449"/>
                  </a:lnTo>
                  <a:lnTo>
                    <a:pt x="2303" y="463"/>
                  </a:lnTo>
                  <a:lnTo>
                    <a:pt x="2306" y="477"/>
                  </a:lnTo>
                  <a:lnTo>
                    <a:pt x="2310" y="491"/>
                  </a:lnTo>
                  <a:lnTo>
                    <a:pt x="2314" y="503"/>
                  </a:lnTo>
                  <a:lnTo>
                    <a:pt x="2319" y="515"/>
                  </a:lnTo>
                  <a:lnTo>
                    <a:pt x="2324" y="528"/>
                  </a:lnTo>
                  <a:lnTo>
                    <a:pt x="2330" y="538"/>
                  </a:lnTo>
                  <a:lnTo>
                    <a:pt x="2336" y="548"/>
                  </a:lnTo>
                  <a:lnTo>
                    <a:pt x="2343" y="559"/>
                  </a:lnTo>
                  <a:lnTo>
                    <a:pt x="2350" y="568"/>
                  </a:lnTo>
                  <a:lnTo>
                    <a:pt x="2357" y="576"/>
                  </a:lnTo>
                  <a:lnTo>
                    <a:pt x="2365" y="584"/>
                  </a:lnTo>
                  <a:lnTo>
                    <a:pt x="2373" y="592"/>
                  </a:lnTo>
                  <a:lnTo>
                    <a:pt x="2383" y="599"/>
                  </a:lnTo>
                  <a:lnTo>
                    <a:pt x="2392" y="605"/>
                  </a:lnTo>
                  <a:lnTo>
                    <a:pt x="2401" y="611"/>
                  </a:lnTo>
                  <a:lnTo>
                    <a:pt x="2411" y="616"/>
                  </a:lnTo>
                  <a:lnTo>
                    <a:pt x="2422" y="621"/>
                  </a:lnTo>
                  <a:lnTo>
                    <a:pt x="2432" y="625"/>
                  </a:lnTo>
                  <a:lnTo>
                    <a:pt x="2443" y="629"/>
                  </a:lnTo>
                  <a:lnTo>
                    <a:pt x="2455" y="633"/>
                  </a:lnTo>
                  <a:lnTo>
                    <a:pt x="2466" y="635"/>
                  </a:lnTo>
                  <a:lnTo>
                    <a:pt x="2478" y="637"/>
                  </a:lnTo>
                  <a:lnTo>
                    <a:pt x="2503" y="640"/>
                  </a:lnTo>
                  <a:lnTo>
                    <a:pt x="2530" y="641"/>
                  </a:lnTo>
                  <a:lnTo>
                    <a:pt x="2543" y="641"/>
                  </a:lnTo>
                  <a:lnTo>
                    <a:pt x="2556" y="640"/>
                  </a:lnTo>
                  <a:lnTo>
                    <a:pt x="2570" y="639"/>
                  </a:lnTo>
                  <a:lnTo>
                    <a:pt x="2583" y="637"/>
                  </a:lnTo>
                  <a:lnTo>
                    <a:pt x="2595" y="635"/>
                  </a:lnTo>
                  <a:lnTo>
                    <a:pt x="2608" y="632"/>
                  </a:lnTo>
                  <a:lnTo>
                    <a:pt x="2619" y="629"/>
                  </a:lnTo>
                  <a:lnTo>
                    <a:pt x="2631" y="624"/>
                  </a:lnTo>
                  <a:lnTo>
                    <a:pt x="2643" y="620"/>
                  </a:lnTo>
                  <a:lnTo>
                    <a:pt x="2653" y="615"/>
                  </a:lnTo>
                  <a:lnTo>
                    <a:pt x="2663" y="610"/>
                  </a:lnTo>
                  <a:lnTo>
                    <a:pt x="2673" y="604"/>
                  </a:lnTo>
                  <a:lnTo>
                    <a:pt x="2683" y="598"/>
                  </a:lnTo>
                  <a:lnTo>
                    <a:pt x="2692" y="591"/>
                  </a:lnTo>
                  <a:lnTo>
                    <a:pt x="2701" y="582"/>
                  </a:lnTo>
                  <a:lnTo>
                    <a:pt x="2709" y="574"/>
                  </a:lnTo>
                  <a:lnTo>
                    <a:pt x="2718" y="566"/>
                  </a:lnTo>
                  <a:lnTo>
                    <a:pt x="2725" y="557"/>
                  </a:lnTo>
                  <a:lnTo>
                    <a:pt x="2732" y="546"/>
                  </a:lnTo>
                  <a:lnTo>
                    <a:pt x="2738" y="536"/>
                  </a:lnTo>
                  <a:lnTo>
                    <a:pt x="2744" y="525"/>
                  </a:lnTo>
                  <a:lnTo>
                    <a:pt x="2750" y="513"/>
                  </a:lnTo>
                  <a:lnTo>
                    <a:pt x="2755" y="501"/>
                  </a:lnTo>
                  <a:lnTo>
                    <a:pt x="2760" y="489"/>
                  </a:lnTo>
                  <a:lnTo>
                    <a:pt x="2764" y="475"/>
                  </a:lnTo>
                  <a:lnTo>
                    <a:pt x="2767" y="461"/>
                  </a:lnTo>
                  <a:lnTo>
                    <a:pt x="2770" y="446"/>
                  </a:lnTo>
                  <a:lnTo>
                    <a:pt x="2772" y="431"/>
                  </a:lnTo>
                  <a:lnTo>
                    <a:pt x="2774" y="416"/>
                  </a:lnTo>
                  <a:lnTo>
                    <a:pt x="2776" y="399"/>
                  </a:lnTo>
                  <a:lnTo>
                    <a:pt x="2777" y="383"/>
                  </a:lnTo>
                  <a:lnTo>
                    <a:pt x="2777" y="364"/>
                  </a:lnTo>
                  <a:lnTo>
                    <a:pt x="2777" y="10"/>
                  </a:lnTo>
                  <a:lnTo>
                    <a:pt x="2664" y="10"/>
                  </a:lnTo>
                  <a:lnTo>
                    <a:pt x="2664" y="372"/>
                  </a:lnTo>
                  <a:lnTo>
                    <a:pt x="2663" y="394"/>
                  </a:lnTo>
                  <a:lnTo>
                    <a:pt x="2661" y="415"/>
                  </a:lnTo>
                  <a:lnTo>
                    <a:pt x="2659" y="433"/>
                  </a:lnTo>
                  <a:lnTo>
                    <a:pt x="2655" y="451"/>
                  </a:lnTo>
                  <a:lnTo>
                    <a:pt x="2650" y="467"/>
                  </a:lnTo>
                  <a:lnTo>
                    <a:pt x="2644" y="481"/>
                  </a:lnTo>
                  <a:lnTo>
                    <a:pt x="2638" y="495"/>
                  </a:lnTo>
                  <a:lnTo>
                    <a:pt x="2629" y="506"/>
                  </a:lnTo>
                  <a:lnTo>
                    <a:pt x="2620" y="516"/>
                  </a:lnTo>
                  <a:lnTo>
                    <a:pt x="2611" y="526"/>
                  </a:lnTo>
                  <a:lnTo>
                    <a:pt x="2600" y="533"/>
                  </a:lnTo>
                  <a:lnTo>
                    <a:pt x="2588" y="539"/>
                  </a:lnTo>
                  <a:lnTo>
                    <a:pt x="2576" y="544"/>
                  </a:lnTo>
                  <a:lnTo>
                    <a:pt x="2563" y="547"/>
                  </a:lnTo>
                  <a:lnTo>
                    <a:pt x="2548" y="549"/>
                  </a:lnTo>
                  <a:lnTo>
                    <a:pt x="2534" y="549"/>
                  </a:lnTo>
                  <a:lnTo>
                    <a:pt x="2519" y="549"/>
                  </a:lnTo>
                  <a:lnTo>
                    <a:pt x="2506" y="547"/>
                  </a:lnTo>
                  <a:lnTo>
                    <a:pt x="2493" y="543"/>
                  </a:lnTo>
                  <a:lnTo>
                    <a:pt x="2481" y="539"/>
                  </a:lnTo>
                  <a:lnTo>
                    <a:pt x="2470" y="533"/>
                  </a:lnTo>
                  <a:lnTo>
                    <a:pt x="2460" y="526"/>
                  </a:lnTo>
                  <a:lnTo>
                    <a:pt x="2449" y="516"/>
                  </a:lnTo>
                  <a:lnTo>
                    <a:pt x="2441" y="506"/>
                  </a:lnTo>
                  <a:lnTo>
                    <a:pt x="2433" y="495"/>
                  </a:lnTo>
                  <a:lnTo>
                    <a:pt x="2426" y="481"/>
                  </a:lnTo>
                  <a:lnTo>
                    <a:pt x="2421" y="467"/>
                  </a:lnTo>
                  <a:lnTo>
                    <a:pt x="2416" y="451"/>
                  </a:lnTo>
                  <a:lnTo>
                    <a:pt x="2411" y="433"/>
                  </a:lnTo>
                  <a:lnTo>
                    <a:pt x="2408" y="415"/>
                  </a:lnTo>
                  <a:lnTo>
                    <a:pt x="2406" y="394"/>
                  </a:lnTo>
                  <a:lnTo>
                    <a:pt x="2406" y="372"/>
                  </a:lnTo>
                  <a:lnTo>
                    <a:pt x="2406" y="10"/>
                  </a:lnTo>
                  <a:lnTo>
                    <a:pt x="2293" y="10"/>
                  </a:lnTo>
                  <a:close/>
                  <a:moveTo>
                    <a:pt x="1789" y="601"/>
                  </a:moveTo>
                  <a:lnTo>
                    <a:pt x="1803" y="609"/>
                  </a:lnTo>
                  <a:lnTo>
                    <a:pt x="1821" y="616"/>
                  </a:lnTo>
                  <a:lnTo>
                    <a:pt x="1840" y="622"/>
                  </a:lnTo>
                  <a:lnTo>
                    <a:pt x="1861" y="629"/>
                  </a:lnTo>
                  <a:lnTo>
                    <a:pt x="1883" y="634"/>
                  </a:lnTo>
                  <a:lnTo>
                    <a:pt x="1908" y="637"/>
                  </a:lnTo>
                  <a:lnTo>
                    <a:pt x="1932" y="640"/>
                  </a:lnTo>
                  <a:lnTo>
                    <a:pt x="1956" y="641"/>
                  </a:lnTo>
                  <a:lnTo>
                    <a:pt x="1986" y="640"/>
                  </a:lnTo>
                  <a:lnTo>
                    <a:pt x="2013" y="637"/>
                  </a:lnTo>
                  <a:lnTo>
                    <a:pt x="2025" y="635"/>
                  </a:lnTo>
                  <a:lnTo>
                    <a:pt x="2037" y="632"/>
                  </a:lnTo>
                  <a:lnTo>
                    <a:pt x="2050" y="629"/>
                  </a:lnTo>
                  <a:lnTo>
                    <a:pt x="2061" y="625"/>
                  </a:lnTo>
                  <a:lnTo>
                    <a:pt x="2071" y="621"/>
                  </a:lnTo>
                  <a:lnTo>
                    <a:pt x="2082" y="617"/>
                  </a:lnTo>
                  <a:lnTo>
                    <a:pt x="2092" y="613"/>
                  </a:lnTo>
                  <a:lnTo>
                    <a:pt x="2101" y="608"/>
                  </a:lnTo>
                  <a:lnTo>
                    <a:pt x="2110" y="603"/>
                  </a:lnTo>
                  <a:lnTo>
                    <a:pt x="2119" y="597"/>
                  </a:lnTo>
                  <a:lnTo>
                    <a:pt x="2127" y="591"/>
                  </a:lnTo>
                  <a:lnTo>
                    <a:pt x="2134" y="584"/>
                  </a:lnTo>
                  <a:lnTo>
                    <a:pt x="2141" y="578"/>
                  </a:lnTo>
                  <a:lnTo>
                    <a:pt x="2147" y="571"/>
                  </a:lnTo>
                  <a:lnTo>
                    <a:pt x="2154" y="564"/>
                  </a:lnTo>
                  <a:lnTo>
                    <a:pt x="2160" y="557"/>
                  </a:lnTo>
                  <a:lnTo>
                    <a:pt x="2170" y="541"/>
                  </a:lnTo>
                  <a:lnTo>
                    <a:pt x="2177" y="526"/>
                  </a:lnTo>
                  <a:lnTo>
                    <a:pt x="2183" y="508"/>
                  </a:lnTo>
                  <a:lnTo>
                    <a:pt x="2189" y="491"/>
                  </a:lnTo>
                  <a:lnTo>
                    <a:pt x="2191" y="472"/>
                  </a:lnTo>
                  <a:lnTo>
                    <a:pt x="2192" y="454"/>
                  </a:lnTo>
                  <a:lnTo>
                    <a:pt x="2192" y="437"/>
                  </a:lnTo>
                  <a:lnTo>
                    <a:pt x="2190" y="422"/>
                  </a:lnTo>
                  <a:lnTo>
                    <a:pt x="2186" y="407"/>
                  </a:lnTo>
                  <a:lnTo>
                    <a:pt x="2182" y="393"/>
                  </a:lnTo>
                  <a:lnTo>
                    <a:pt x="2176" y="380"/>
                  </a:lnTo>
                  <a:lnTo>
                    <a:pt x="2170" y="367"/>
                  </a:lnTo>
                  <a:lnTo>
                    <a:pt x="2162" y="355"/>
                  </a:lnTo>
                  <a:lnTo>
                    <a:pt x="2153" y="344"/>
                  </a:lnTo>
                  <a:lnTo>
                    <a:pt x="2142" y="332"/>
                  </a:lnTo>
                  <a:lnTo>
                    <a:pt x="2130" y="322"/>
                  </a:lnTo>
                  <a:lnTo>
                    <a:pt x="2117" y="313"/>
                  </a:lnTo>
                  <a:lnTo>
                    <a:pt x="2102" y="303"/>
                  </a:lnTo>
                  <a:lnTo>
                    <a:pt x="2087" y="294"/>
                  </a:lnTo>
                  <a:lnTo>
                    <a:pt x="2070" y="286"/>
                  </a:lnTo>
                  <a:lnTo>
                    <a:pt x="2052" y="278"/>
                  </a:lnTo>
                  <a:lnTo>
                    <a:pt x="2032" y="270"/>
                  </a:lnTo>
                  <a:lnTo>
                    <a:pt x="2004" y="258"/>
                  </a:lnTo>
                  <a:lnTo>
                    <a:pt x="1979" y="247"/>
                  </a:lnTo>
                  <a:lnTo>
                    <a:pt x="1969" y="242"/>
                  </a:lnTo>
                  <a:lnTo>
                    <a:pt x="1958" y="236"/>
                  </a:lnTo>
                  <a:lnTo>
                    <a:pt x="1950" y="230"/>
                  </a:lnTo>
                  <a:lnTo>
                    <a:pt x="1942" y="224"/>
                  </a:lnTo>
                  <a:lnTo>
                    <a:pt x="1936" y="219"/>
                  </a:lnTo>
                  <a:lnTo>
                    <a:pt x="1930" y="213"/>
                  </a:lnTo>
                  <a:lnTo>
                    <a:pt x="1924" y="206"/>
                  </a:lnTo>
                  <a:lnTo>
                    <a:pt x="1920" y="200"/>
                  </a:lnTo>
                  <a:lnTo>
                    <a:pt x="1917" y="192"/>
                  </a:lnTo>
                  <a:lnTo>
                    <a:pt x="1915" y="184"/>
                  </a:lnTo>
                  <a:lnTo>
                    <a:pt x="1914" y="177"/>
                  </a:lnTo>
                  <a:lnTo>
                    <a:pt x="1914" y="168"/>
                  </a:lnTo>
                  <a:lnTo>
                    <a:pt x="1914" y="162"/>
                  </a:lnTo>
                  <a:lnTo>
                    <a:pt x="1915" y="154"/>
                  </a:lnTo>
                  <a:lnTo>
                    <a:pt x="1917" y="147"/>
                  </a:lnTo>
                  <a:lnTo>
                    <a:pt x="1919" y="141"/>
                  </a:lnTo>
                  <a:lnTo>
                    <a:pt x="1923" y="135"/>
                  </a:lnTo>
                  <a:lnTo>
                    <a:pt x="1928" y="129"/>
                  </a:lnTo>
                  <a:lnTo>
                    <a:pt x="1933" y="122"/>
                  </a:lnTo>
                  <a:lnTo>
                    <a:pt x="1938" y="117"/>
                  </a:lnTo>
                  <a:lnTo>
                    <a:pt x="1945" y="112"/>
                  </a:lnTo>
                  <a:lnTo>
                    <a:pt x="1952" y="107"/>
                  </a:lnTo>
                  <a:lnTo>
                    <a:pt x="1960" y="103"/>
                  </a:lnTo>
                  <a:lnTo>
                    <a:pt x="1970" y="100"/>
                  </a:lnTo>
                  <a:lnTo>
                    <a:pt x="1980" y="97"/>
                  </a:lnTo>
                  <a:lnTo>
                    <a:pt x="1991" y="95"/>
                  </a:lnTo>
                  <a:lnTo>
                    <a:pt x="2004" y="94"/>
                  </a:lnTo>
                  <a:lnTo>
                    <a:pt x="2016" y="94"/>
                  </a:lnTo>
                  <a:lnTo>
                    <a:pt x="2037" y="94"/>
                  </a:lnTo>
                  <a:lnTo>
                    <a:pt x="2057" y="96"/>
                  </a:lnTo>
                  <a:lnTo>
                    <a:pt x="2075" y="100"/>
                  </a:lnTo>
                  <a:lnTo>
                    <a:pt x="2092" y="104"/>
                  </a:lnTo>
                  <a:lnTo>
                    <a:pt x="2106" y="108"/>
                  </a:lnTo>
                  <a:lnTo>
                    <a:pt x="2120" y="113"/>
                  </a:lnTo>
                  <a:lnTo>
                    <a:pt x="2131" y="118"/>
                  </a:lnTo>
                  <a:lnTo>
                    <a:pt x="2140" y="122"/>
                  </a:lnTo>
                  <a:lnTo>
                    <a:pt x="2167" y="31"/>
                  </a:lnTo>
                  <a:lnTo>
                    <a:pt x="2155" y="25"/>
                  </a:lnTo>
                  <a:lnTo>
                    <a:pt x="2139" y="20"/>
                  </a:lnTo>
                  <a:lnTo>
                    <a:pt x="2124" y="14"/>
                  </a:lnTo>
                  <a:lnTo>
                    <a:pt x="2106" y="9"/>
                  </a:lnTo>
                  <a:lnTo>
                    <a:pt x="2087" y="6"/>
                  </a:lnTo>
                  <a:lnTo>
                    <a:pt x="2065" y="3"/>
                  </a:lnTo>
                  <a:lnTo>
                    <a:pt x="2043" y="1"/>
                  </a:lnTo>
                  <a:lnTo>
                    <a:pt x="2019" y="0"/>
                  </a:lnTo>
                  <a:lnTo>
                    <a:pt x="1994" y="1"/>
                  </a:lnTo>
                  <a:lnTo>
                    <a:pt x="1971" y="4"/>
                  </a:lnTo>
                  <a:lnTo>
                    <a:pt x="1948" y="8"/>
                  </a:lnTo>
                  <a:lnTo>
                    <a:pt x="1928" y="14"/>
                  </a:lnTo>
                  <a:lnTo>
                    <a:pt x="1908" y="22"/>
                  </a:lnTo>
                  <a:lnTo>
                    <a:pt x="1890" y="30"/>
                  </a:lnTo>
                  <a:lnTo>
                    <a:pt x="1873" y="40"/>
                  </a:lnTo>
                  <a:lnTo>
                    <a:pt x="1859" y="51"/>
                  </a:lnTo>
                  <a:lnTo>
                    <a:pt x="1845" y="64"/>
                  </a:lnTo>
                  <a:lnTo>
                    <a:pt x="1833" y="77"/>
                  </a:lnTo>
                  <a:lnTo>
                    <a:pt x="1823" y="93"/>
                  </a:lnTo>
                  <a:lnTo>
                    <a:pt x="1815" y="108"/>
                  </a:lnTo>
                  <a:lnTo>
                    <a:pt x="1808" y="124"/>
                  </a:lnTo>
                  <a:lnTo>
                    <a:pt x="1803" y="142"/>
                  </a:lnTo>
                  <a:lnTo>
                    <a:pt x="1800" y="159"/>
                  </a:lnTo>
                  <a:lnTo>
                    <a:pt x="1799" y="179"/>
                  </a:lnTo>
                  <a:lnTo>
                    <a:pt x="1800" y="194"/>
                  </a:lnTo>
                  <a:lnTo>
                    <a:pt x="1802" y="211"/>
                  </a:lnTo>
                  <a:lnTo>
                    <a:pt x="1806" y="225"/>
                  </a:lnTo>
                  <a:lnTo>
                    <a:pt x="1811" y="240"/>
                  </a:lnTo>
                  <a:lnTo>
                    <a:pt x="1818" y="253"/>
                  </a:lnTo>
                  <a:lnTo>
                    <a:pt x="1825" y="265"/>
                  </a:lnTo>
                  <a:lnTo>
                    <a:pt x="1834" y="277"/>
                  </a:lnTo>
                  <a:lnTo>
                    <a:pt x="1844" y="288"/>
                  </a:lnTo>
                  <a:lnTo>
                    <a:pt x="1857" y="299"/>
                  </a:lnTo>
                  <a:lnTo>
                    <a:pt x="1869" y="310"/>
                  </a:lnTo>
                  <a:lnTo>
                    <a:pt x="1882" y="319"/>
                  </a:lnTo>
                  <a:lnTo>
                    <a:pt x="1898" y="328"/>
                  </a:lnTo>
                  <a:lnTo>
                    <a:pt x="1913" y="336"/>
                  </a:lnTo>
                  <a:lnTo>
                    <a:pt x="1931" y="345"/>
                  </a:lnTo>
                  <a:lnTo>
                    <a:pt x="1948" y="352"/>
                  </a:lnTo>
                  <a:lnTo>
                    <a:pt x="1967" y="359"/>
                  </a:lnTo>
                  <a:lnTo>
                    <a:pt x="1994" y="369"/>
                  </a:lnTo>
                  <a:lnTo>
                    <a:pt x="2017" y="381"/>
                  </a:lnTo>
                  <a:lnTo>
                    <a:pt x="2027" y="386"/>
                  </a:lnTo>
                  <a:lnTo>
                    <a:pt x="2036" y="392"/>
                  </a:lnTo>
                  <a:lnTo>
                    <a:pt x="2044" y="397"/>
                  </a:lnTo>
                  <a:lnTo>
                    <a:pt x="2051" y="403"/>
                  </a:lnTo>
                  <a:lnTo>
                    <a:pt x="2057" y="409"/>
                  </a:lnTo>
                  <a:lnTo>
                    <a:pt x="2062" y="417"/>
                  </a:lnTo>
                  <a:lnTo>
                    <a:pt x="2067" y="423"/>
                  </a:lnTo>
                  <a:lnTo>
                    <a:pt x="2070" y="430"/>
                  </a:lnTo>
                  <a:lnTo>
                    <a:pt x="2073" y="437"/>
                  </a:lnTo>
                  <a:lnTo>
                    <a:pt x="2075" y="445"/>
                  </a:lnTo>
                  <a:lnTo>
                    <a:pt x="2077" y="454"/>
                  </a:lnTo>
                  <a:lnTo>
                    <a:pt x="2077" y="462"/>
                  </a:lnTo>
                  <a:lnTo>
                    <a:pt x="2077" y="471"/>
                  </a:lnTo>
                  <a:lnTo>
                    <a:pt x="2074" y="480"/>
                  </a:lnTo>
                  <a:lnTo>
                    <a:pt x="2072" y="489"/>
                  </a:lnTo>
                  <a:lnTo>
                    <a:pt x="2069" y="497"/>
                  </a:lnTo>
                  <a:lnTo>
                    <a:pt x="2065" y="504"/>
                  </a:lnTo>
                  <a:lnTo>
                    <a:pt x="2060" y="511"/>
                  </a:lnTo>
                  <a:lnTo>
                    <a:pt x="2054" y="517"/>
                  </a:lnTo>
                  <a:lnTo>
                    <a:pt x="2048" y="524"/>
                  </a:lnTo>
                  <a:lnTo>
                    <a:pt x="2040" y="529"/>
                  </a:lnTo>
                  <a:lnTo>
                    <a:pt x="2031" y="533"/>
                  </a:lnTo>
                  <a:lnTo>
                    <a:pt x="2022" y="537"/>
                  </a:lnTo>
                  <a:lnTo>
                    <a:pt x="2012" y="540"/>
                  </a:lnTo>
                  <a:lnTo>
                    <a:pt x="2002" y="543"/>
                  </a:lnTo>
                  <a:lnTo>
                    <a:pt x="1989" y="545"/>
                  </a:lnTo>
                  <a:lnTo>
                    <a:pt x="1977" y="546"/>
                  </a:lnTo>
                  <a:lnTo>
                    <a:pt x="1965" y="546"/>
                  </a:lnTo>
                  <a:lnTo>
                    <a:pt x="1943" y="546"/>
                  </a:lnTo>
                  <a:lnTo>
                    <a:pt x="1921" y="543"/>
                  </a:lnTo>
                  <a:lnTo>
                    <a:pt x="1901" y="540"/>
                  </a:lnTo>
                  <a:lnTo>
                    <a:pt x="1881" y="535"/>
                  </a:lnTo>
                  <a:lnTo>
                    <a:pt x="1863" y="529"/>
                  </a:lnTo>
                  <a:lnTo>
                    <a:pt x="1845" y="523"/>
                  </a:lnTo>
                  <a:lnTo>
                    <a:pt x="1829" y="514"/>
                  </a:lnTo>
                  <a:lnTo>
                    <a:pt x="1815" y="507"/>
                  </a:lnTo>
                  <a:lnTo>
                    <a:pt x="1789" y="601"/>
                  </a:lnTo>
                  <a:close/>
                  <a:moveTo>
                    <a:pt x="1300" y="631"/>
                  </a:moveTo>
                  <a:lnTo>
                    <a:pt x="1300" y="408"/>
                  </a:lnTo>
                  <a:lnTo>
                    <a:pt x="1300" y="371"/>
                  </a:lnTo>
                  <a:lnTo>
                    <a:pt x="1299" y="335"/>
                  </a:lnTo>
                  <a:lnTo>
                    <a:pt x="1299" y="301"/>
                  </a:lnTo>
                  <a:lnTo>
                    <a:pt x="1298" y="269"/>
                  </a:lnTo>
                  <a:lnTo>
                    <a:pt x="1298" y="237"/>
                  </a:lnTo>
                  <a:lnTo>
                    <a:pt x="1297" y="205"/>
                  </a:lnTo>
                  <a:lnTo>
                    <a:pt x="1295" y="175"/>
                  </a:lnTo>
                  <a:lnTo>
                    <a:pt x="1294" y="144"/>
                  </a:lnTo>
                  <a:lnTo>
                    <a:pt x="1297" y="144"/>
                  </a:lnTo>
                  <a:lnTo>
                    <a:pt x="1308" y="170"/>
                  </a:lnTo>
                  <a:lnTo>
                    <a:pt x="1321" y="198"/>
                  </a:lnTo>
                  <a:lnTo>
                    <a:pt x="1335" y="224"/>
                  </a:lnTo>
                  <a:lnTo>
                    <a:pt x="1348" y="251"/>
                  </a:lnTo>
                  <a:lnTo>
                    <a:pt x="1362" y="279"/>
                  </a:lnTo>
                  <a:lnTo>
                    <a:pt x="1378" y="306"/>
                  </a:lnTo>
                  <a:lnTo>
                    <a:pt x="1392" y="332"/>
                  </a:lnTo>
                  <a:lnTo>
                    <a:pt x="1408" y="358"/>
                  </a:lnTo>
                  <a:lnTo>
                    <a:pt x="1569" y="631"/>
                  </a:lnTo>
                  <a:lnTo>
                    <a:pt x="1686" y="631"/>
                  </a:lnTo>
                  <a:lnTo>
                    <a:pt x="1686" y="10"/>
                  </a:lnTo>
                  <a:lnTo>
                    <a:pt x="1582" y="10"/>
                  </a:lnTo>
                  <a:lnTo>
                    <a:pt x="1582" y="226"/>
                  </a:lnTo>
                  <a:lnTo>
                    <a:pt x="1582" y="261"/>
                  </a:lnTo>
                  <a:lnTo>
                    <a:pt x="1582" y="295"/>
                  </a:lnTo>
                  <a:lnTo>
                    <a:pt x="1583" y="328"/>
                  </a:lnTo>
                  <a:lnTo>
                    <a:pt x="1584" y="360"/>
                  </a:lnTo>
                  <a:lnTo>
                    <a:pt x="1585" y="391"/>
                  </a:lnTo>
                  <a:lnTo>
                    <a:pt x="1587" y="422"/>
                  </a:lnTo>
                  <a:lnTo>
                    <a:pt x="1589" y="453"/>
                  </a:lnTo>
                  <a:lnTo>
                    <a:pt x="1592" y="484"/>
                  </a:lnTo>
                  <a:lnTo>
                    <a:pt x="1589" y="485"/>
                  </a:lnTo>
                  <a:lnTo>
                    <a:pt x="1578" y="459"/>
                  </a:lnTo>
                  <a:lnTo>
                    <a:pt x="1567" y="433"/>
                  </a:lnTo>
                  <a:lnTo>
                    <a:pt x="1555" y="407"/>
                  </a:lnTo>
                  <a:lnTo>
                    <a:pt x="1541" y="381"/>
                  </a:lnTo>
                  <a:lnTo>
                    <a:pt x="1528" y="355"/>
                  </a:lnTo>
                  <a:lnTo>
                    <a:pt x="1513" y="328"/>
                  </a:lnTo>
                  <a:lnTo>
                    <a:pt x="1499" y="302"/>
                  </a:lnTo>
                  <a:lnTo>
                    <a:pt x="1484" y="277"/>
                  </a:lnTo>
                  <a:lnTo>
                    <a:pt x="1324" y="10"/>
                  </a:lnTo>
                  <a:lnTo>
                    <a:pt x="1195" y="10"/>
                  </a:lnTo>
                  <a:lnTo>
                    <a:pt x="1195" y="631"/>
                  </a:lnTo>
                  <a:lnTo>
                    <a:pt x="1300" y="631"/>
                  </a:lnTo>
                  <a:close/>
                  <a:moveTo>
                    <a:pt x="804" y="550"/>
                  </a:moveTo>
                  <a:lnTo>
                    <a:pt x="795" y="549"/>
                  </a:lnTo>
                  <a:lnTo>
                    <a:pt x="785" y="549"/>
                  </a:lnTo>
                  <a:lnTo>
                    <a:pt x="776" y="547"/>
                  </a:lnTo>
                  <a:lnTo>
                    <a:pt x="766" y="545"/>
                  </a:lnTo>
                  <a:lnTo>
                    <a:pt x="757" y="543"/>
                  </a:lnTo>
                  <a:lnTo>
                    <a:pt x="749" y="540"/>
                  </a:lnTo>
                  <a:lnTo>
                    <a:pt x="741" y="536"/>
                  </a:lnTo>
                  <a:lnTo>
                    <a:pt x="733" y="532"/>
                  </a:lnTo>
                  <a:lnTo>
                    <a:pt x="724" y="527"/>
                  </a:lnTo>
                  <a:lnTo>
                    <a:pt x="717" y="523"/>
                  </a:lnTo>
                  <a:lnTo>
                    <a:pt x="710" y="516"/>
                  </a:lnTo>
                  <a:lnTo>
                    <a:pt x="703" y="510"/>
                  </a:lnTo>
                  <a:lnTo>
                    <a:pt x="690" y="497"/>
                  </a:lnTo>
                  <a:lnTo>
                    <a:pt x="679" y="482"/>
                  </a:lnTo>
                  <a:lnTo>
                    <a:pt x="668" y="466"/>
                  </a:lnTo>
                  <a:lnTo>
                    <a:pt x="660" y="449"/>
                  </a:lnTo>
                  <a:lnTo>
                    <a:pt x="651" y="430"/>
                  </a:lnTo>
                  <a:lnTo>
                    <a:pt x="645" y="410"/>
                  </a:lnTo>
                  <a:lnTo>
                    <a:pt x="640" y="389"/>
                  </a:lnTo>
                  <a:lnTo>
                    <a:pt x="637" y="367"/>
                  </a:lnTo>
                  <a:lnTo>
                    <a:pt x="634" y="346"/>
                  </a:lnTo>
                  <a:lnTo>
                    <a:pt x="634" y="322"/>
                  </a:lnTo>
                  <a:lnTo>
                    <a:pt x="634" y="299"/>
                  </a:lnTo>
                  <a:lnTo>
                    <a:pt x="636" y="277"/>
                  </a:lnTo>
                  <a:lnTo>
                    <a:pt x="640" y="255"/>
                  </a:lnTo>
                  <a:lnTo>
                    <a:pt x="645" y="235"/>
                  </a:lnTo>
                  <a:lnTo>
                    <a:pt x="651" y="214"/>
                  </a:lnTo>
                  <a:lnTo>
                    <a:pt x="659" y="194"/>
                  </a:lnTo>
                  <a:lnTo>
                    <a:pt x="668" y="177"/>
                  </a:lnTo>
                  <a:lnTo>
                    <a:pt x="677" y="160"/>
                  </a:lnTo>
                  <a:lnTo>
                    <a:pt x="689" y="145"/>
                  </a:lnTo>
                  <a:lnTo>
                    <a:pt x="702" y="132"/>
                  </a:lnTo>
                  <a:lnTo>
                    <a:pt x="709" y="126"/>
                  </a:lnTo>
                  <a:lnTo>
                    <a:pt x="716" y="119"/>
                  </a:lnTo>
                  <a:lnTo>
                    <a:pt x="723" y="114"/>
                  </a:lnTo>
                  <a:lnTo>
                    <a:pt x="732" y="109"/>
                  </a:lnTo>
                  <a:lnTo>
                    <a:pt x="740" y="105"/>
                  </a:lnTo>
                  <a:lnTo>
                    <a:pt x="748" y="102"/>
                  </a:lnTo>
                  <a:lnTo>
                    <a:pt x="757" y="99"/>
                  </a:lnTo>
                  <a:lnTo>
                    <a:pt x="766" y="96"/>
                  </a:lnTo>
                  <a:lnTo>
                    <a:pt x="776" y="94"/>
                  </a:lnTo>
                  <a:lnTo>
                    <a:pt x="786" y="92"/>
                  </a:lnTo>
                  <a:lnTo>
                    <a:pt x="795" y="91"/>
                  </a:lnTo>
                  <a:lnTo>
                    <a:pt x="807" y="91"/>
                  </a:lnTo>
                  <a:lnTo>
                    <a:pt x="817" y="91"/>
                  </a:lnTo>
                  <a:lnTo>
                    <a:pt x="827" y="92"/>
                  </a:lnTo>
                  <a:lnTo>
                    <a:pt x="836" y="94"/>
                  </a:lnTo>
                  <a:lnTo>
                    <a:pt x="846" y="96"/>
                  </a:lnTo>
                  <a:lnTo>
                    <a:pt x="855" y="99"/>
                  </a:lnTo>
                  <a:lnTo>
                    <a:pt x="864" y="102"/>
                  </a:lnTo>
                  <a:lnTo>
                    <a:pt x="872" y="106"/>
                  </a:lnTo>
                  <a:lnTo>
                    <a:pt x="881" y="110"/>
                  </a:lnTo>
                  <a:lnTo>
                    <a:pt x="889" y="114"/>
                  </a:lnTo>
                  <a:lnTo>
                    <a:pt x="896" y="120"/>
                  </a:lnTo>
                  <a:lnTo>
                    <a:pt x="903" y="126"/>
                  </a:lnTo>
                  <a:lnTo>
                    <a:pt x="910" y="132"/>
                  </a:lnTo>
                  <a:lnTo>
                    <a:pt x="923" y="145"/>
                  </a:lnTo>
                  <a:lnTo>
                    <a:pt x="934" y="160"/>
                  </a:lnTo>
                  <a:lnTo>
                    <a:pt x="944" y="177"/>
                  </a:lnTo>
                  <a:lnTo>
                    <a:pt x="952" y="194"/>
                  </a:lnTo>
                  <a:lnTo>
                    <a:pt x="961" y="214"/>
                  </a:lnTo>
                  <a:lnTo>
                    <a:pt x="967" y="234"/>
                  </a:lnTo>
                  <a:lnTo>
                    <a:pt x="971" y="254"/>
                  </a:lnTo>
                  <a:lnTo>
                    <a:pt x="974" y="275"/>
                  </a:lnTo>
                  <a:lnTo>
                    <a:pt x="976" y="296"/>
                  </a:lnTo>
                  <a:lnTo>
                    <a:pt x="977" y="318"/>
                  </a:lnTo>
                  <a:lnTo>
                    <a:pt x="976" y="343"/>
                  </a:lnTo>
                  <a:lnTo>
                    <a:pt x="974" y="365"/>
                  </a:lnTo>
                  <a:lnTo>
                    <a:pt x="971" y="388"/>
                  </a:lnTo>
                  <a:lnTo>
                    <a:pt x="966" y="409"/>
                  </a:lnTo>
                  <a:lnTo>
                    <a:pt x="960" y="430"/>
                  </a:lnTo>
                  <a:lnTo>
                    <a:pt x="951" y="449"/>
                  </a:lnTo>
                  <a:lnTo>
                    <a:pt x="943" y="467"/>
                  </a:lnTo>
                  <a:lnTo>
                    <a:pt x="933" y="482"/>
                  </a:lnTo>
                  <a:lnTo>
                    <a:pt x="921" y="498"/>
                  </a:lnTo>
                  <a:lnTo>
                    <a:pt x="908" y="511"/>
                  </a:lnTo>
                  <a:lnTo>
                    <a:pt x="901" y="517"/>
                  </a:lnTo>
                  <a:lnTo>
                    <a:pt x="894" y="523"/>
                  </a:lnTo>
                  <a:lnTo>
                    <a:pt x="887" y="528"/>
                  </a:lnTo>
                  <a:lnTo>
                    <a:pt x="878" y="532"/>
                  </a:lnTo>
                  <a:lnTo>
                    <a:pt x="870" y="536"/>
                  </a:lnTo>
                  <a:lnTo>
                    <a:pt x="862" y="540"/>
                  </a:lnTo>
                  <a:lnTo>
                    <a:pt x="854" y="543"/>
                  </a:lnTo>
                  <a:lnTo>
                    <a:pt x="845" y="545"/>
                  </a:lnTo>
                  <a:lnTo>
                    <a:pt x="835" y="547"/>
                  </a:lnTo>
                  <a:lnTo>
                    <a:pt x="826" y="549"/>
                  </a:lnTo>
                  <a:lnTo>
                    <a:pt x="816" y="549"/>
                  </a:lnTo>
                  <a:lnTo>
                    <a:pt x="805" y="550"/>
                  </a:lnTo>
                  <a:lnTo>
                    <a:pt x="804" y="550"/>
                  </a:lnTo>
                  <a:close/>
                  <a:moveTo>
                    <a:pt x="802" y="641"/>
                  </a:moveTo>
                  <a:lnTo>
                    <a:pt x="818" y="641"/>
                  </a:lnTo>
                  <a:lnTo>
                    <a:pt x="833" y="640"/>
                  </a:lnTo>
                  <a:lnTo>
                    <a:pt x="849" y="638"/>
                  </a:lnTo>
                  <a:lnTo>
                    <a:pt x="863" y="636"/>
                  </a:lnTo>
                  <a:lnTo>
                    <a:pt x="878" y="633"/>
                  </a:lnTo>
                  <a:lnTo>
                    <a:pt x="893" y="629"/>
                  </a:lnTo>
                  <a:lnTo>
                    <a:pt x="906" y="624"/>
                  </a:lnTo>
                  <a:lnTo>
                    <a:pt x="920" y="619"/>
                  </a:lnTo>
                  <a:lnTo>
                    <a:pt x="933" y="613"/>
                  </a:lnTo>
                  <a:lnTo>
                    <a:pt x="946" y="607"/>
                  </a:lnTo>
                  <a:lnTo>
                    <a:pt x="959" y="600"/>
                  </a:lnTo>
                  <a:lnTo>
                    <a:pt x="970" y="593"/>
                  </a:lnTo>
                  <a:lnTo>
                    <a:pt x="982" y="584"/>
                  </a:lnTo>
                  <a:lnTo>
                    <a:pt x="993" y="575"/>
                  </a:lnTo>
                  <a:lnTo>
                    <a:pt x="1004" y="566"/>
                  </a:lnTo>
                  <a:lnTo>
                    <a:pt x="1013" y="556"/>
                  </a:lnTo>
                  <a:lnTo>
                    <a:pt x="1023" y="545"/>
                  </a:lnTo>
                  <a:lnTo>
                    <a:pt x="1033" y="533"/>
                  </a:lnTo>
                  <a:lnTo>
                    <a:pt x="1041" y="522"/>
                  </a:lnTo>
                  <a:lnTo>
                    <a:pt x="1049" y="509"/>
                  </a:lnTo>
                  <a:lnTo>
                    <a:pt x="1056" y="496"/>
                  </a:lnTo>
                  <a:lnTo>
                    <a:pt x="1063" y="482"/>
                  </a:lnTo>
                  <a:lnTo>
                    <a:pt x="1070" y="468"/>
                  </a:lnTo>
                  <a:lnTo>
                    <a:pt x="1076" y="453"/>
                  </a:lnTo>
                  <a:lnTo>
                    <a:pt x="1081" y="437"/>
                  </a:lnTo>
                  <a:lnTo>
                    <a:pt x="1085" y="422"/>
                  </a:lnTo>
                  <a:lnTo>
                    <a:pt x="1089" y="405"/>
                  </a:lnTo>
                  <a:lnTo>
                    <a:pt x="1092" y="388"/>
                  </a:lnTo>
                  <a:lnTo>
                    <a:pt x="1094" y="370"/>
                  </a:lnTo>
                  <a:lnTo>
                    <a:pt x="1096" y="352"/>
                  </a:lnTo>
                  <a:lnTo>
                    <a:pt x="1097" y="333"/>
                  </a:lnTo>
                  <a:lnTo>
                    <a:pt x="1097" y="314"/>
                  </a:lnTo>
                  <a:lnTo>
                    <a:pt x="1097" y="297"/>
                  </a:lnTo>
                  <a:lnTo>
                    <a:pt x="1096" y="281"/>
                  </a:lnTo>
                  <a:lnTo>
                    <a:pt x="1095" y="265"/>
                  </a:lnTo>
                  <a:lnTo>
                    <a:pt x="1093" y="250"/>
                  </a:lnTo>
                  <a:lnTo>
                    <a:pt x="1090" y="235"/>
                  </a:lnTo>
                  <a:lnTo>
                    <a:pt x="1087" y="219"/>
                  </a:lnTo>
                  <a:lnTo>
                    <a:pt x="1083" y="205"/>
                  </a:lnTo>
                  <a:lnTo>
                    <a:pt x="1078" y="190"/>
                  </a:lnTo>
                  <a:lnTo>
                    <a:pt x="1073" y="176"/>
                  </a:lnTo>
                  <a:lnTo>
                    <a:pt x="1068" y="163"/>
                  </a:lnTo>
                  <a:lnTo>
                    <a:pt x="1061" y="149"/>
                  </a:lnTo>
                  <a:lnTo>
                    <a:pt x="1054" y="137"/>
                  </a:lnTo>
                  <a:lnTo>
                    <a:pt x="1047" y="124"/>
                  </a:lnTo>
                  <a:lnTo>
                    <a:pt x="1039" y="113"/>
                  </a:lnTo>
                  <a:lnTo>
                    <a:pt x="1031" y="102"/>
                  </a:lnTo>
                  <a:lnTo>
                    <a:pt x="1021" y="91"/>
                  </a:lnTo>
                  <a:lnTo>
                    <a:pt x="1012" y="80"/>
                  </a:lnTo>
                  <a:lnTo>
                    <a:pt x="1002" y="71"/>
                  </a:lnTo>
                  <a:lnTo>
                    <a:pt x="991" y="62"/>
                  </a:lnTo>
                  <a:lnTo>
                    <a:pt x="980" y="52"/>
                  </a:lnTo>
                  <a:lnTo>
                    <a:pt x="969" y="44"/>
                  </a:lnTo>
                  <a:lnTo>
                    <a:pt x="957" y="37"/>
                  </a:lnTo>
                  <a:lnTo>
                    <a:pt x="944" y="30"/>
                  </a:lnTo>
                  <a:lnTo>
                    <a:pt x="932" y="24"/>
                  </a:lnTo>
                  <a:lnTo>
                    <a:pt x="917" y="19"/>
                  </a:lnTo>
                  <a:lnTo>
                    <a:pt x="904" y="13"/>
                  </a:lnTo>
                  <a:lnTo>
                    <a:pt x="890" y="9"/>
                  </a:lnTo>
                  <a:lnTo>
                    <a:pt x="874" y="6"/>
                  </a:lnTo>
                  <a:lnTo>
                    <a:pt x="859" y="3"/>
                  </a:lnTo>
                  <a:lnTo>
                    <a:pt x="844" y="2"/>
                  </a:lnTo>
                  <a:lnTo>
                    <a:pt x="827" y="0"/>
                  </a:lnTo>
                  <a:lnTo>
                    <a:pt x="811" y="0"/>
                  </a:lnTo>
                  <a:lnTo>
                    <a:pt x="794" y="0"/>
                  </a:lnTo>
                  <a:lnTo>
                    <a:pt x="778" y="2"/>
                  </a:lnTo>
                  <a:lnTo>
                    <a:pt x="762" y="3"/>
                  </a:lnTo>
                  <a:lnTo>
                    <a:pt x="747" y="6"/>
                  </a:lnTo>
                  <a:lnTo>
                    <a:pt x="733" y="9"/>
                  </a:lnTo>
                  <a:lnTo>
                    <a:pt x="718" y="13"/>
                  </a:lnTo>
                  <a:lnTo>
                    <a:pt x="704" y="19"/>
                  </a:lnTo>
                  <a:lnTo>
                    <a:pt x="690" y="24"/>
                  </a:lnTo>
                  <a:lnTo>
                    <a:pt x="677" y="30"/>
                  </a:lnTo>
                  <a:lnTo>
                    <a:pt x="665" y="37"/>
                  </a:lnTo>
                  <a:lnTo>
                    <a:pt x="652" y="44"/>
                  </a:lnTo>
                  <a:lnTo>
                    <a:pt x="640" y="52"/>
                  </a:lnTo>
                  <a:lnTo>
                    <a:pt x="629" y="62"/>
                  </a:lnTo>
                  <a:lnTo>
                    <a:pt x="617" y="71"/>
                  </a:lnTo>
                  <a:lnTo>
                    <a:pt x="607" y="80"/>
                  </a:lnTo>
                  <a:lnTo>
                    <a:pt x="597" y="92"/>
                  </a:lnTo>
                  <a:lnTo>
                    <a:pt x="588" y="102"/>
                  </a:lnTo>
                  <a:lnTo>
                    <a:pt x="578" y="114"/>
                  </a:lnTo>
                  <a:lnTo>
                    <a:pt x="570" y="126"/>
                  </a:lnTo>
                  <a:lnTo>
                    <a:pt x="562" y="139"/>
                  </a:lnTo>
                  <a:lnTo>
                    <a:pt x="555" y="151"/>
                  </a:lnTo>
                  <a:lnTo>
                    <a:pt x="549" y="166"/>
                  </a:lnTo>
                  <a:lnTo>
                    <a:pt x="542" y="179"/>
                  </a:lnTo>
                  <a:lnTo>
                    <a:pt x="536" y="194"/>
                  </a:lnTo>
                  <a:lnTo>
                    <a:pt x="531" y="209"/>
                  </a:lnTo>
                  <a:lnTo>
                    <a:pt x="527" y="224"/>
                  </a:lnTo>
                  <a:lnTo>
                    <a:pt x="524" y="241"/>
                  </a:lnTo>
                  <a:lnTo>
                    <a:pt x="521" y="256"/>
                  </a:lnTo>
                  <a:lnTo>
                    <a:pt x="518" y="273"/>
                  </a:lnTo>
                  <a:lnTo>
                    <a:pt x="517" y="290"/>
                  </a:lnTo>
                  <a:lnTo>
                    <a:pt x="516" y="308"/>
                  </a:lnTo>
                  <a:lnTo>
                    <a:pt x="515" y="325"/>
                  </a:lnTo>
                  <a:lnTo>
                    <a:pt x="516" y="342"/>
                  </a:lnTo>
                  <a:lnTo>
                    <a:pt x="517" y="359"/>
                  </a:lnTo>
                  <a:lnTo>
                    <a:pt x="518" y="374"/>
                  </a:lnTo>
                  <a:lnTo>
                    <a:pt x="520" y="391"/>
                  </a:lnTo>
                  <a:lnTo>
                    <a:pt x="523" y="406"/>
                  </a:lnTo>
                  <a:lnTo>
                    <a:pt x="526" y="422"/>
                  </a:lnTo>
                  <a:lnTo>
                    <a:pt x="530" y="436"/>
                  </a:lnTo>
                  <a:lnTo>
                    <a:pt x="535" y="452"/>
                  </a:lnTo>
                  <a:lnTo>
                    <a:pt x="540" y="465"/>
                  </a:lnTo>
                  <a:lnTo>
                    <a:pt x="547" y="479"/>
                  </a:lnTo>
                  <a:lnTo>
                    <a:pt x="553" y="492"/>
                  </a:lnTo>
                  <a:lnTo>
                    <a:pt x="559" y="505"/>
                  </a:lnTo>
                  <a:lnTo>
                    <a:pt x="567" y="517"/>
                  </a:lnTo>
                  <a:lnTo>
                    <a:pt x="575" y="529"/>
                  </a:lnTo>
                  <a:lnTo>
                    <a:pt x="584" y="540"/>
                  </a:lnTo>
                  <a:lnTo>
                    <a:pt x="593" y="551"/>
                  </a:lnTo>
                  <a:lnTo>
                    <a:pt x="602" y="562"/>
                  </a:lnTo>
                  <a:lnTo>
                    <a:pt x="612" y="571"/>
                  </a:lnTo>
                  <a:lnTo>
                    <a:pt x="623" y="580"/>
                  </a:lnTo>
                  <a:lnTo>
                    <a:pt x="634" y="588"/>
                  </a:lnTo>
                  <a:lnTo>
                    <a:pt x="645" y="597"/>
                  </a:lnTo>
                  <a:lnTo>
                    <a:pt x="658" y="604"/>
                  </a:lnTo>
                  <a:lnTo>
                    <a:pt x="670" y="611"/>
                  </a:lnTo>
                  <a:lnTo>
                    <a:pt x="682" y="617"/>
                  </a:lnTo>
                  <a:lnTo>
                    <a:pt x="696" y="622"/>
                  </a:lnTo>
                  <a:lnTo>
                    <a:pt x="710" y="628"/>
                  </a:lnTo>
                  <a:lnTo>
                    <a:pt x="724" y="632"/>
                  </a:lnTo>
                  <a:lnTo>
                    <a:pt x="739" y="635"/>
                  </a:lnTo>
                  <a:lnTo>
                    <a:pt x="753" y="638"/>
                  </a:lnTo>
                  <a:lnTo>
                    <a:pt x="769" y="640"/>
                  </a:lnTo>
                  <a:lnTo>
                    <a:pt x="785" y="641"/>
                  </a:lnTo>
                  <a:lnTo>
                    <a:pt x="801" y="641"/>
                  </a:lnTo>
                  <a:lnTo>
                    <a:pt x="802" y="641"/>
                  </a:lnTo>
                  <a:close/>
                  <a:moveTo>
                    <a:pt x="458" y="523"/>
                  </a:moveTo>
                  <a:lnTo>
                    <a:pt x="447" y="528"/>
                  </a:lnTo>
                  <a:lnTo>
                    <a:pt x="434" y="532"/>
                  </a:lnTo>
                  <a:lnTo>
                    <a:pt x="418" y="536"/>
                  </a:lnTo>
                  <a:lnTo>
                    <a:pt x="403" y="539"/>
                  </a:lnTo>
                  <a:lnTo>
                    <a:pt x="386" y="542"/>
                  </a:lnTo>
                  <a:lnTo>
                    <a:pt x="370" y="544"/>
                  </a:lnTo>
                  <a:lnTo>
                    <a:pt x="352" y="545"/>
                  </a:lnTo>
                  <a:lnTo>
                    <a:pt x="335" y="545"/>
                  </a:lnTo>
                  <a:lnTo>
                    <a:pt x="323" y="545"/>
                  </a:lnTo>
                  <a:lnTo>
                    <a:pt x="310" y="544"/>
                  </a:lnTo>
                  <a:lnTo>
                    <a:pt x="298" y="543"/>
                  </a:lnTo>
                  <a:lnTo>
                    <a:pt x="287" y="541"/>
                  </a:lnTo>
                  <a:lnTo>
                    <a:pt x="275" y="539"/>
                  </a:lnTo>
                  <a:lnTo>
                    <a:pt x="265" y="537"/>
                  </a:lnTo>
                  <a:lnTo>
                    <a:pt x="254" y="534"/>
                  </a:lnTo>
                  <a:lnTo>
                    <a:pt x="243" y="530"/>
                  </a:lnTo>
                  <a:lnTo>
                    <a:pt x="234" y="526"/>
                  </a:lnTo>
                  <a:lnTo>
                    <a:pt x="225" y="522"/>
                  </a:lnTo>
                  <a:lnTo>
                    <a:pt x="216" y="516"/>
                  </a:lnTo>
                  <a:lnTo>
                    <a:pt x="207" y="511"/>
                  </a:lnTo>
                  <a:lnTo>
                    <a:pt x="198" y="505"/>
                  </a:lnTo>
                  <a:lnTo>
                    <a:pt x="191" y="499"/>
                  </a:lnTo>
                  <a:lnTo>
                    <a:pt x="183" y="492"/>
                  </a:lnTo>
                  <a:lnTo>
                    <a:pt x="177" y="486"/>
                  </a:lnTo>
                  <a:lnTo>
                    <a:pt x="169" y="477"/>
                  </a:lnTo>
                  <a:lnTo>
                    <a:pt x="163" y="470"/>
                  </a:lnTo>
                  <a:lnTo>
                    <a:pt x="157" y="462"/>
                  </a:lnTo>
                  <a:lnTo>
                    <a:pt x="152" y="453"/>
                  </a:lnTo>
                  <a:lnTo>
                    <a:pt x="147" y="443"/>
                  </a:lnTo>
                  <a:lnTo>
                    <a:pt x="142" y="434"/>
                  </a:lnTo>
                  <a:lnTo>
                    <a:pt x="138" y="425"/>
                  </a:lnTo>
                  <a:lnTo>
                    <a:pt x="134" y="415"/>
                  </a:lnTo>
                  <a:lnTo>
                    <a:pt x="127" y="393"/>
                  </a:lnTo>
                  <a:lnTo>
                    <a:pt x="123" y="371"/>
                  </a:lnTo>
                  <a:lnTo>
                    <a:pt x="120" y="347"/>
                  </a:lnTo>
                  <a:lnTo>
                    <a:pt x="119" y="322"/>
                  </a:lnTo>
                  <a:lnTo>
                    <a:pt x="119" y="309"/>
                  </a:lnTo>
                  <a:lnTo>
                    <a:pt x="120" y="295"/>
                  </a:lnTo>
                  <a:lnTo>
                    <a:pt x="122" y="282"/>
                  </a:lnTo>
                  <a:lnTo>
                    <a:pt x="123" y="270"/>
                  </a:lnTo>
                  <a:lnTo>
                    <a:pt x="125" y="257"/>
                  </a:lnTo>
                  <a:lnTo>
                    <a:pt x="128" y="246"/>
                  </a:lnTo>
                  <a:lnTo>
                    <a:pt x="131" y="235"/>
                  </a:lnTo>
                  <a:lnTo>
                    <a:pt x="136" y="223"/>
                  </a:lnTo>
                  <a:lnTo>
                    <a:pt x="140" y="213"/>
                  </a:lnTo>
                  <a:lnTo>
                    <a:pt x="145" y="203"/>
                  </a:lnTo>
                  <a:lnTo>
                    <a:pt x="149" y="193"/>
                  </a:lnTo>
                  <a:lnTo>
                    <a:pt x="155" y="184"/>
                  </a:lnTo>
                  <a:lnTo>
                    <a:pt x="160" y="176"/>
                  </a:lnTo>
                  <a:lnTo>
                    <a:pt x="167" y="168"/>
                  </a:lnTo>
                  <a:lnTo>
                    <a:pt x="174" y="159"/>
                  </a:lnTo>
                  <a:lnTo>
                    <a:pt x="181" y="152"/>
                  </a:lnTo>
                  <a:lnTo>
                    <a:pt x="188" y="145"/>
                  </a:lnTo>
                  <a:lnTo>
                    <a:pt x="196" y="139"/>
                  </a:lnTo>
                  <a:lnTo>
                    <a:pt x="204" y="133"/>
                  </a:lnTo>
                  <a:lnTo>
                    <a:pt x="213" y="127"/>
                  </a:lnTo>
                  <a:lnTo>
                    <a:pt x="221" y="121"/>
                  </a:lnTo>
                  <a:lnTo>
                    <a:pt x="230" y="117"/>
                  </a:lnTo>
                  <a:lnTo>
                    <a:pt x="239" y="112"/>
                  </a:lnTo>
                  <a:lnTo>
                    <a:pt x="250" y="109"/>
                  </a:lnTo>
                  <a:lnTo>
                    <a:pt x="270" y="102"/>
                  </a:lnTo>
                  <a:lnTo>
                    <a:pt x="291" y="98"/>
                  </a:lnTo>
                  <a:lnTo>
                    <a:pt x="313" y="95"/>
                  </a:lnTo>
                  <a:lnTo>
                    <a:pt x="337" y="94"/>
                  </a:lnTo>
                  <a:lnTo>
                    <a:pt x="355" y="95"/>
                  </a:lnTo>
                  <a:lnTo>
                    <a:pt x="373" y="96"/>
                  </a:lnTo>
                  <a:lnTo>
                    <a:pt x="389" y="98"/>
                  </a:lnTo>
                  <a:lnTo>
                    <a:pt x="405" y="101"/>
                  </a:lnTo>
                  <a:lnTo>
                    <a:pt x="420" y="105"/>
                  </a:lnTo>
                  <a:lnTo>
                    <a:pt x="434" y="109"/>
                  </a:lnTo>
                  <a:lnTo>
                    <a:pt x="446" y="113"/>
                  </a:lnTo>
                  <a:lnTo>
                    <a:pt x="457" y="118"/>
                  </a:lnTo>
                  <a:lnTo>
                    <a:pt x="482" y="28"/>
                  </a:lnTo>
                  <a:lnTo>
                    <a:pt x="473" y="24"/>
                  </a:lnTo>
                  <a:lnTo>
                    <a:pt x="459" y="19"/>
                  </a:lnTo>
                  <a:lnTo>
                    <a:pt x="444" y="13"/>
                  </a:lnTo>
                  <a:lnTo>
                    <a:pt x="426" y="9"/>
                  </a:lnTo>
                  <a:lnTo>
                    <a:pt x="406" y="6"/>
                  </a:lnTo>
                  <a:lnTo>
                    <a:pt x="383" y="3"/>
                  </a:lnTo>
                  <a:lnTo>
                    <a:pt x="359" y="1"/>
                  </a:lnTo>
                  <a:lnTo>
                    <a:pt x="332" y="0"/>
                  </a:lnTo>
                  <a:lnTo>
                    <a:pt x="314" y="1"/>
                  </a:lnTo>
                  <a:lnTo>
                    <a:pt x="297" y="2"/>
                  </a:lnTo>
                  <a:lnTo>
                    <a:pt x="280" y="4"/>
                  </a:lnTo>
                  <a:lnTo>
                    <a:pt x="263" y="6"/>
                  </a:lnTo>
                  <a:lnTo>
                    <a:pt x="247" y="9"/>
                  </a:lnTo>
                  <a:lnTo>
                    <a:pt x="231" y="13"/>
                  </a:lnTo>
                  <a:lnTo>
                    <a:pt x="216" y="17"/>
                  </a:lnTo>
                  <a:lnTo>
                    <a:pt x="200" y="23"/>
                  </a:lnTo>
                  <a:lnTo>
                    <a:pt x="185" y="29"/>
                  </a:lnTo>
                  <a:lnTo>
                    <a:pt x="172" y="35"/>
                  </a:lnTo>
                  <a:lnTo>
                    <a:pt x="157" y="42"/>
                  </a:lnTo>
                  <a:lnTo>
                    <a:pt x="144" y="50"/>
                  </a:lnTo>
                  <a:lnTo>
                    <a:pt x="130" y="59"/>
                  </a:lnTo>
                  <a:lnTo>
                    <a:pt x="118" y="68"/>
                  </a:lnTo>
                  <a:lnTo>
                    <a:pt x="107" y="77"/>
                  </a:lnTo>
                  <a:lnTo>
                    <a:pt x="94" y="87"/>
                  </a:lnTo>
                  <a:lnTo>
                    <a:pt x="84" y="99"/>
                  </a:lnTo>
                  <a:lnTo>
                    <a:pt x="74" y="110"/>
                  </a:lnTo>
                  <a:lnTo>
                    <a:pt x="65" y="122"/>
                  </a:lnTo>
                  <a:lnTo>
                    <a:pt x="55" y="135"/>
                  </a:lnTo>
                  <a:lnTo>
                    <a:pt x="47" y="148"/>
                  </a:lnTo>
                  <a:lnTo>
                    <a:pt x="39" y="162"/>
                  </a:lnTo>
                  <a:lnTo>
                    <a:pt x="32" y="176"/>
                  </a:lnTo>
                  <a:lnTo>
                    <a:pt x="26" y="190"/>
                  </a:lnTo>
                  <a:lnTo>
                    <a:pt x="19" y="206"/>
                  </a:lnTo>
                  <a:lnTo>
                    <a:pt x="14" y="222"/>
                  </a:lnTo>
                  <a:lnTo>
                    <a:pt x="10" y="239"/>
                  </a:lnTo>
                  <a:lnTo>
                    <a:pt x="6" y="255"/>
                  </a:lnTo>
                  <a:lnTo>
                    <a:pt x="4" y="273"/>
                  </a:lnTo>
                  <a:lnTo>
                    <a:pt x="2" y="290"/>
                  </a:lnTo>
                  <a:lnTo>
                    <a:pt x="1" y="309"/>
                  </a:lnTo>
                  <a:lnTo>
                    <a:pt x="0" y="328"/>
                  </a:lnTo>
                  <a:lnTo>
                    <a:pt x="1" y="346"/>
                  </a:lnTo>
                  <a:lnTo>
                    <a:pt x="2" y="362"/>
                  </a:lnTo>
                  <a:lnTo>
                    <a:pt x="3" y="380"/>
                  </a:lnTo>
                  <a:lnTo>
                    <a:pt x="6" y="395"/>
                  </a:lnTo>
                  <a:lnTo>
                    <a:pt x="9" y="412"/>
                  </a:lnTo>
                  <a:lnTo>
                    <a:pt x="12" y="427"/>
                  </a:lnTo>
                  <a:lnTo>
                    <a:pt x="16" y="441"/>
                  </a:lnTo>
                  <a:lnTo>
                    <a:pt x="22" y="457"/>
                  </a:lnTo>
                  <a:lnTo>
                    <a:pt x="28" y="470"/>
                  </a:lnTo>
                  <a:lnTo>
                    <a:pt x="34" y="484"/>
                  </a:lnTo>
                  <a:lnTo>
                    <a:pt x="41" y="497"/>
                  </a:lnTo>
                  <a:lnTo>
                    <a:pt x="48" y="509"/>
                  </a:lnTo>
                  <a:lnTo>
                    <a:pt x="56" y="522"/>
                  </a:lnTo>
                  <a:lnTo>
                    <a:pt x="66" y="534"/>
                  </a:lnTo>
                  <a:lnTo>
                    <a:pt x="75" y="544"/>
                  </a:lnTo>
                  <a:lnTo>
                    <a:pt x="84" y="555"/>
                  </a:lnTo>
                  <a:lnTo>
                    <a:pt x="95" y="565"/>
                  </a:lnTo>
                  <a:lnTo>
                    <a:pt x="106" y="574"/>
                  </a:lnTo>
                  <a:lnTo>
                    <a:pt x="118" y="583"/>
                  </a:lnTo>
                  <a:lnTo>
                    <a:pt x="130" y="592"/>
                  </a:lnTo>
                  <a:lnTo>
                    <a:pt x="143" y="599"/>
                  </a:lnTo>
                  <a:lnTo>
                    <a:pt x="156" y="606"/>
                  </a:lnTo>
                  <a:lnTo>
                    <a:pt x="169" y="612"/>
                  </a:lnTo>
                  <a:lnTo>
                    <a:pt x="184" y="618"/>
                  </a:lnTo>
                  <a:lnTo>
                    <a:pt x="199" y="623"/>
                  </a:lnTo>
                  <a:lnTo>
                    <a:pt x="215" y="628"/>
                  </a:lnTo>
                  <a:lnTo>
                    <a:pt x="230" y="632"/>
                  </a:lnTo>
                  <a:lnTo>
                    <a:pt x="247" y="635"/>
                  </a:lnTo>
                  <a:lnTo>
                    <a:pt x="263" y="637"/>
                  </a:lnTo>
                  <a:lnTo>
                    <a:pt x="280" y="639"/>
                  </a:lnTo>
                  <a:lnTo>
                    <a:pt x="298" y="640"/>
                  </a:lnTo>
                  <a:lnTo>
                    <a:pt x="316" y="641"/>
                  </a:lnTo>
                  <a:lnTo>
                    <a:pt x="344" y="640"/>
                  </a:lnTo>
                  <a:lnTo>
                    <a:pt x="370" y="638"/>
                  </a:lnTo>
                  <a:lnTo>
                    <a:pt x="393" y="635"/>
                  </a:lnTo>
                  <a:lnTo>
                    <a:pt x="415" y="632"/>
                  </a:lnTo>
                  <a:lnTo>
                    <a:pt x="435" y="628"/>
                  </a:lnTo>
                  <a:lnTo>
                    <a:pt x="451" y="622"/>
                  </a:lnTo>
                  <a:lnTo>
                    <a:pt x="465" y="617"/>
                  </a:lnTo>
                  <a:lnTo>
                    <a:pt x="478" y="612"/>
                  </a:lnTo>
                  <a:lnTo>
                    <a:pt x="458" y="52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endParaRPr lang="en-US" sz="1050">
                <a:solidFill>
                  <a:prstClr val="white"/>
                </a:solidFill>
              </a:endParaRPr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5C060A26-BE6C-4388-8EE2-4397ECE208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3631" y="4885080"/>
              <a:ext cx="355377" cy="88557"/>
            </a:xfrm>
            <a:custGeom>
              <a:avLst/>
              <a:gdLst/>
              <a:ahLst/>
              <a:cxnLst>
                <a:cxn ang="0">
                  <a:pos x="598" y="179"/>
                </a:cxn>
                <a:cxn ang="0">
                  <a:pos x="598" y="0"/>
                </a:cxn>
                <a:cxn ang="0">
                  <a:pos x="524" y="0"/>
                </a:cxn>
                <a:cxn ang="0">
                  <a:pos x="449" y="0"/>
                </a:cxn>
                <a:cxn ang="0">
                  <a:pos x="374" y="0"/>
                </a:cxn>
                <a:cxn ang="0">
                  <a:pos x="299" y="0"/>
                </a:cxn>
                <a:cxn ang="0">
                  <a:pos x="224" y="0"/>
                </a:cxn>
                <a:cxn ang="0">
                  <a:pos x="150" y="0"/>
                </a:cxn>
                <a:cxn ang="0">
                  <a:pos x="75" y="0"/>
                </a:cxn>
                <a:cxn ang="0">
                  <a:pos x="0" y="0"/>
                </a:cxn>
                <a:cxn ang="0">
                  <a:pos x="0" y="179"/>
                </a:cxn>
                <a:cxn ang="0">
                  <a:pos x="176" y="179"/>
                </a:cxn>
                <a:cxn ang="0">
                  <a:pos x="176" y="621"/>
                </a:cxn>
                <a:cxn ang="0">
                  <a:pos x="423" y="621"/>
                </a:cxn>
                <a:cxn ang="0">
                  <a:pos x="423" y="179"/>
                </a:cxn>
                <a:cxn ang="0">
                  <a:pos x="598" y="179"/>
                </a:cxn>
                <a:cxn ang="0">
                  <a:pos x="907" y="250"/>
                </a:cxn>
                <a:cxn ang="0">
                  <a:pos x="781" y="621"/>
                </a:cxn>
                <a:cxn ang="0">
                  <a:pos x="539" y="621"/>
                </a:cxn>
                <a:cxn ang="0">
                  <a:pos x="776" y="0"/>
                </a:cxn>
                <a:cxn ang="0">
                  <a:pos x="809" y="0"/>
                </a:cxn>
                <a:cxn ang="0">
                  <a:pos x="842" y="0"/>
                </a:cxn>
                <a:cxn ang="0">
                  <a:pos x="874" y="0"/>
                </a:cxn>
                <a:cxn ang="0">
                  <a:pos x="907" y="0"/>
                </a:cxn>
                <a:cxn ang="0">
                  <a:pos x="939" y="0"/>
                </a:cxn>
                <a:cxn ang="0">
                  <a:pos x="972" y="0"/>
                </a:cxn>
                <a:cxn ang="0">
                  <a:pos x="1005" y="0"/>
                </a:cxn>
                <a:cxn ang="0">
                  <a:pos x="1038" y="0"/>
                </a:cxn>
                <a:cxn ang="0">
                  <a:pos x="1275" y="621"/>
                </a:cxn>
                <a:cxn ang="0">
                  <a:pos x="1033" y="621"/>
                </a:cxn>
                <a:cxn ang="0">
                  <a:pos x="907" y="250"/>
                </a:cxn>
                <a:cxn ang="0">
                  <a:pos x="1814" y="179"/>
                </a:cxn>
                <a:cxn ang="0">
                  <a:pos x="1814" y="0"/>
                </a:cxn>
                <a:cxn ang="0">
                  <a:pos x="1740" y="0"/>
                </a:cxn>
                <a:cxn ang="0">
                  <a:pos x="1665" y="0"/>
                </a:cxn>
                <a:cxn ang="0">
                  <a:pos x="1590" y="0"/>
                </a:cxn>
                <a:cxn ang="0">
                  <a:pos x="1515" y="0"/>
                </a:cxn>
                <a:cxn ang="0">
                  <a:pos x="1440" y="0"/>
                </a:cxn>
                <a:cxn ang="0">
                  <a:pos x="1366" y="0"/>
                </a:cxn>
                <a:cxn ang="0">
                  <a:pos x="1291" y="0"/>
                </a:cxn>
                <a:cxn ang="0">
                  <a:pos x="1216" y="0"/>
                </a:cxn>
                <a:cxn ang="0">
                  <a:pos x="1216" y="179"/>
                </a:cxn>
                <a:cxn ang="0">
                  <a:pos x="1391" y="179"/>
                </a:cxn>
                <a:cxn ang="0">
                  <a:pos x="1391" y="621"/>
                </a:cxn>
                <a:cxn ang="0">
                  <a:pos x="1639" y="621"/>
                </a:cxn>
                <a:cxn ang="0">
                  <a:pos x="1639" y="179"/>
                </a:cxn>
                <a:cxn ang="0">
                  <a:pos x="1814" y="179"/>
                </a:cxn>
                <a:cxn ang="0">
                  <a:pos x="2123" y="250"/>
                </a:cxn>
                <a:cxn ang="0">
                  <a:pos x="1996" y="621"/>
                </a:cxn>
                <a:cxn ang="0">
                  <a:pos x="1754" y="621"/>
                </a:cxn>
                <a:cxn ang="0">
                  <a:pos x="1991" y="0"/>
                </a:cxn>
                <a:cxn ang="0">
                  <a:pos x="2024" y="0"/>
                </a:cxn>
                <a:cxn ang="0">
                  <a:pos x="2057" y="0"/>
                </a:cxn>
                <a:cxn ang="0">
                  <a:pos x="2090" y="0"/>
                </a:cxn>
                <a:cxn ang="0">
                  <a:pos x="2123" y="0"/>
                </a:cxn>
                <a:cxn ang="0">
                  <a:pos x="2155" y="0"/>
                </a:cxn>
                <a:cxn ang="0">
                  <a:pos x="2188" y="0"/>
                </a:cxn>
                <a:cxn ang="0">
                  <a:pos x="2220" y="0"/>
                </a:cxn>
                <a:cxn ang="0">
                  <a:pos x="2253" y="0"/>
                </a:cxn>
                <a:cxn ang="0">
                  <a:pos x="2491" y="621"/>
                </a:cxn>
                <a:cxn ang="0">
                  <a:pos x="2248" y="621"/>
                </a:cxn>
                <a:cxn ang="0">
                  <a:pos x="2123" y="250"/>
                </a:cxn>
              </a:cxnLst>
              <a:rect l="0" t="0" r="r" b="b"/>
              <a:pathLst>
                <a:path w="2491" h="621">
                  <a:moveTo>
                    <a:pt x="598" y="179"/>
                  </a:moveTo>
                  <a:lnTo>
                    <a:pt x="598" y="0"/>
                  </a:lnTo>
                  <a:lnTo>
                    <a:pt x="524" y="0"/>
                  </a:lnTo>
                  <a:lnTo>
                    <a:pt x="449" y="0"/>
                  </a:lnTo>
                  <a:lnTo>
                    <a:pt x="374" y="0"/>
                  </a:lnTo>
                  <a:lnTo>
                    <a:pt x="299" y="0"/>
                  </a:lnTo>
                  <a:lnTo>
                    <a:pt x="224" y="0"/>
                  </a:lnTo>
                  <a:lnTo>
                    <a:pt x="150" y="0"/>
                  </a:lnTo>
                  <a:lnTo>
                    <a:pt x="75" y="0"/>
                  </a:lnTo>
                  <a:lnTo>
                    <a:pt x="0" y="0"/>
                  </a:lnTo>
                  <a:lnTo>
                    <a:pt x="0" y="179"/>
                  </a:lnTo>
                  <a:lnTo>
                    <a:pt x="176" y="179"/>
                  </a:lnTo>
                  <a:lnTo>
                    <a:pt x="176" y="621"/>
                  </a:lnTo>
                  <a:lnTo>
                    <a:pt x="423" y="621"/>
                  </a:lnTo>
                  <a:lnTo>
                    <a:pt x="423" y="179"/>
                  </a:lnTo>
                  <a:lnTo>
                    <a:pt x="598" y="179"/>
                  </a:lnTo>
                  <a:close/>
                  <a:moveTo>
                    <a:pt x="907" y="250"/>
                  </a:moveTo>
                  <a:lnTo>
                    <a:pt x="781" y="621"/>
                  </a:lnTo>
                  <a:lnTo>
                    <a:pt x="539" y="621"/>
                  </a:lnTo>
                  <a:lnTo>
                    <a:pt x="776" y="0"/>
                  </a:lnTo>
                  <a:lnTo>
                    <a:pt x="809" y="0"/>
                  </a:lnTo>
                  <a:lnTo>
                    <a:pt x="842" y="0"/>
                  </a:lnTo>
                  <a:lnTo>
                    <a:pt x="874" y="0"/>
                  </a:lnTo>
                  <a:lnTo>
                    <a:pt x="907" y="0"/>
                  </a:lnTo>
                  <a:lnTo>
                    <a:pt x="939" y="0"/>
                  </a:lnTo>
                  <a:lnTo>
                    <a:pt x="972" y="0"/>
                  </a:lnTo>
                  <a:lnTo>
                    <a:pt x="1005" y="0"/>
                  </a:lnTo>
                  <a:lnTo>
                    <a:pt x="1038" y="0"/>
                  </a:lnTo>
                  <a:lnTo>
                    <a:pt x="1275" y="621"/>
                  </a:lnTo>
                  <a:lnTo>
                    <a:pt x="1033" y="621"/>
                  </a:lnTo>
                  <a:lnTo>
                    <a:pt x="907" y="250"/>
                  </a:lnTo>
                  <a:close/>
                  <a:moveTo>
                    <a:pt x="1814" y="179"/>
                  </a:moveTo>
                  <a:lnTo>
                    <a:pt x="1814" y="0"/>
                  </a:lnTo>
                  <a:lnTo>
                    <a:pt x="1740" y="0"/>
                  </a:lnTo>
                  <a:lnTo>
                    <a:pt x="1665" y="0"/>
                  </a:lnTo>
                  <a:lnTo>
                    <a:pt x="1590" y="0"/>
                  </a:lnTo>
                  <a:lnTo>
                    <a:pt x="1515" y="0"/>
                  </a:lnTo>
                  <a:lnTo>
                    <a:pt x="1440" y="0"/>
                  </a:lnTo>
                  <a:lnTo>
                    <a:pt x="1366" y="0"/>
                  </a:lnTo>
                  <a:lnTo>
                    <a:pt x="1291" y="0"/>
                  </a:lnTo>
                  <a:lnTo>
                    <a:pt x="1216" y="0"/>
                  </a:lnTo>
                  <a:lnTo>
                    <a:pt x="1216" y="179"/>
                  </a:lnTo>
                  <a:lnTo>
                    <a:pt x="1391" y="179"/>
                  </a:lnTo>
                  <a:lnTo>
                    <a:pt x="1391" y="621"/>
                  </a:lnTo>
                  <a:lnTo>
                    <a:pt x="1639" y="621"/>
                  </a:lnTo>
                  <a:lnTo>
                    <a:pt x="1639" y="179"/>
                  </a:lnTo>
                  <a:lnTo>
                    <a:pt x="1814" y="179"/>
                  </a:lnTo>
                  <a:close/>
                  <a:moveTo>
                    <a:pt x="2123" y="250"/>
                  </a:moveTo>
                  <a:lnTo>
                    <a:pt x="1996" y="621"/>
                  </a:lnTo>
                  <a:lnTo>
                    <a:pt x="1754" y="621"/>
                  </a:lnTo>
                  <a:lnTo>
                    <a:pt x="1991" y="0"/>
                  </a:lnTo>
                  <a:lnTo>
                    <a:pt x="2024" y="0"/>
                  </a:lnTo>
                  <a:lnTo>
                    <a:pt x="2057" y="0"/>
                  </a:lnTo>
                  <a:lnTo>
                    <a:pt x="2090" y="0"/>
                  </a:lnTo>
                  <a:lnTo>
                    <a:pt x="2123" y="0"/>
                  </a:lnTo>
                  <a:lnTo>
                    <a:pt x="2155" y="0"/>
                  </a:lnTo>
                  <a:lnTo>
                    <a:pt x="2188" y="0"/>
                  </a:lnTo>
                  <a:lnTo>
                    <a:pt x="2220" y="0"/>
                  </a:lnTo>
                  <a:lnTo>
                    <a:pt x="2253" y="0"/>
                  </a:lnTo>
                  <a:lnTo>
                    <a:pt x="2491" y="621"/>
                  </a:lnTo>
                  <a:lnTo>
                    <a:pt x="2248" y="621"/>
                  </a:lnTo>
                  <a:lnTo>
                    <a:pt x="2123" y="25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51435" tIns="25718" rIns="51435" bIns="25718" numCol="1" anchor="t" anchorCtr="0" compatLnSpc="1">
              <a:prstTxWarp prst="textNoShape">
                <a:avLst/>
              </a:prstTxWarp>
            </a:bodyPr>
            <a:lstStyle/>
            <a:p>
              <a:endParaRPr lang="en-US" sz="1050">
                <a:solidFill>
                  <a:prstClr val="white"/>
                </a:solidFill>
              </a:endParaRP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7CF6DFF0-4DF4-4432-8840-32669537DFB7}"/>
              </a:ext>
            </a:extLst>
          </p:cNvPr>
          <p:cNvSpPr/>
          <p:nvPr userDrawn="1"/>
        </p:nvSpPr>
        <p:spPr>
          <a:xfrm rot="5400000">
            <a:off x="-191255" y="307220"/>
            <a:ext cx="687567" cy="69594"/>
          </a:xfrm>
          <a:prstGeom prst="rect">
            <a:avLst/>
          </a:prstGeom>
          <a:gradFill flip="none" rotWithShape="1">
            <a:gsLst>
              <a:gs pos="0">
                <a:srgbClr val="73459B"/>
              </a:gs>
              <a:gs pos="50000">
                <a:srgbClr val="BA2983"/>
              </a:gs>
              <a:gs pos="100000">
                <a:srgbClr val="F04D3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49"/>
            <a:endParaRPr lang="en-IN" sz="1800">
              <a:solidFill>
                <a:prstClr val="white"/>
              </a:solidFill>
            </a:endParaRPr>
          </a:p>
        </p:txBody>
      </p:sp>
      <p:sp>
        <p:nvSpPr>
          <p:cNvPr id="24" name="AutoShape 7">
            <a:extLst>
              <a:ext uri="{FF2B5EF4-FFF2-40B4-BE49-F238E27FC236}">
                <a16:creationId xmlns:a16="http://schemas.microsoft.com/office/drawing/2014/main" id="{254BD2B8-2EAE-46A0-AA12-89718C39E2A5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153367" y="4894953"/>
            <a:ext cx="1789734" cy="2069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endParaRPr lang="en-US" sz="1350">
              <a:solidFill>
                <a:srgbClr val="79A1C6"/>
              </a:solidFill>
              <a:latin typeface="Myriad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4207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302559" y="126243"/>
            <a:ext cx="7153836" cy="481985"/>
          </a:xfrm>
        </p:spPr>
        <p:txBody>
          <a:bodyPr wrap="square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37457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2560" y="881961"/>
            <a:ext cx="8572499" cy="325933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 sz="1200">
                <a:latin typeface="+mn-lt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6357994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 with Vis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559" y="126243"/>
            <a:ext cx="7153836" cy="481985"/>
          </a:xfrm>
        </p:spPr>
        <p:txBody>
          <a:bodyPr wrap="square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783784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09A25DB-4E26-43D0-B9E1-15B661E19E1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931C1EE-8276-48D6-81EF-6CD3388BC3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3939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9A2A9E3-ED09-4F48-91FB-E2251F884F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4202FF1-496C-442D-ABE1-CCF04F68EE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A02FEAB-9820-4FDA-A2EE-1C87AA3AB0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P</a:t>
            </a:r>
            <a:fld id="{F46587AB-6F04-4AC2-AC46-7C2D9D1F69B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67647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CADA62-BF29-4A7B-A3FF-63E5346EB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84652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9222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2560" y="881961"/>
            <a:ext cx="8572499" cy="325933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 sz="1200">
                <a:latin typeface="+mn-lt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6898127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 with Vis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559" y="126243"/>
            <a:ext cx="7153836" cy="481985"/>
          </a:xfrm>
        </p:spPr>
        <p:txBody>
          <a:bodyPr wrap="square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310342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ck">
    <p:bg>
      <p:bgPr>
        <a:solidFill>
          <a:srgbClr val="16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D4C4E9-31D3-4745-A4A1-42769EE3C62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C1C9653-78A1-4ED8-B343-F2644C70A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81" y="45555"/>
            <a:ext cx="8552914" cy="48198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997549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ck no cop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56346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1455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3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6">
            <a:extLst>
              <a:ext uri="{FF2B5EF4-FFF2-40B4-BE49-F238E27FC236}">
                <a16:creationId xmlns:a16="http://schemas.microsoft.com/office/drawing/2014/main" id="{27E1315B-68E3-4ED4-838C-A393F3DD8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90" y="107913"/>
            <a:ext cx="7886195" cy="5530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82E5CC4A-21D9-474F-B0D3-0CBAA1F88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461" y="839933"/>
            <a:ext cx="7886195" cy="32630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F3AD4A94-C96C-4B26-B251-ACD1B295F50F}"/>
              </a:ext>
            </a:extLst>
          </p:cNvPr>
          <p:cNvSpPr txBox="1">
            <a:spLocks/>
          </p:cNvSpPr>
          <p:nvPr userDrawn="1"/>
        </p:nvSpPr>
        <p:spPr>
          <a:xfrm>
            <a:off x="4540250" y="4891759"/>
            <a:ext cx="1210588" cy="215444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>
            <a:defPPr>
              <a:defRPr lang="en-US"/>
            </a:defPPr>
            <a:lvl1pPr defTabSz="914400">
              <a:defRPr sz="800" b="1">
                <a:solidFill>
                  <a:schemeClr val="tx1">
                    <a:lumMod val="75000"/>
                  </a:schemeClr>
                </a:solidFill>
                <a:latin typeface="+mj-lt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0"/>
            <a:r>
              <a:rPr lang="en-US" sz="800" b="0">
                <a:solidFill>
                  <a:schemeClr val="tx1">
                    <a:lumMod val="75000"/>
                    <a:lumOff val="25000"/>
                  </a:schemeClr>
                </a:solidFill>
              </a:rPr>
              <a:t>Document Classification</a:t>
            </a:r>
          </a:p>
        </p:txBody>
      </p:sp>
      <p:sp>
        <p:nvSpPr>
          <p:cNvPr id="22" name="Rectangle 71">
            <a:extLst>
              <a:ext uri="{FF2B5EF4-FFF2-40B4-BE49-F238E27FC236}">
                <a16:creationId xmlns:a16="http://schemas.microsoft.com/office/drawing/2014/main" id="{64C7F1E1-4994-42CE-A6CC-C5A5B84287A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99348" y="4864345"/>
            <a:ext cx="300588" cy="270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0"/>
            <a:fld id="{13B55AB4-0D57-4FBE-946B-A81E4A9D2A4C}" type="slidenum">
              <a:rPr lang="en-US" noProof="0" smtClean="0"/>
              <a:pPr lvl="0"/>
              <a:t>‹#›</a:t>
            </a:fld>
            <a:r>
              <a:rPr lang="en-US" noProof="0"/>
              <a:t>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BA751A1-620D-42C6-BBE9-5436955A622E}"/>
              </a:ext>
            </a:extLst>
          </p:cNvPr>
          <p:cNvCxnSpPr/>
          <p:nvPr userDrawn="1"/>
        </p:nvCxnSpPr>
        <p:spPr>
          <a:xfrm>
            <a:off x="4565002" y="4945062"/>
            <a:ext cx="0" cy="127170"/>
          </a:xfrm>
          <a:prstGeom prst="line">
            <a:avLst/>
          </a:prstGeom>
          <a:ln>
            <a:solidFill>
              <a:srgbClr val="808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9B35951-684A-4F2D-BB01-CE330BE2F3A8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2229" y="4941680"/>
            <a:ext cx="870018" cy="128971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E8FC513-FF51-4014-9A61-FA16267EB7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rcRect l="7140" t="39690" r="7003" b="39225"/>
          <a:stretch/>
        </p:blipFill>
        <p:spPr>
          <a:xfrm>
            <a:off x="298646" y="4760821"/>
            <a:ext cx="1033272" cy="253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506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5" r:id="rId16"/>
    <p:sldLayoutId id="2147484076" r:id="rId17"/>
    <p:sldLayoutId id="2147484077" r:id="rId18"/>
    <p:sldLayoutId id="2147484078" r:id="rId19"/>
    <p:sldLayoutId id="2147484098" r:id="rId20"/>
  </p:sldLayoutIdLst>
  <p:txStyles>
    <p:titleStyle>
      <a:lvl1pPr eaLnBrk="1" hangingPunct="1">
        <a:defRPr lang="en-US" sz="2100" b="0" kern="0" baseline="0" dirty="0">
          <a:solidFill>
            <a:srgbClr val="F03782"/>
          </a:solidFill>
          <a:latin typeface="+mj-lt"/>
          <a:ea typeface="+mj-ea"/>
          <a:cs typeface="+mj-cs"/>
        </a:defRPr>
      </a:lvl1pPr>
    </p:titleStyle>
    <p:bodyStyle>
      <a:lvl1pPr marL="171450" indent="-171450" eaLnBrk="1" hangingPunct="1">
        <a:buClr>
          <a:srgbClr val="F03782"/>
        </a:buClr>
        <a:buFont typeface="Arial" panose="020B0604020202020204" pitchFamily="34" charset="0"/>
        <a:buChar char="•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79372" indent="-171450" eaLnBrk="1" hangingPunct="1">
        <a:buClr>
          <a:srgbClr val="F03782"/>
        </a:buClr>
        <a:buFont typeface="Symbol" panose="05050102010706020507" pitchFamily="18" charset="2"/>
        <a:buChar char="-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87294" indent="-171450" eaLnBrk="1" hangingPunct="1">
        <a:buClr>
          <a:srgbClr val="F03782"/>
        </a:buClr>
        <a:buFont typeface="Arial" panose="020B0604020202020204" pitchFamily="34" charset="0"/>
        <a:buChar char="•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95216" indent="-171450" eaLnBrk="1" hangingPunct="1">
        <a:buClr>
          <a:srgbClr val="F03782"/>
        </a:buClr>
        <a:buFont typeface="Courier New" panose="02070309020205020404" pitchFamily="49" charset="0"/>
        <a:buChar char="o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03138" indent="-171450" eaLnBrk="1" hangingPunct="1">
        <a:buClr>
          <a:srgbClr val="F03782"/>
        </a:buClr>
        <a:buFont typeface="Arial" panose="020B0604020202020204" pitchFamily="34" charset="0"/>
        <a:buChar char="•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39611" eaLnBrk="1" hangingPunct="1">
        <a:defRPr>
          <a:latin typeface="+mn-lt"/>
          <a:ea typeface="+mn-ea"/>
          <a:cs typeface="+mn-cs"/>
        </a:defRPr>
      </a:lvl6pPr>
      <a:lvl7pPr marL="1247533" eaLnBrk="1" hangingPunct="1">
        <a:defRPr>
          <a:latin typeface="+mn-lt"/>
          <a:ea typeface="+mn-ea"/>
          <a:cs typeface="+mn-cs"/>
        </a:defRPr>
      </a:lvl7pPr>
      <a:lvl8pPr marL="1455454" eaLnBrk="1" hangingPunct="1">
        <a:defRPr>
          <a:latin typeface="+mn-lt"/>
          <a:ea typeface="+mn-ea"/>
          <a:cs typeface="+mn-cs"/>
        </a:defRPr>
      </a:lvl8pPr>
      <a:lvl9pPr marL="1663377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207922" eaLnBrk="1" hangingPunct="1">
        <a:defRPr>
          <a:latin typeface="+mn-lt"/>
          <a:ea typeface="+mn-ea"/>
          <a:cs typeface="+mn-cs"/>
        </a:defRPr>
      </a:lvl2pPr>
      <a:lvl3pPr marL="415844" eaLnBrk="1" hangingPunct="1">
        <a:defRPr>
          <a:latin typeface="+mn-lt"/>
          <a:ea typeface="+mn-ea"/>
          <a:cs typeface="+mn-cs"/>
        </a:defRPr>
      </a:lvl3pPr>
      <a:lvl4pPr marL="623766" eaLnBrk="1" hangingPunct="1">
        <a:defRPr>
          <a:latin typeface="+mn-lt"/>
          <a:ea typeface="+mn-ea"/>
          <a:cs typeface="+mn-cs"/>
        </a:defRPr>
      </a:lvl4pPr>
      <a:lvl5pPr marL="831688" eaLnBrk="1" hangingPunct="1">
        <a:defRPr>
          <a:latin typeface="+mn-lt"/>
          <a:ea typeface="+mn-ea"/>
          <a:cs typeface="+mn-cs"/>
        </a:defRPr>
      </a:lvl5pPr>
      <a:lvl6pPr marL="1039611" eaLnBrk="1" hangingPunct="1">
        <a:defRPr>
          <a:latin typeface="+mn-lt"/>
          <a:ea typeface="+mn-ea"/>
          <a:cs typeface="+mn-cs"/>
        </a:defRPr>
      </a:lvl6pPr>
      <a:lvl7pPr marL="1247533" eaLnBrk="1" hangingPunct="1">
        <a:defRPr>
          <a:latin typeface="+mn-lt"/>
          <a:ea typeface="+mn-ea"/>
          <a:cs typeface="+mn-cs"/>
        </a:defRPr>
      </a:lvl7pPr>
      <a:lvl8pPr marL="1455454" eaLnBrk="1" hangingPunct="1">
        <a:defRPr>
          <a:latin typeface="+mn-lt"/>
          <a:ea typeface="+mn-ea"/>
          <a:cs typeface="+mn-cs"/>
        </a:defRPr>
      </a:lvl8pPr>
      <a:lvl9pPr marL="1663377" eaLnBrk="1" hangingPunct="1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pos="129">
          <p15:clr>
            <a:srgbClr val="F26B43"/>
          </p15:clr>
        </p15:guide>
        <p15:guide id="4" pos="5631">
          <p15:clr>
            <a:srgbClr val="F26B43"/>
          </p15:clr>
        </p15:guide>
        <p15:guide id="5" orient="horz" pos="424">
          <p15:clr>
            <a:srgbClr val="F26B43"/>
          </p15:clr>
        </p15:guide>
        <p15:guide id="6" orient="horz" pos="2946">
          <p15:clr>
            <a:srgbClr val="F26B43"/>
          </p15:clr>
        </p15:guide>
        <p15:guide id="7" pos="17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E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4">
            <a:extLst>
              <a:ext uri="{FF2B5EF4-FFF2-40B4-BE49-F238E27FC236}">
                <a16:creationId xmlns:a16="http://schemas.microsoft.com/office/drawing/2014/main" id="{079318C8-1AAE-4803-B9B7-E4DD0B0A398D}"/>
              </a:ext>
            </a:extLst>
          </p:cNvPr>
          <p:cNvSpPr/>
          <p:nvPr userDrawn="1"/>
        </p:nvSpPr>
        <p:spPr>
          <a:xfrm>
            <a:off x="332378" y="2197485"/>
            <a:ext cx="44189" cy="746702"/>
          </a:xfrm>
          <a:custGeom>
            <a:avLst/>
            <a:gdLst/>
            <a:ahLst/>
            <a:cxnLst/>
            <a:rect l="l" t="t" r="r" b="b"/>
            <a:pathLst>
              <a:path w="97155" h="1642745">
                <a:moveTo>
                  <a:pt x="48398" y="0"/>
                </a:moveTo>
                <a:lnTo>
                  <a:pt x="29604" y="3818"/>
                </a:lnTo>
                <a:lnTo>
                  <a:pt x="14215" y="14213"/>
                </a:lnTo>
                <a:lnTo>
                  <a:pt x="3818" y="29599"/>
                </a:lnTo>
                <a:lnTo>
                  <a:pt x="0" y="48387"/>
                </a:lnTo>
                <a:lnTo>
                  <a:pt x="0" y="1594067"/>
                </a:lnTo>
                <a:lnTo>
                  <a:pt x="3818" y="1612855"/>
                </a:lnTo>
                <a:lnTo>
                  <a:pt x="14215" y="1628241"/>
                </a:lnTo>
                <a:lnTo>
                  <a:pt x="29604" y="1638636"/>
                </a:lnTo>
                <a:lnTo>
                  <a:pt x="48398" y="1642454"/>
                </a:lnTo>
                <a:lnTo>
                  <a:pt x="67192" y="1638636"/>
                </a:lnTo>
                <a:lnTo>
                  <a:pt x="82580" y="1628241"/>
                </a:lnTo>
                <a:lnTo>
                  <a:pt x="92977" y="1612855"/>
                </a:lnTo>
                <a:lnTo>
                  <a:pt x="96796" y="1594067"/>
                </a:lnTo>
                <a:lnTo>
                  <a:pt x="96796" y="48387"/>
                </a:lnTo>
                <a:lnTo>
                  <a:pt x="92977" y="29599"/>
                </a:lnTo>
                <a:lnTo>
                  <a:pt x="82580" y="14213"/>
                </a:lnTo>
                <a:lnTo>
                  <a:pt x="67192" y="3818"/>
                </a:lnTo>
                <a:lnTo>
                  <a:pt x="48398" y="0"/>
                </a:lnTo>
                <a:close/>
              </a:path>
            </a:pathLst>
          </a:custGeom>
          <a:solidFill>
            <a:srgbClr val="F03782"/>
          </a:solidFill>
        </p:spPr>
        <p:txBody>
          <a:bodyPr wrap="square" lIns="0" tIns="0" rIns="0" bIns="0" rtlCol="0"/>
          <a:lstStyle/>
          <a:p>
            <a:endParaRPr sz="372"/>
          </a:p>
        </p:txBody>
      </p:sp>
      <p:sp>
        <p:nvSpPr>
          <p:cNvPr id="11" name="Title Placeholder 9">
            <a:extLst>
              <a:ext uri="{FF2B5EF4-FFF2-40B4-BE49-F238E27FC236}">
                <a16:creationId xmlns:a16="http://schemas.microsoft.com/office/drawing/2014/main" id="{F769BDF2-B585-4AB7-958C-D2ADA7FF1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38" y="2228820"/>
            <a:ext cx="2650475" cy="684033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5776" lvl="0">
              <a:lnSpc>
                <a:spcPct val="100000"/>
              </a:lnSpc>
              <a:spcBef>
                <a:spcPts val="43"/>
              </a:spcBef>
            </a:pPr>
            <a:r>
              <a:rPr lang="en-US"/>
              <a:t>Click to edit Master title style</a:t>
            </a:r>
          </a:p>
        </p:txBody>
      </p:sp>
      <p:grpSp>
        <p:nvGrpSpPr>
          <p:cNvPr id="7" name="Group 8">
            <a:extLst>
              <a:ext uri="{FF2B5EF4-FFF2-40B4-BE49-F238E27FC236}">
                <a16:creationId xmlns:a16="http://schemas.microsoft.com/office/drawing/2014/main" id="{9B04B35B-F23A-4AB5-B2FC-66AD2723D30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591984" y="495300"/>
            <a:ext cx="1276814" cy="152947"/>
            <a:chOff x="2179" y="3302"/>
            <a:chExt cx="3022" cy="362"/>
          </a:xfrm>
          <a:solidFill>
            <a:srgbClr val="F03782"/>
          </a:solidFill>
        </p:grpSpPr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A6D2A6ED-C30E-4E3F-BD35-408667ACB3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79" y="3318"/>
              <a:ext cx="191" cy="258"/>
            </a:xfrm>
            <a:custGeom>
              <a:avLst/>
              <a:gdLst>
                <a:gd name="T0" fmla="*/ 20 w 191"/>
                <a:gd name="T1" fmla="*/ 258 h 258"/>
                <a:gd name="T2" fmla="*/ 12 w 191"/>
                <a:gd name="T3" fmla="*/ 256 h 258"/>
                <a:gd name="T4" fmla="*/ 0 w 191"/>
                <a:gd name="T5" fmla="*/ 243 h 258"/>
                <a:gd name="T6" fmla="*/ 0 w 191"/>
                <a:gd name="T7" fmla="*/ 20 h 258"/>
                <a:gd name="T8" fmla="*/ 0 w 191"/>
                <a:gd name="T9" fmla="*/ 12 h 258"/>
                <a:gd name="T10" fmla="*/ 12 w 191"/>
                <a:gd name="T11" fmla="*/ 0 h 258"/>
                <a:gd name="T12" fmla="*/ 92 w 191"/>
                <a:gd name="T13" fmla="*/ 0 h 258"/>
                <a:gd name="T14" fmla="*/ 107 w 191"/>
                <a:gd name="T15" fmla="*/ 0 h 258"/>
                <a:gd name="T16" fmla="*/ 135 w 191"/>
                <a:gd name="T17" fmla="*/ 8 h 258"/>
                <a:gd name="T18" fmla="*/ 157 w 191"/>
                <a:gd name="T19" fmla="*/ 24 h 258"/>
                <a:gd name="T20" fmla="*/ 169 w 191"/>
                <a:gd name="T21" fmla="*/ 48 h 258"/>
                <a:gd name="T22" fmla="*/ 171 w 191"/>
                <a:gd name="T23" fmla="*/ 64 h 258"/>
                <a:gd name="T24" fmla="*/ 169 w 191"/>
                <a:gd name="T25" fmla="*/ 85 h 258"/>
                <a:gd name="T26" fmla="*/ 161 w 191"/>
                <a:gd name="T27" fmla="*/ 99 h 258"/>
                <a:gd name="T28" fmla="*/ 151 w 191"/>
                <a:gd name="T29" fmla="*/ 113 h 258"/>
                <a:gd name="T30" fmla="*/ 137 w 191"/>
                <a:gd name="T31" fmla="*/ 121 h 258"/>
                <a:gd name="T32" fmla="*/ 137 w 191"/>
                <a:gd name="T33" fmla="*/ 121 h 258"/>
                <a:gd name="T34" fmla="*/ 161 w 191"/>
                <a:gd name="T35" fmla="*/ 131 h 258"/>
                <a:gd name="T36" fmla="*/ 179 w 191"/>
                <a:gd name="T37" fmla="*/ 145 h 258"/>
                <a:gd name="T38" fmla="*/ 189 w 191"/>
                <a:gd name="T39" fmla="*/ 165 h 258"/>
                <a:gd name="T40" fmla="*/ 191 w 191"/>
                <a:gd name="T41" fmla="*/ 187 h 258"/>
                <a:gd name="T42" fmla="*/ 189 w 191"/>
                <a:gd name="T43" fmla="*/ 205 h 258"/>
                <a:gd name="T44" fmla="*/ 177 w 191"/>
                <a:gd name="T45" fmla="*/ 231 h 258"/>
                <a:gd name="T46" fmla="*/ 153 w 191"/>
                <a:gd name="T47" fmla="*/ 247 h 258"/>
                <a:gd name="T48" fmla="*/ 123 w 191"/>
                <a:gd name="T49" fmla="*/ 256 h 258"/>
                <a:gd name="T50" fmla="*/ 107 w 191"/>
                <a:gd name="T51" fmla="*/ 258 h 258"/>
                <a:gd name="T52" fmla="*/ 42 w 191"/>
                <a:gd name="T53" fmla="*/ 34 h 258"/>
                <a:gd name="T54" fmla="*/ 86 w 191"/>
                <a:gd name="T55" fmla="*/ 109 h 258"/>
                <a:gd name="T56" fmla="*/ 103 w 191"/>
                <a:gd name="T57" fmla="*/ 107 h 258"/>
                <a:gd name="T58" fmla="*/ 115 w 191"/>
                <a:gd name="T59" fmla="*/ 101 h 258"/>
                <a:gd name="T60" fmla="*/ 125 w 191"/>
                <a:gd name="T61" fmla="*/ 89 h 258"/>
                <a:gd name="T62" fmla="*/ 129 w 191"/>
                <a:gd name="T63" fmla="*/ 70 h 258"/>
                <a:gd name="T64" fmla="*/ 127 w 191"/>
                <a:gd name="T65" fmla="*/ 60 h 258"/>
                <a:gd name="T66" fmla="*/ 121 w 191"/>
                <a:gd name="T67" fmla="*/ 48 h 258"/>
                <a:gd name="T68" fmla="*/ 109 w 191"/>
                <a:gd name="T69" fmla="*/ 38 h 258"/>
                <a:gd name="T70" fmla="*/ 84 w 191"/>
                <a:gd name="T71" fmla="*/ 34 h 258"/>
                <a:gd name="T72" fmla="*/ 99 w 191"/>
                <a:gd name="T73" fmla="*/ 143 h 258"/>
                <a:gd name="T74" fmla="*/ 42 w 191"/>
                <a:gd name="T75" fmla="*/ 221 h 258"/>
                <a:gd name="T76" fmla="*/ 97 w 191"/>
                <a:gd name="T77" fmla="*/ 221 h 258"/>
                <a:gd name="T78" fmla="*/ 125 w 191"/>
                <a:gd name="T79" fmla="*/ 217 h 258"/>
                <a:gd name="T80" fmla="*/ 139 w 191"/>
                <a:gd name="T81" fmla="*/ 209 h 258"/>
                <a:gd name="T82" fmla="*/ 147 w 191"/>
                <a:gd name="T83" fmla="*/ 193 h 258"/>
                <a:gd name="T84" fmla="*/ 149 w 191"/>
                <a:gd name="T85" fmla="*/ 183 h 258"/>
                <a:gd name="T86" fmla="*/ 145 w 191"/>
                <a:gd name="T87" fmla="*/ 167 h 258"/>
                <a:gd name="T88" fmla="*/ 137 w 191"/>
                <a:gd name="T89" fmla="*/ 155 h 258"/>
                <a:gd name="T90" fmla="*/ 121 w 191"/>
                <a:gd name="T91" fmla="*/ 147 h 258"/>
                <a:gd name="T92" fmla="*/ 99 w 191"/>
                <a:gd name="T93" fmla="*/ 143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91" h="258">
                  <a:moveTo>
                    <a:pt x="107" y="258"/>
                  </a:moveTo>
                  <a:lnTo>
                    <a:pt x="20" y="258"/>
                  </a:lnTo>
                  <a:lnTo>
                    <a:pt x="20" y="258"/>
                  </a:lnTo>
                  <a:lnTo>
                    <a:pt x="12" y="256"/>
                  </a:lnTo>
                  <a:lnTo>
                    <a:pt x="6" y="251"/>
                  </a:lnTo>
                  <a:lnTo>
                    <a:pt x="0" y="243"/>
                  </a:lnTo>
                  <a:lnTo>
                    <a:pt x="0" y="235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0" y="12"/>
                  </a:lnTo>
                  <a:lnTo>
                    <a:pt x="6" y="6"/>
                  </a:lnTo>
                  <a:lnTo>
                    <a:pt x="12" y="0"/>
                  </a:lnTo>
                  <a:lnTo>
                    <a:pt x="20" y="0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7" y="0"/>
                  </a:lnTo>
                  <a:lnTo>
                    <a:pt x="121" y="4"/>
                  </a:lnTo>
                  <a:lnTo>
                    <a:pt x="135" y="8"/>
                  </a:lnTo>
                  <a:lnTo>
                    <a:pt x="147" y="14"/>
                  </a:lnTo>
                  <a:lnTo>
                    <a:pt x="157" y="24"/>
                  </a:lnTo>
                  <a:lnTo>
                    <a:pt x="163" y="36"/>
                  </a:lnTo>
                  <a:lnTo>
                    <a:pt x="169" y="48"/>
                  </a:lnTo>
                  <a:lnTo>
                    <a:pt x="171" y="64"/>
                  </a:lnTo>
                  <a:lnTo>
                    <a:pt x="171" y="64"/>
                  </a:lnTo>
                  <a:lnTo>
                    <a:pt x="171" y="75"/>
                  </a:lnTo>
                  <a:lnTo>
                    <a:pt x="169" y="85"/>
                  </a:lnTo>
                  <a:lnTo>
                    <a:pt x="165" y="93"/>
                  </a:lnTo>
                  <a:lnTo>
                    <a:pt x="161" y="99"/>
                  </a:lnTo>
                  <a:lnTo>
                    <a:pt x="157" y="107"/>
                  </a:lnTo>
                  <a:lnTo>
                    <a:pt x="151" y="113"/>
                  </a:lnTo>
                  <a:lnTo>
                    <a:pt x="145" y="117"/>
                  </a:lnTo>
                  <a:lnTo>
                    <a:pt x="137" y="121"/>
                  </a:lnTo>
                  <a:lnTo>
                    <a:pt x="137" y="121"/>
                  </a:lnTo>
                  <a:lnTo>
                    <a:pt x="137" y="121"/>
                  </a:lnTo>
                  <a:lnTo>
                    <a:pt x="151" y="125"/>
                  </a:lnTo>
                  <a:lnTo>
                    <a:pt x="161" y="131"/>
                  </a:lnTo>
                  <a:lnTo>
                    <a:pt x="171" y="137"/>
                  </a:lnTo>
                  <a:lnTo>
                    <a:pt x="179" y="145"/>
                  </a:lnTo>
                  <a:lnTo>
                    <a:pt x="185" y="153"/>
                  </a:lnTo>
                  <a:lnTo>
                    <a:pt x="189" y="165"/>
                  </a:lnTo>
                  <a:lnTo>
                    <a:pt x="191" y="175"/>
                  </a:lnTo>
                  <a:lnTo>
                    <a:pt x="191" y="187"/>
                  </a:lnTo>
                  <a:lnTo>
                    <a:pt x="191" y="187"/>
                  </a:lnTo>
                  <a:lnTo>
                    <a:pt x="189" y="205"/>
                  </a:lnTo>
                  <a:lnTo>
                    <a:pt x="185" y="219"/>
                  </a:lnTo>
                  <a:lnTo>
                    <a:pt x="177" y="231"/>
                  </a:lnTo>
                  <a:lnTo>
                    <a:pt x="165" y="239"/>
                  </a:lnTo>
                  <a:lnTo>
                    <a:pt x="153" y="247"/>
                  </a:lnTo>
                  <a:lnTo>
                    <a:pt x="137" y="253"/>
                  </a:lnTo>
                  <a:lnTo>
                    <a:pt x="123" y="256"/>
                  </a:lnTo>
                  <a:lnTo>
                    <a:pt x="107" y="258"/>
                  </a:lnTo>
                  <a:lnTo>
                    <a:pt x="107" y="258"/>
                  </a:lnTo>
                  <a:close/>
                  <a:moveTo>
                    <a:pt x="84" y="34"/>
                  </a:moveTo>
                  <a:lnTo>
                    <a:pt x="42" y="34"/>
                  </a:lnTo>
                  <a:lnTo>
                    <a:pt x="42" y="109"/>
                  </a:lnTo>
                  <a:lnTo>
                    <a:pt x="86" y="109"/>
                  </a:lnTo>
                  <a:lnTo>
                    <a:pt x="86" y="109"/>
                  </a:lnTo>
                  <a:lnTo>
                    <a:pt x="103" y="107"/>
                  </a:lnTo>
                  <a:lnTo>
                    <a:pt x="109" y="105"/>
                  </a:lnTo>
                  <a:lnTo>
                    <a:pt x="115" y="101"/>
                  </a:lnTo>
                  <a:lnTo>
                    <a:pt x="121" y="95"/>
                  </a:lnTo>
                  <a:lnTo>
                    <a:pt x="125" y="89"/>
                  </a:lnTo>
                  <a:lnTo>
                    <a:pt x="127" y="81"/>
                  </a:lnTo>
                  <a:lnTo>
                    <a:pt x="129" y="70"/>
                  </a:lnTo>
                  <a:lnTo>
                    <a:pt x="129" y="70"/>
                  </a:lnTo>
                  <a:lnTo>
                    <a:pt x="127" y="60"/>
                  </a:lnTo>
                  <a:lnTo>
                    <a:pt x="125" y="54"/>
                  </a:lnTo>
                  <a:lnTo>
                    <a:pt x="121" y="48"/>
                  </a:lnTo>
                  <a:lnTo>
                    <a:pt x="115" y="42"/>
                  </a:lnTo>
                  <a:lnTo>
                    <a:pt x="109" y="38"/>
                  </a:lnTo>
                  <a:lnTo>
                    <a:pt x="103" y="36"/>
                  </a:lnTo>
                  <a:lnTo>
                    <a:pt x="84" y="34"/>
                  </a:lnTo>
                  <a:lnTo>
                    <a:pt x="84" y="34"/>
                  </a:lnTo>
                  <a:close/>
                  <a:moveTo>
                    <a:pt x="99" y="143"/>
                  </a:moveTo>
                  <a:lnTo>
                    <a:pt x="42" y="143"/>
                  </a:lnTo>
                  <a:lnTo>
                    <a:pt x="42" y="221"/>
                  </a:lnTo>
                  <a:lnTo>
                    <a:pt x="97" y="221"/>
                  </a:lnTo>
                  <a:lnTo>
                    <a:pt x="97" y="221"/>
                  </a:lnTo>
                  <a:lnTo>
                    <a:pt x="117" y="219"/>
                  </a:lnTo>
                  <a:lnTo>
                    <a:pt x="125" y="217"/>
                  </a:lnTo>
                  <a:lnTo>
                    <a:pt x="133" y="213"/>
                  </a:lnTo>
                  <a:lnTo>
                    <a:pt x="139" y="209"/>
                  </a:lnTo>
                  <a:lnTo>
                    <a:pt x="145" y="201"/>
                  </a:lnTo>
                  <a:lnTo>
                    <a:pt x="147" y="193"/>
                  </a:lnTo>
                  <a:lnTo>
                    <a:pt x="149" y="183"/>
                  </a:lnTo>
                  <a:lnTo>
                    <a:pt x="149" y="183"/>
                  </a:lnTo>
                  <a:lnTo>
                    <a:pt x="149" y="175"/>
                  </a:lnTo>
                  <a:lnTo>
                    <a:pt x="145" y="167"/>
                  </a:lnTo>
                  <a:lnTo>
                    <a:pt x="143" y="161"/>
                  </a:lnTo>
                  <a:lnTo>
                    <a:pt x="137" y="155"/>
                  </a:lnTo>
                  <a:lnTo>
                    <a:pt x="131" y="149"/>
                  </a:lnTo>
                  <a:lnTo>
                    <a:pt x="121" y="147"/>
                  </a:lnTo>
                  <a:lnTo>
                    <a:pt x="111" y="143"/>
                  </a:lnTo>
                  <a:lnTo>
                    <a:pt x="99" y="143"/>
                  </a:lnTo>
                  <a:lnTo>
                    <a:pt x="99" y="1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581E573D-B548-493E-B017-E527C1F3BC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0" y="3399"/>
              <a:ext cx="165" cy="179"/>
            </a:xfrm>
            <a:custGeom>
              <a:avLst/>
              <a:gdLst>
                <a:gd name="T0" fmla="*/ 0 w 165"/>
                <a:gd name="T1" fmla="*/ 20 h 179"/>
                <a:gd name="T2" fmla="*/ 0 w 165"/>
                <a:gd name="T3" fmla="*/ 20 h 179"/>
                <a:gd name="T4" fmla="*/ 2 w 165"/>
                <a:gd name="T5" fmla="*/ 12 h 179"/>
                <a:gd name="T6" fmla="*/ 6 w 165"/>
                <a:gd name="T7" fmla="*/ 6 h 179"/>
                <a:gd name="T8" fmla="*/ 12 w 165"/>
                <a:gd name="T9" fmla="*/ 2 h 179"/>
                <a:gd name="T10" fmla="*/ 20 w 165"/>
                <a:gd name="T11" fmla="*/ 0 h 179"/>
                <a:gd name="T12" fmla="*/ 20 w 165"/>
                <a:gd name="T13" fmla="*/ 0 h 179"/>
                <a:gd name="T14" fmla="*/ 26 w 165"/>
                <a:gd name="T15" fmla="*/ 2 h 179"/>
                <a:gd name="T16" fmla="*/ 32 w 165"/>
                <a:gd name="T17" fmla="*/ 6 h 179"/>
                <a:gd name="T18" fmla="*/ 38 w 165"/>
                <a:gd name="T19" fmla="*/ 12 h 179"/>
                <a:gd name="T20" fmla="*/ 38 w 165"/>
                <a:gd name="T21" fmla="*/ 20 h 179"/>
                <a:gd name="T22" fmla="*/ 38 w 165"/>
                <a:gd name="T23" fmla="*/ 100 h 179"/>
                <a:gd name="T24" fmla="*/ 38 w 165"/>
                <a:gd name="T25" fmla="*/ 100 h 179"/>
                <a:gd name="T26" fmla="*/ 40 w 165"/>
                <a:gd name="T27" fmla="*/ 116 h 179"/>
                <a:gd name="T28" fmla="*/ 45 w 165"/>
                <a:gd name="T29" fmla="*/ 128 h 179"/>
                <a:gd name="T30" fmla="*/ 45 w 165"/>
                <a:gd name="T31" fmla="*/ 128 h 179"/>
                <a:gd name="T32" fmla="*/ 51 w 165"/>
                <a:gd name="T33" fmla="*/ 134 h 179"/>
                <a:gd name="T34" fmla="*/ 59 w 165"/>
                <a:gd name="T35" fmla="*/ 140 h 179"/>
                <a:gd name="T36" fmla="*/ 69 w 165"/>
                <a:gd name="T37" fmla="*/ 144 h 179"/>
                <a:gd name="T38" fmla="*/ 83 w 165"/>
                <a:gd name="T39" fmla="*/ 146 h 179"/>
                <a:gd name="T40" fmla="*/ 83 w 165"/>
                <a:gd name="T41" fmla="*/ 146 h 179"/>
                <a:gd name="T42" fmla="*/ 95 w 165"/>
                <a:gd name="T43" fmla="*/ 144 h 179"/>
                <a:gd name="T44" fmla="*/ 107 w 165"/>
                <a:gd name="T45" fmla="*/ 140 h 179"/>
                <a:gd name="T46" fmla="*/ 115 w 165"/>
                <a:gd name="T47" fmla="*/ 134 h 179"/>
                <a:gd name="T48" fmla="*/ 119 w 165"/>
                <a:gd name="T49" fmla="*/ 128 h 179"/>
                <a:gd name="T50" fmla="*/ 119 w 165"/>
                <a:gd name="T51" fmla="*/ 128 h 179"/>
                <a:gd name="T52" fmla="*/ 125 w 165"/>
                <a:gd name="T53" fmla="*/ 116 h 179"/>
                <a:gd name="T54" fmla="*/ 125 w 165"/>
                <a:gd name="T55" fmla="*/ 100 h 179"/>
                <a:gd name="T56" fmla="*/ 125 w 165"/>
                <a:gd name="T57" fmla="*/ 20 h 179"/>
                <a:gd name="T58" fmla="*/ 125 w 165"/>
                <a:gd name="T59" fmla="*/ 20 h 179"/>
                <a:gd name="T60" fmla="*/ 127 w 165"/>
                <a:gd name="T61" fmla="*/ 12 h 179"/>
                <a:gd name="T62" fmla="*/ 131 w 165"/>
                <a:gd name="T63" fmla="*/ 6 h 179"/>
                <a:gd name="T64" fmla="*/ 137 w 165"/>
                <a:gd name="T65" fmla="*/ 2 h 179"/>
                <a:gd name="T66" fmla="*/ 145 w 165"/>
                <a:gd name="T67" fmla="*/ 0 h 179"/>
                <a:gd name="T68" fmla="*/ 145 w 165"/>
                <a:gd name="T69" fmla="*/ 0 h 179"/>
                <a:gd name="T70" fmla="*/ 153 w 165"/>
                <a:gd name="T71" fmla="*/ 2 h 179"/>
                <a:gd name="T72" fmla="*/ 159 w 165"/>
                <a:gd name="T73" fmla="*/ 6 h 179"/>
                <a:gd name="T74" fmla="*/ 163 w 165"/>
                <a:gd name="T75" fmla="*/ 12 h 179"/>
                <a:gd name="T76" fmla="*/ 165 w 165"/>
                <a:gd name="T77" fmla="*/ 20 h 179"/>
                <a:gd name="T78" fmla="*/ 165 w 165"/>
                <a:gd name="T79" fmla="*/ 102 h 179"/>
                <a:gd name="T80" fmla="*/ 165 w 165"/>
                <a:gd name="T81" fmla="*/ 102 h 179"/>
                <a:gd name="T82" fmla="*/ 163 w 165"/>
                <a:gd name="T83" fmla="*/ 118 h 179"/>
                <a:gd name="T84" fmla="*/ 161 w 165"/>
                <a:gd name="T85" fmla="*/ 130 h 179"/>
                <a:gd name="T86" fmla="*/ 157 w 165"/>
                <a:gd name="T87" fmla="*/ 142 h 179"/>
                <a:gd name="T88" fmla="*/ 151 w 165"/>
                <a:gd name="T89" fmla="*/ 152 h 179"/>
                <a:gd name="T90" fmla="*/ 151 w 165"/>
                <a:gd name="T91" fmla="*/ 152 h 179"/>
                <a:gd name="T92" fmla="*/ 145 w 165"/>
                <a:gd name="T93" fmla="*/ 158 h 179"/>
                <a:gd name="T94" fmla="*/ 139 w 165"/>
                <a:gd name="T95" fmla="*/ 164 h 179"/>
                <a:gd name="T96" fmla="*/ 123 w 165"/>
                <a:gd name="T97" fmla="*/ 172 h 179"/>
                <a:gd name="T98" fmla="*/ 105 w 165"/>
                <a:gd name="T99" fmla="*/ 179 h 179"/>
                <a:gd name="T100" fmla="*/ 83 w 165"/>
                <a:gd name="T101" fmla="*/ 179 h 179"/>
                <a:gd name="T102" fmla="*/ 83 w 165"/>
                <a:gd name="T103" fmla="*/ 179 h 179"/>
                <a:gd name="T104" fmla="*/ 61 w 165"/>
                <a:gd name="T105" fmla="*/ 179 h 179"/>
                <a:gd name="T106" fmla="*/ 43 w 165"/>
                <a:gd name="T107" fmla="*/ 172 h 179"/>
                <a:gd name="T108" fmla="*/ 26 w 165"/>
                <a:gd name="T109" fmla="*/ 164 h 179"/>
                <a:gd name="T110" fmla="*/ 20 w 165"/>
                <a:gd name="T111" fmla="*/ 158 h 179"/>
                <a:gd name="T112" fmla="*/ 14 w 165"/>
                <a:gd name="T113" fmla="*/ 152 h 179"/>
                <a:gd name="T114" fmla="*/ 14 w 165"/>
                <a:gd name="T115" fmla="*/ 152 h 179"/>
                <a:gd name="T116" fmla="*/ 8 w 165"/>
                <a:gd name="T117" fmla="*/ 142 h 179"/>
                <a:gd name="T118" fmla="*/ 4 w 165"/>
                <a:gd name="T119" fmla="*/ 130 h 179"/>
                <a:gd name="T120" fmla="*/ 0 w 165"/>
                <a:gd name="T121" fmla="*/ 118 h 179"/>
                <a:gd name="T122" fmla="*/ 0 w 165"/>
                <a:gd name="T123" fmla="*/ 102 h 179"/>
                <a:gd name="T124" fmla="*/ 0 w 165"/>
                <a:gd name="T125" fmla="*/ 20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5" h="179">
                  <a:moveTo>
                    <a:pt x="0" y="20"/>
                  </a:moveTo>
                  <a:lnTo>
                    <a:pt x="0" y="20"/>
                  </a:lnTo>
                  <a:lnTo>
                    <a:pt x="2" y="12"/>
                  </a:lnTo>
                  <a:lnTo>
                    <a:pt x="6" y="6"/>
                  </a:lnTo>
                  <a:lnTo>
                    <a:pt x="12" y="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6" y="2"/>
                  </a:lnTo>
                  <a:lnTo>
                    <a:pt x="32" y="6"/>
                  </a:lnTo>
                  <a:lnTo>
                    <a:pt x="38" y="12"/>
                  </a:lnTo>
                  <a:lnTo>
                    <a:pt x="38" y="20"/>
                  </a:lnTo>
                  <a:lnTo>
                    <a:pt x="38" y="100"/>
                  </a:lnTo>
                  <a:lnTo>
                    <a:pt x="38" y="100"/>
                  </a:lnTo>
                  <a:lnTo>
                    <a:pt x="40" y="116"/>
                  </a:lnTo>
                  <a:lnTo>
                    <a:pt x="45" y="128"/>
                  </a:lnTo>
                  <a:lnTo>
                    <a:pt x="45" y="128"/>
                  </a:lnTo>
                  <a:lnTo>
                    <a:pt x="51" y="134"/>
                  </a:lnTo>
                  <a:lnTo>
                    <a:pt x="59" y="140"/>
                  </a:lnTo>
                  <a:lnTo>
                    <a:pt x="69" y="144"/>
                  </a:lnTo>
                  <a:lnTo>
                    <a:pt x="83" y="146"/>
                  </a:lnTo>
                  <a:lnTo>
                    <a:pt x="83" y="146"/>
                  </a:lnTo>
                  <a:lnTo>
                    <a:pt x="95" y="144"/>
                  </a:lnTo>
                  <a:lnTo>
                    <a:pt x="107" y="140"/>
                  </a:lnTo>
                  <a:lnTo>
                    <a:pt x="115" y="134"/>
                  </a:lnTo>
                  <a:lnTo>
                    <a:pt x="119" y="128"/>
                  </a:lnTo>
                  <a:lnTo>
                    <a:pt x="119" y="128"/>
                  </a:lnTo>
                  <a:lnTo>
                    <a:pt x="125" y="116"/>
                  </a:lnTo>
                  <a:lnTo>
                    <a:pt x="125" y="100"/>
                  </a:lnTo>
                  <a:lnTo>
                    <a:pt x="125" y="20"/>
                  </a:lnTo>
                  <a:lnTo>
                    <a:pt x="125" y="20"/>
                  </a:lnTo>
                  <a:lnTo>
                    <a:pt x="127" y="12"/>
                  </a:lnTo>
                  <a:lnTo>
                    <a:pt x="131" y="6"/>
                  </a:lnTo>
                  <a:lnTo>
                    <a:pt x="137" y="2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53" y="2"/>
                  </a:lnTo>
                  <a:lnTo>
                    <a:pt x="159" y="6"/>
                  </a:lnTo>
                  <a:lnTo>
                    <a:pt x="163" y="12"/>
                  </a:lnTo>
                  <a:lnTo>
                    <a:pt x="165" y="20"/>
                  </a:lnTo>
                  <a:lnTo>
                    <a:pt x="165" y="102"/>
                  </a:lnTo>
                  <a:lnTo>
                    <a:pt x="165" y="102"/>
                  </a:lnTo>
                  <a:lnTo>
                    <a:pt x="163" y="118"/>
                  </a:lnTo>
                  <a:lnTo>
                    <a:pt x="161" y="130"/>
                  </a:lnTo>
                  <a:lnTo>
                    <a:pt x="157" y="142"/>
                  </a:lnTo>
                  <a:lnTo>
                    <a:pt x="151" y="152"/>
                  </a:lnTo>
                  <a:lnTo>
                    <a:pt x="151" y="152"/>
                  </a:lnTo>
                  <a:lnTo>
                    <a:pt x="145" y="158"/>
                  </a:lnTo>
                  <a:lnTo>
                    <a:pt x="139" y="164"/>
                  </a:lnTo>
                  <a:lnTo>
                    <a:pt x="123" y="172"/>
                  </a:lnTo>
                  <a:lnTo>
                    <a:pt x="105" y="179"/>
                  </a:lnTo>
                  <a:lnTo>
                    <a:pt x="83" y="179"/>
                  </a:lnTo>
                  <a:lnTo>
                    <a:pt x="83" y="179"/>
                  </a:lnTo>
                  <a:lnTo>
                    <a:pt x="61" y="179"/>
                  </a:lnTo>
                  <a:lnTo>
                    <a:pt x="43" y="172"/>
                  </a:lnTo>
                  <a:lnTo>
                    <a:pt x="26" y="164"/>
                  </a:lnTo>
                  <a:lnTo>
                    <a:pt x="20" y="158"/>
                  </a:lnTo>
                  <a:lnTo>
                    <a:pt x="14" y="152"/>
                  </a:lnTo>
                  <a:lnTo>
                    <a:pt x="14" y="152"/>
                  </a:lnTo>
                  <a:lnTo>
                    <a:pt x="8" y="142"/>
                  </a:lnTo>
                  <a:lnTo>
                    <a:pt x="4" y="130"/>
                  </a:lnTo>
                  <a:lnTo>
                    <a:pt x="0" y="118"/>
                  </a:lnTo>
                  <a:lnTo>
                    <a:pt x="0" y="102"/>
                  </a:lnTo>
                  <a:lnTo>
                    <a:pt x="0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19F7ADF1-4E29-4B81-9337-46A18E4B2F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39" y="3302"/>
              <a:ext cx="45" cy="276"/>
            </a:xfrm>
            <a:custGeom>
              <a:avLst/>
              <a:gdLst>
                <a:gd name="T0" fmla="*/ 0 w 45"/>
                <a:gd name="T1" fmla="*/ 22 h 276"/>
                <a:gd name="T2" fmla="*/ 0 w 45"/>
                <a:gd name="T3" fmla="*/ 22 h 276"/>
                <a:gd name="T4" fmla="*/ 2 w 45"/>
                <a:gd name="T5" fmla="*/ 12 h 276"/>
                <a:gd name="T6" fmla="*/ 6 w 45"/>
                <a:gd name="T7" fmla="*/ 6 h 276"/>
                <a:gd name="T8" fmla="*/ 15 w 45"/>
                <a:gd name="T9" fmla="*/ 2 h 276"/>
                <a:gd name="T10" fmla="*/ 23 w 45"/>
                <a:gd name="T11" fmla="*/ 0 h 276"/>
                <a:gd name="T12" fmla="*/ 23 w 45"/>
                <a:gd name="T13" fmla="*/ 0 h 276"/>
                <a:gd name="T14" fmla="*/ 33 w 45"/>
                <a:gd name="T15" fmla="*/ 2 h 276"/>
                <a:gd name="T16" fmla="*/ 39 w 45"/>
                <a:gd name="T17" fmla="*/ 6 h 276"/>
                <a:gd name="T18" fmla="*/ 43 w 45"/>
                <a:gd name="T19" fmla="*/ 12 h 276"/>
                <a:gd name="T20" fmla="*/ 45 w 45"/>
                <a:gd name="T21" fmla="*/ 22 h 276"/>
                <a:gd name="T22" fmla="*/ 45 w 45"/>
                <a:gd name="T23" fmla="*/ 22 h 276"/>
                <a:gd name="T24" fmla="*/ 43 w 45"/>
                <a:gd name="T25" fmla="*/ 30 h 276"/>
                <a:gd name="T26" fmla="*/ 39 w 45"/>
                <a:gd name="T27" fmla="*/ 38 h 276"/>
                <a:gd name="T28" fmla="*/ 33 w 45"/>
                <a:gd name="T29" fmla="*/ 42 h 276"/>
                <a:gd name="T30" fmla="*/ 23 w 45"/>
                <a:gd name="T31" fmla="*/ 44 h 276"/>
                <a:gd name="T32" fmla="*/ 23 w 45"/>
                <a:gd name="T33" fmla="*/ 44 h 276"/>
                <a:gd name="T34" fmla="*/ 15 w 45"/>
                <a:gd name="T35" fmla="*/ 42 h 276"/>
                <a:gd name="T36" fmla="*/ 6 w 45"/>
                <a:gd name="T37" fmla="*/ 38 h 276"/>
                <a:gd name="T38" fmla="*/ 2 w 45"/>
                <a:gd name="T39" fmla="*/ 30 h 276"/>
                <a:gd name="T40" fmla="*/ 0 w 45"/>
                <a:gd name="T41" fmla="*/ 22 h 276"/>
                <a:gd name="T42" fmla="*/ 0 w 45"/>
                <a:gd name="T43" fmla="*/ 22 h 276"/>
                <a:gd name="T44" fmla="*/ 23 w 45"/>
                <a:gd name="T45" fmla="*/ 97 h 276"/>
                <a:gd name="T46" fmla="*/ 23 w 45"/>
                <a:gd name="T47" fmla="*/ 97 h 276"/>
                <a:gd name="T48" fmla="*/ 31 w 45"/>
                <a:gd name="T49" fmla="*/ 99 h 276"/>
                <a:gd name="T50" fmla="*/ 37 w 45"/>
                <a:gd name="T51" fmla="*/ 103 h 276"/>
                <a:gd name="T52" fmla="*/ 41 w 45"/>
                <a:gd name="T53" fmla="*/ 109 h 276"/>
                <a:gd name="T54" fmla="*/ 43 w 45"/>
                <a:gd name="T55" fmla="*/ 117 h 276"/>
                <a:gd name="T56" fmla="*/ 43 w 45"/>
                <a:gd name="T57" fmla="*/ 257 h 276"/>
                <a:gd name="T58" fmla="*/ 43 w 45"/>
                <a:gd name="T59" fmla="*/ 257 h 276"/>
                <a:gd name="T60" fmla="*/ 41 w 45"/>
                <a:gd name="T61" fmla="*/ 265 h 276"/>
                <a:gd name="T62" fmla="*/ 37 w 45"/>
                <a:gd name="T63" fmla="*/ 272 h 276"/>
                <a:gd name="T64" fmla="*/ 31 w 45"/>
                <a:gd name="T65" fmla="*/ 276 h 276"/>
                <a:gd name="T66" fmla="*/ 23 w 45"/>
                <a:gd name="T67" fmla="*/ 276 h 276"/>
                <a:gd name="T68" fmla="*/ 23 w 45"/>
                <a:gd name="T69" fmla="*/ 276 h 276"/>
                <a:gd name="T70" fmla="*/ 15 w 45"/>
                <a:gd name="T71" fmla="*/ 276 h 276"/>
                <a:gd name="T72" fmla="*/ 8 w 45"/>
                <a:gd name="T73" fmla="*/ 272 h 276"/>
                <a:gd name="T74" fmla="*/ 4 w 45"/>
                <a:gd name="T75" fmla="*/ 265 h 276"/>
                <a:gd name="T76" fmla="*/ 4 w 45"/>
                <a:gd name="T77" fmla="*/ 257 h 276"/>
                <a:gd name="T78" fmla="*/ 4 w 45"/>
                <a:gd name="T79" fmla="*/ 117 h 276"/>
                <a:gd name="T80" fmla="*/ 4 w 45"/>
                <a:gd name="T81" fmla="*/ 117 h 276"/>
                <a:gd name="T82" fmla="*/ 4 w 45"/>
                <a:gd name="T83" fmla="*/ 109 h 276"/>
                <a:gd name="T84" fmla="*/ 8 w 45"/>
                <a:gd name="T85" fmla="*/ 103 h 276"/>
                <a:gd name="T86" fmla="*/ 15 w 45"/>
                <a:gd name="T87" fmla="*/ 99 h 276"/>
                <a:gd name="T88" fmla="*/ 23 w 45"/>
                <a:gd name="T89" fmla="*/ 97 h 276"/>
                <a:gd name="T90" fmla="*/ 23 w 45"/>
                <a:gd name="T91" fmla="*/ 97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5" h="276">
                  <a:moveTo>
                    <a:pt x="0" y="22"/>
                  </a:moveTo>
                  <a:lnTo>
                    <a:pt x="0" y="22"/>
                  </a:lnTo>
                  <a:lnTo>
                    <a:pt x="2" y="12"/>
                  </a:lnTo>
                  <a:lnTo>
                    <a:pt x="6" y="6"/>
                  </a:lnTo>
                  <a:lnTo>
                    <a:pt x="15" y="2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33" y="2"/>
                  </a:lnTo>
                  <a:lnTo>
                    <a:pt x="39" y="6"/>
                  </a:lnTo>
                  <a:lnTo>
                    <a:pt x="43" y="12"/>
                  </a:lnTo>
                  <a:lnTo>
                    <a:pt x="45" y="22"/>
                  </a:lnTo>
                  <a:lnTo>
                    <a:pt x="45" y="22"/>
                  </a:lnTo>
                  <a:lnTo>
                    <a:pt x="43" y="30"/>
                  </a:lnTo>
                  <a:lnTo>
                    <a:pt x="39" y="38"/>
                  </a:lnTo>
                  <a:lnTo>
                    <a:pt x="33" y="42"/>
                  </a:lnTo>
                  <a:lnTo>
                    <a:pt x="23" y="44"/>
                  </a:lnTo>
                  <a:lnTo>
                    <a:pt x="23" y="44"/>
                  </a:lnTo>
                  <a:lnTo>
                    <a:pt x="15" y="42"/>
                  </a:lnTo>
                  <a:lnTo>
                    <a:pt x="6" y="38"/>
                  </a:lnTo>
                  <a:lnTo>
                    <a:pt x="2" y="30"/>
                  </a:lnTo>
                  <a:lnTo>
                    <a:pt x="0" y="22"/>
                  </a:lnTo>
                  <a:lnTo>
                    <a:pt x="0" y="22"/>
                  </a:lnTo>
                  <a:close/>
                  <a:moveTo>
                    <a:pt x="23" y="97"/>
                  </a:moveTo>
                  <a:lnTo>
                    <a:pt x="23" y="97"/>
                  </a:lnTo>
                  <a:lnTo>
                    <a:pt x="31" y="99"/>
                  </a:lnTo>
                  <a:lnTo>
                    <a:pt x="37" y="103"/>
                  </a:lnTo>
                  <a:lnTo>
                    <a:pt x="41" y="109"/>
                  </a:lnTo>
                  <a:lnTo>
                    <a:pt x="43" y="117"/>
                  </a:lnTo>
                  <a:lnTo>
                    <a:pt x="43" y="257"/>
                  </a:lnTo>
                  <a:lnTo>
                    <a:pt x="43" y="257"/>
                  </a:lnTo>
                  <a:lnTo>
                    <a:pt x="41" y="265"/>
                  </a:lnTo>
                  <a:lnTo>
                    <a:pt x="37" y="272"/>
                  </a:lnTo>
                  <a:lnTo>
                    <a:pt x="31" y="276"/>
                  </a:lnTo>
                  <a:lnTo>
                    <a:pt x="23" y="276"/>
                  </a:lnTo>
                  <a:lnTo>
                    <a:pt x="23" y="276"/>
                  </a:lnTo>
                  <a:lnTo>
                    <a:pt x="15" y="276"/>
                  </a:lnTo>
                  <a:lnTo>
                    <a:pt x="8" y="272"/>
                  </a:lnTo>
                  <a:lnTo>
                    <a:pt x="4" y="265"/>
                  </a:lnTo>
                  <a:lnTo>
                    <a:pt x="4" y="257"/>
                  </a:lnTo>
                  <a:lnTo>
                    <a:pt x="4" y="117"/>
                  </a:lnTo>
                  <a:lnTo>
                    <a:pt x="4" y="117"/>
                  </a:lnTo>
                  <a:lnTo>
                    <a:pt x="4" y="109"/>
                  </a:lnTo>
                  <a:lnTo>
                    <a:pt x="8" y="103"/>
                  </a:lnTo>
                  <a:lnTo>
                    <a:pt x="15" y="99"/>
                  </a:lnTo>
                  <a:lnTo>
                    <a:pt x="23" y="97"/>
                  </a:lnTo>
                  <a:lnTo>
                    <a:pt x="23" y="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D24F24E7-8637-4FDF-BA13-BFE4B31BEE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2" y="3314"/>
              <a:ext cx="40" cy="264"/>
            </a:xfrm>
            <a:custGeom>
              <a:avLst/>
              <a:gdLst>
                <a:gd name="T0" fmla="*/ 0 w 40"/>
                <a:gd name="T1" fmla="*/ 18 h 264"/>
                <a:gd name="T2" fmla="*/ 0 w 40"/>
                <a:gd name="T3" fmla="*/ 18 h 264"/>
                <a:gd name="T4" fmla="*/ 2 w 40"/>
                <a:gd name="T5" fmla="*/ 12 h 264"/>
                <a:gd name="T6" fmla="*/ 6 w 40"/>
                <a:gd name="T7" fmla="*/ 6 h 264"/>
                <a:gd name="T8" fmla="*/ 12 w 40"/>
                <a:gd name="T9" fmla="*/ 2 h 264"/>
                <a:gd name="T10" fmla="*/ 20 w 40"/>
                <a:gd name="T11" fmla="*/ 0 h 264"/>
                <a:gd name="T12" fmla="*/ 20 w 40"/>
                <a:gd name="T13" fmla="*/ 0 h 264"/>
                <a:gd name="T14" fmla="*/ 28 w 40"/>
                <a:gd name="T15" fmla="*/ 2 h 264"/>
                <a:gd name="T16" fmla="*/ 34 w 40"/>
                <a:gd name="T17" fmla="*/ 6 h 264"/>
                <a:gd name="T18" fmla="*/ 38 w 40"/>
                <a:gd name="T19" fmla="*/ 12 h 264"/>
                <a:gd name="T20" fmla="*/ 40 w 40"/>
                <a:gd name="T21" fmla="*/ 18 h 264"/>
                <a:gd name="T22" fmla="*/ 40 w 40"/>
                <a:gd name="T23" fmla="*/ 245 h 264"/>
                <a:gd name="T24" fmla="*/ 40 w 40"/>
                <a:gd name="T25" fmla="*/ 245 h 264"/>
                <a:gd name="T26" fmla="*/ 38 w 40"/>
                <a:gd name="T27" fmla="*/ 253 h 264"/>
                <a:gd name="T28" fmla="*/ 34 w 40"/>
                <a:gd name="T29" fmla="*/ 260 h 264"/>
                <a:gd name="T30" fmla="*/ 28 w 40"/>
                <a:gd name="T31" fmla="*/ 264 h 264"/>
                <a:gd name="T32" fmla="*/ 20 w 40"/>
                <a:gd name="T33" fmla="*/ 264 h 264"/>
                <a:gd name="T34" fmla="*/ 20 w 40"/>
                <a:gd name="T35" fmla="*/ 264 h 264"/>
                <a:gd name="T36" fmla="*/ 12 w 40"/>
                <a:gd name="T37" fmla="*/ 264 h 264"/>
                <a:gd name="T38" fmla="*/ 6 w 40"/>
                <a:gd name="T39" fmla="*/ 260 h 264"/>
                <a:gd name="T40" fmla="*/ 2 w 40"/>
                <a:gd name="T41" fmla="*/ 253 h 264"/>
                <a:gd name="T42" fmla="*/ 0 w 40"/>
                <a:gd name="T43" fmla="*/ 245 h 264"/>
                <a:gd name="T44" fmla="*/ 0 w 40"/>
                <a:gd name="T45" fmla="*/ 18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0" h="264">
                  <a:moveTo>
                    <a:pt x="0" y="18"/>
                  </a:moveTo>
                  <a:lnTo>
                    <a:pt x="0" y="18"/>
                  </a:lnTo>
                  <a:lnTo>
                    <a:pt x="2" y="12"/>
                  </a:lnTo>
                  <a:lnTo>
                    <a:pt x="6" y="6"/>
                  </a:lnTo>
                  <a:lnTo>
                    <a:pt x="12" y="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8" y="2"/>
                  </a:lnTo>
                  <a:lnTo>
                    <a:pt x="34" y="6"/>
                  </a:lnTo>
                  <a:lnTo>
                    <a:pt x="38" y="12"/>
                  </a:lnTo>
                  <a:lnTo>
                    <a:pt x="40" y="18"/>
                  </a:lnTo>
                  <a:lnTo>
                    <a:pt x="40" y="245"/>
                  </a:lnTo>
                  <a:lnTo>
                    <a:pt x="40" y="245"/>
                  </a:lnTo>
                  <a:lnTo>
                    <a:pt x="38" y="253"/>
                  </a:lnTo>
                  <a:lnTo>
                    <a:pt x="34" y="260"/>
                  </a:lnTo>
                  <a:lnTo>
                    <a:pt x="28" y="264"/>
                  </a:lnTo>
                  <a:lnTo>
                    <a:pt x="20" y="264"/>
                  </a:lnTo>
                  <a:lnTo>
                    <a:pt x="20" y="264"/>
                  </a:lnTo>
                  <a:lnTo>
                    <a:pt x="12" y="264"/>
                  </a:lnTo>
                  <a:lnTo>
                    <a:pt x="6" y="260"/>
                  </a:lnTo>
                  <a:lnTo>
                    <a:pt x="2" y="253"/>
                  </a:lnTo>
                  <a:lnTo>
                    <a:pt x="0" y="245"/>
                  </a:lnTo>
                  <a:lnTo>
                    <a:pt x="0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B6ED5B1E-E42A-4C2B-8334-1C42214D95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32" y="3314"/>
              <a:ext cx="161" cy="262"/>
            </a:xfrm>
            <a:custGeom>
              <a:avLst/>
              <a:gdLst>
                <a:gd name="T0" fmla="*/ 99 w 161"/>
                <a:gd name="T1" fmla="*/ 262 h 262"/>
                <a:gd name="T2" fmla="*/ 59 w 161"/>
                <a:gd name="T3" fmla="*/ 255 h 262"/>
                <a:gd name="T4" fmla="*/ 25 w 161"/>
                <a:gd name="T5" fmla="*/ 235 h 262"/>
                <a:gd name="T6" fmla="*/ 15 w 161"/>
                <a:gd name="T7" fmla="*/ 225 h 262"/>
                <a:gd name="T8" fmla="*/ 2 w 161"/>
                <a:gd name="T9" fmla="*/ 195 h 262"/>
                <a:gd name="T10" fmla="*/ 0 w 161"/>
                <a:gd name="T11" fmla="*/ 175 h 262"/>
                <a:gd name="T12" fmla="*/ 4 w 161"/>
                <a:gd name="T13" fmla="*/ 145 h 262"/>
                <a:gd name="T14" fmla="*/ 19 w 161"/>
                <a:gd name="T15" fmla="*/ 117 h 262"/>
                <a:gd name="T16" fmla="*/ 31 w 161"/>
                <a:gd name="T17" fmla="*/ 105 h 262"/>
                <a:gd name="T18" fmla="*/ 67 w 161"/>
                <a:gd name="T19" fmla="*/ 87 h 262"/>
                <a:gd name="T20" fmla="*/ 89 w 161"/>
                <a:gd name="T21" fmla="*/ 85 h 262"/>
                <a:gd name="T22" fmla="*/ 121 w 161"/>
                <a:gd name="T23" fmla="*/ 91 h 262"/>
                <a:gd name="T24" fmla="*/ 121 w 161"/>
                <a:gd name="T25" fmla="*/ 18 h 262"/>
                <a:gd name="T26" fmla="*/ 127 w 161"/>
                <a:gd name="T27" fmla="*/ 6 h 262"/>
                <a:gd name="T28" fmla="*/ 141 w 161"/>
                <a:gd name="T29" fmla="*/ 0 h 262"/>
                <a:gd name="T30" fmla="*/ 149 w 161"/>
                <a:gd name="T31" fmla="*/ 2 h 262"/>
                <a:gd name="T32" fmla="*/ 159 w 161"/>
                <a:gd name="T33" fmla="*/ 12 h 262"/>
                <a:gd name="T34" fmla="*/ 161 w 161"/>
                <a:gd name="T35" fmla="*/ 239 h 262"/>
                <a:gd name="T36" fmla="*/ 159 w 161"/>
                <a:gd name="T37" fmla="*/ 249 h 262"/>
                <a:gd name="T38" fmla="*/ 147 w 161"/>
                <a:gd name="T39" fmla="*/ 260 h 262"/>
                <a:gd name="T40" fmla="*/ 99 w 161"/>
                <a:gd name="T41" fmla="*/ 262 h 262"/>
                <a:gd name="T42" fmla="*/ 121 w 161"/>
                <a:gd name="T43" fmla="*/ 123 h 262"/>
                <a:gd name="T44" fmla="*/ 107 w 161"/>
                <a:gd name="T45" fmla="*/ 119 h 262"/>
                <a:gd name="T46" fmla="*/ 91 w 161"/>
                <a:gd name="T47" fmla="*/ 119 h 262"/>
                <a:gd name="T48" fmla="*/ 69 w 161"/>
                <a:gd name="T49" fmla="*/ 125 h 262"/>
                <a:gd name="T50" fmla="*/ 51 w 161"/>
                <a:gd name="T51" fmla="*/ 139 h 262"/>
                <a:gd name="T52" fmla="*/ 47 w 161"/>
                <a:gd name="T53" fmla="*/ 147 h 262"/>
                <a:gd name="T54" fmla="*/ 41 w 161"/>
                <a:gd name="T55" fmla="*/ 165 h 262"/>
                <a:gd name="T56" fmla="*/ 41 w 161"/>
                <a:gd name="T57" fmla="*/ 175 h 262"/>
                <a:gd name="T58" fmla="*/ 45 w 161"/>
                <a:gd name="T59" fmla="*/ 197 h 262"/>
                <a:gd name="T60" fmla="*/ 55 w 161"/>
                <a:gd name="T61" fmla="*/ 213 h 262"/>
                <a:gd name="T62" fmla="*/ 65 w 161"/>
                <a:gd name="T63" fmla="*/ 219 h 262"/>
                <a:gd name="T64" fmla="*/ 89 w 161"/>
                <a:gd name="T65" fmla="*/ 227 h 262"/>
                <a:gd name="T66" fmla="*/ 121 w 161"/>
                <a:gd name="T67" fmla="*/ 227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1" h="262">
                  <a:moveTo>
                    <a:pt x="99" y="262"/>
                  </a:moveTo>
                  <a:lnTo>
                    <a:pt x="99" y="262"/>
                  </a:lnTo>
                  <a:lnTo>
                    <a:pt x="79" y="260"/>
                  </a:lnTo>
                  <a:lnTo>
                    <a:pt x="59" y="255"/>
                  </a:lnTo>
                  <a:lnTo>
                    <a:pt x="41" y="247"/>
                  </a:lnTo>
                  <a:lnTo>
                    <a:pt x="25" y="235"/>
                  </a:lnTo>
                  <a:lnTo>
                    <a:pt x="25" y="235"/>
                  </a:lnTo>
                  <a:lnTo>
                    <a:pt x="15" y="225"/>
                  </a:lnTo>
                  <a:lnTo>
                    <a:pt x="6" y="211"/>
                  </a:lnTo>
                  <a:lnTo>
                    <a:pt x="2" y="195"/>
                  </a:lnTo>
                  <a:lnTo>
                    <a:pt x="0" y="175"/>
                  </a:lnTo>
                  <a:lnTo>
                    <a:pt x="0" y="175"/>
                  </a:lnTo>
                  <a:lnTo>
                    <a:pt x="0" y="159"/>
                  </a:lnTo>
                  <a:lnTo>
                    <a:pt x="4" y="145"/>
                  </a:lnTo>
                  <a:lnTo>
                    <a:pt x="11" y="131"/>
                  </a:lnTo>
                  <a:lnTo>
                    <a:pt x="19" y="117"/>
                  </a:lnTo>
                  <a:lnTo>
                    <a:pt x="19" y="117"/>
                  </a:lnTo>
                  <a:lnTo>
                    <a:pt x="31" y="105"/>
                  </a:lnTo>
                  <a:lnTo>
                    <a:pt x="47" y="95"/>
                  </a:lnTo>
                  <a:lnTo>
                    <a:pt x="67" y="87"/>
                  </a:lnTo>
                  <a:lnTo>
                    <a:pt x="89" y="85"/>
                  </a:lnTo>
                  <a:lnTo>
                    <a:pt x="89" y="85"/>
                  </a:lnTo>
                  <a:lnTo>
                    <a:pt x="107" y="87"/>
                  </a:lnTo>
                  <a:lnTo>
                    <a:pt x="121" y="91"/>
                  </a:lnTo>
                  <a:lnTo>
                    <a:pt x="121" y="18"/>
                  </a:lnTo>
                  <a:lnTo>
                    <a:pt x="121" y="18"/>
                  </a:lnTo>
                  <a:lnTo>
                    <a:pt x="123" y="12"/>
                  </a:lnTo>
                  <a:lnTo>
                    <a:pt x="127" y="6"/>
                  </a:lnTo>
                  <a:lnTo>
                    <a:pt x="133" y="2"/>
                  </a:lnTo>
                  <a:lnTo>
                    <a:pt x="141" y="0"/>
                  </a:lnTo>
                  <a:lnTo>
                    <a:pt x="141" y="0"/>
                  </a:lnTo>
                  <a:lnTo>
                    <a:pt x="149" y="2"/>
                  </a:lnTo>
                  <a:lnTo>
                    <a:pt x="155" y="6"/>
                  </a:lnTo>
                  <a:lnTo>
                    <a:pt x="159" y="12"/>
                  </a:lnTo>
                  <a:lnTo>
                    <a:pt x="161" y="18"/>
                  </a:lnTo>
                  <a:lnTo>
                    <a:pt x="161" y="239"/>
                  </a:lnTo>
                  <a:lnTo>
                    <a:pt x="161" y="239"/>
                  </a:lnTo>
                  <a:lnTo>
                    <a:pt x="159" y="249"/>
                  </a:lnTo>
                  <a:lnTo>
                    <a:pt x="153" y="255"/>
                  </a:lnTo>
                  <a:lnTo>
                    <a:pt x="147" y="260"/>
                  </a:lnTo>
                  <a:lnTo>
                    <a:pt x="139" y="262"/>
                  </a:lnTo>
                  <a:lnTo>
                    <a:pt x="99" y="262"/>
                  </a:lnTo>
                  <a:close/>
                  <a:moveTo>
                    <a:pt x="121" y="227"/>
                  </a:moveTo>
                  <a:lnTo>
                    <a:pt x="121" y="123"/>
                  </a:lnTo>
                  <a:lnTo>
                    <a:pt x="121" y="123"/>
                  </a:lnTo>
                  <a:lnTo>
                    <a:pt x="107" y="119"/>
                  </a:lnTo>
                  <a:lnTo>
                    <a:pt x="91" y="119"/>
                  </a:lnTo>
                  <a:lnTo>
                    <a:pt x="91" y="119"/>
                  </a:lnTo>
                  <a:lnTo>
                    <a:pt x="79" y="121"/>
                  </a:lnTo>
                  <a:lnTo>
                    <a:pt x="69" y="125"/>
                  </a:lnTo>
                  <a:lnTo>
                    <a:pt x="59" y="131"/>
                  </a:lnTo>
                  <a:lnTo>
                    <a:pt x="51" y="139"/>
                  </a:lnTo>
                  <a:lnTo>
                    <a:pt x="51" y="139"/>
                  </a:lnTo>
                  <a:lnTo>
                    <a:pt x="47" y="147"/>
                  </a:lnTo>
                  <a:lnTo>
                    <a:pt x="43" y="155"/>
                  </a:lnTo>
                  <a:lnTo>
                    <a:pt x="41" y="165"/>
                  </a:lnTo>
                  <a:lnTo>
                    <a:pt x="41" y="175"/>
                  </a:lnTo>
                  <a:lnTo>
                    <a:pt x="41" y="175"/>
                  </a:lnTo>
                  <a:lnTo>
                    <a:pt x="41" y="187"/>
                  </a:lnTo>
                  <a:lnTo>
                    <a:pt x="45" y="197"/>
                  </a:lnTo>
                  <a:lnTo>
                    <a:pt x="49" y="205"/>
                  </a:lnTo>
                  <a:lnTo>
                    <a:pt x="55" y="213"/>
                  </a:lnTo>
                  <a:lnTo>
                    <a:pt x="55" y="213"/>
                  </a:lnTo>
                  <a:lnTo>
                    <a:pt x="65" y="219"/>
                  </a:lnTo>
                  <a:lnTo>
                    <a:pt x="77" y="225"/>
                  </a:lnTo>
                  <a:lnTo>
                    <a:pt x="89" y="227"/>
                  </a:lnTo>
                  <a:lnTo>
                    <a:pt x="105" y="227"/>
                  </a:lnTo>
                  <a:lnTo>
                    <a:pt x="121" y="2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6D0C0E9D-7A8D-420F-8873-EFD346427D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50" y="3302"/>
              <a:ext cx="46" cy="276"/>
            </a:xfrm>
            <a:custGeom>
              <a:avLst/>
              <a:gdLst>
                <a:gd name="T0" fmla="*/ 0 w 46"/>
                <a:gd name="T1" fmla="*/ 22 h 276"/>
                <a:gd name="T2" fmla="*/ 0 w 46"/>
                <a:gd name="T3" fmla="*/ 22 h 276"/>
                <a:gd name="T4" fmla="*/ 2 w 46"/>
                <a:gd name="T5" fmla="*/ 12 h 276"/>
                <a:gd name="T6" fmla="*/ 8 w 46"/>
                <a:gd name="T7" fmla="*/ 6 h 276"/>
                <a:gd name="T8" fmla="*/ 14 w 46"/>
                <a:gd name="T9" fmla="*/ 2 h 276"/>
                <a:gd name="T10" fmla="*/ 24 w 46"/>
                <a:gd name="T11" fmla="*/ 0 h 276"/>
                <a:gd name="T12" fmla="*/ 24 w 46"/>
                <a:gd name="T13" fmla="*/ 0 h 276"/>
                <a:gd name="T14" fmla="*/ 32 w 46"/>
                <a:gd name="T15" fmla="*/ 2 h 276"/>
                <a:gd name="T16" fmla="*/ 40 w 46"/>
                <a:gd name="T17" fmla="*/ 6 h 276"/>
                <a:gd name="T18" fmla="*/ 44 w 46"/>
                <a:gd name="T19" fmla="*/ 12 h 276"/>
                <a:gd name="T20" fmla="*/ 46 w 46"/>
                <a:gd name="T21" fmla="*/ 22 h 276"/>
                <a:gd name="T22" fmla="*/ 46 w 46"/>
                <a:gd name="T23" fmla="*/ 22 h 276"/>
                <a:gd name="T24" fmla="*/ 44 w 46"/>
                <a:gd name="T25" fmla="*/ 30 h 276"/>
                <a:gd name="T26" fmla="*/ 40 w 46"/>
                <a:gd name="T27" fmla="*/ 38 h 276"/>
                <a:gd name="T28" fmla="*/ 32 w 46"/>
                <a:gd name="T29" fmla="*/ 42 h 276"/>
                <a:gd name="T30" fmla="*/ 24 w 46"/>
                <a:gd name="T31" fmla="*/ 44 h 276"/>
                <a:gd name="T32" fmla="*/ 24 w 46"/>
                <a:gd name="T33" fmla="*/ 44 h 276"/>
                <a:gd name="T34" fmla="*/ 14 w 46"/>
                <a:gd name="T35" fmla="*/ 42 h 276"/>
                <a:gd name="T36" fmla="*/ 8 w 46"/>
                <a:gd name="T37" fmla="*/ 38 h 276"/>
                <a:gd name="T38" fmla="*/ 2 w 46"/>
                <a:gd name="T39" fmla="*/ 30 h 276"/>
                <a:gd name="T40" fmla="*/ 0 w 46"/>
                <a:gd name="T41" fmla="*/ 22 h 276"/>
                <a:gd name="T42" fmla="*/ 0 w 46"/>
                <a:gd name="T43" fmla="*/ 22 h 276"/>
                <a:gd name="T44" fmla="*/ 24 w 46"/>
                <a:gd name="T45" fmla="*/ 97 h 276"/>
                <a:gd name="T46" fmla="*/ 24 w 46"/>
                <a:gd name="T47" fmla="*/ 97 h 276"/>
                <a:gd name="T48" fmla="*/ 32 w 46"/>
                <a:gd name="T49" fmla="*/ 99 h 276"/>
                <a:gd name="T50" fmla="*/ 38 w 46"/>
                <a:gd name="T51" fmla="*/ 103 h 276"/>
                <a:gd name="T52" fmla="*/ 42 w 46"/>
                <a:gd name="T53" fmla="*/ 109 h 276"/>
                <a:gd name="T54" fmla="*/ 42 w 46"/>
                <a:gd name="T55" fmla="*/ 117 h 276"/>
                <a:gd name="T56" fmla="*/ 42 w 46"/>
                <a:gd name="T57" fmla="*/ 257 h 276"/>
                <a:gd name="T58" fmla="*/ 42 w 46"/>
                <a:gd name="T59" fmla="*/ 257 h 276"/>
                <a:gd name="T60" fmla="*/ 42 w 46"/>
                <a:gd name="T61" fmla="*/ 265 h 276"/>
                <a:gd name="T62" fmla="*/ 36 w 46"/>
                <a:gd name="T63" fmla="*/ 272 h 276"/>
                <a:gd name="T64" fmla="*/ 30 w 46"/>
                <a:gd name="T65" fmla="*/ 276 h 276"/>
                <a:gd name="T66" fmla="*/ 24 w 46"/>
                <a:gd name="T67" fmla="*/ 276 h 276"/>
                <a:gd name="T68" fmla="*/ 24 w 46"/>
                <a:gd name="T69" fmla="*/ 276 h 276"/>
                <a:gd name="T70" fmla="*/ 16 w 46"/>
                <a:gd name="T71" fmla="*/ 276 h 276"/>
                <a:gd name="T72" fmla="*/ 10 w 46"/>
                <a:gd name="T73" fmla="*/ 272 h 276"/>
                <a:gd name="T74" fmla="*/ 6 w 46"/>
                <a:gd name="T75" fmla="*/ 265 h 276"/>
                <a:gd name="T76" fmla="*/ 4 w 46"/>
                <a:gd name="T77" fmla="*/ 257 h 276"/>
                <a:gd name="T78" fmla="*/ 4 w 46"/>
                <a:gd name="T79" fmla="*/ 117 h 276"/>
                <a:gd name="T80" fmla="*/ 4 w 46"/>
                <a:gd name="T81" fmla="*/ 117 h 276"/>
                <a:gd name="T82" fmla="*/ 6 w 46"/>
                <a:gd name="T83" fmla="*/ 109 h 276"/>
                <a:gd name="T84" fmla="*/ 10 w 46"/>
                <a:gd name="T85" fmla="*/ 103 h 276"/>
                <a:gd name="T86" fmla="*/ 16 w 46"/>
                <a:gd name="T87" fmla="*/ 99 h 276"/>
                <a:gd name="T88" fmla="*/ 24 w 46"/>
                <a:gd name="T89" fmla="*/ 97 h 276"/>
                <a:gd name="T90" fmla="*/ 24 w 46"/>
                <a:gd name="T91" fmla="*/ 97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6" h="276">
                  <a:moveTo>
                    <a:pt x="0" y="22"/>
                  </a:moveTo>
                  <a:lnTo>
                    <a:pt x="0" y="22"/>
                  </a:lnTo>
                  <a:lnTo>
                    <a:pt x="2" y="12"/>
                  </a:lnTo>
                  <a:lnTo>
                    <a:pt x="8" y="6"/>
                  </a:lnTo>
                  <a:lnTo>
                    <a:pt x="14" y="2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32" y="2"/>
                  </a:lnTo>
                  <a:lnTo>
                    <a:pt x="40" y="6"/>
                  </a:lnTo>
                  <a:lnTo>
                    <a:pt x="44" y="12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4" y="30"/>
                  </a:lnTo>
                  <a:lnTo>
                    <a:pt x="40" y="38"/>
                  </a:lnTo>
                  <a:lnTo>
                    <a:pt x="32" y="42"/>
                  </a:lnTo>
                  <a:lnTo>
                    <a:pt x="24" y="44"/>
                  </a:lnTo>
                  <a:lnTo>
                    <a:pt x="24" y="44"/>
                  </a:lnTo>
                  <a:lnTo>
                    <a:pt x="14" y="42"/>
                  </a:lnTo>
                  <a:lnTo>
                    <a:pt x="8" y="38"/>
                  </a:lnTo>
                  <a:lnTo>
                    <a:pt x="2" y="30"/>
                  </a:lnTo>
                  <a:lnTo>
                    <a:pt x="0" y="22"/>
                  </a:lnTo>
                  <a:lnTo>
                    <a:pt x="0" y="22"/>
                  </a:lnTo>
                  <a:close/>
                  <a:moveTo>
                    <a:pt x="24" y="97"/>
                  </a:moveTo>
                  <a:lnTo>
                    <a:pt x="24" y="97"/>
                  </a:lnTo>
                  <a:lnTo>
                    <a:pt x="32" y="99"/>
                  </a:lnTo>
                  <a:lnTo>
                    <a:pt x="38" y="103"/>
                  </a:lnTo>
                  <a:lnTo>
                    <a:pt x="42" y="109"/>
                  </a:lnTo>
                  <a:lnTo>
                    <a:pt x="42" y="117"/>
                  </a:lnTo>
                  <a:lnTo>
                    <a:pt x="42" y="257"/>
                  </a:lnTo>
                  <a:lnTo>
                    <a:pt x="42" y="257"/>
                  </a:lnTo>
                  <a:lnTo>
                    <a:pt x="42" y="265"/>
                  </a:lnTo>
                  <a:lnTo>
                    <a:pt x="36" y="272"/>
                  </a:lnTo>
                  <a:lnTo>
                    <a:pt x="30" y="276"/>
                  </a:lnTo>
                  <a:lnTo>
                    <a:pt x="24" y="276"/>
                  </a:lnTo>
                  <a:lnTo>
                    <a:pt x="24" y="276"/>
                  </a:lnTo>
                  <a:lnTo>
                    <a:pt x="16" y="276"/>
                  </a:lnTo>
                  <a:lnTo>
                    <a:pt x="10" y="272"/>
                  </a:lnTo>
                  <a:lnTo>
                    <a:pt x="6" y="265"/>
                  </a:lnTo>
                  <a:lnTo>
                    <a:pt x="4" y="257"/>
                  </a:lnTo>
                  <a:lnTo>
                    <a:pt x="4" y="117"/>
                  </a:lnTo>
                  <a:lnTo>
                    <a:pt x="4" y="117"/>
                  </a:lnTo>
                  <a:lnTo>
                    <a:pt x="6" y="109"/>
                  </a:lnTo>
                  <a:lnTo>
                    <a:pt x="10" y="103"/>
                  </a:lnTo>
                  <a:lnTo>
                    <a:pt x="16" y="99"/>
                  </a:lnTo>
                  <a:lnTo>
                    <a:pt x="24" y="97"/>
                  </a:lnTo>
                  <a:lnTo>
                    <a:pt x="24" y="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97C811D2-253B-41EA-9C1B-8CCB216FDD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4" y="3399"/>
              <a:ext cx="165" cy="179"/>
            </a:xfrm>
            <a:custGeom>
              <a:avLst/>
              <a:gdLst>
                <a:gd name="T0" fmla="*/ 0 w 165"/>
                <a:gd name="T1" fmla="*/ 20 h 179"/>
                <a:gd name="T2" fmla="*/ 6 w 165"/>
                <a:gd name="T3" fmla="*/ 6 h 179"/>
                <a:gd name="T4" fmla="*/ 20 w 165"/>
                <a:gd name="T5" fmla="*/ 0 h 179"/>
                <a:gd name="T6" fmla="*/ 26 w 165"/>
                <a:gd name="T7" fmla="*/ 2 h 179"/>
                <a:gd name="T8" fmla="*/ 36 w 165"/>
                <a:gd name="T9" fmla="*/ 12 h 179"/>
                <a:gd name="T10" fmla="*/ 38 w 165"/>
                <a:gd name="T11" fmla="*/ 28 h 179"/>
                <a:gd name="T12" fmla="*/ 48 w 165"/>
                <a:gd name="T13" fmla="*/ 16 h 179"/>
                <a:gd name="T14" fmla="*/ 77 w 165"/>
                <a:gd name="T15" fmla="*/ 2 h 179"/>
                <a:gd name="T16" fmla="*/ 95 w 165"/>
                <a:gd name="T17" fmla="*/ 0 h 179"/>
                <a:gd name="T18" fmla="*/ 123 w 165"/>
                <a:gd name="T19" fmla="*/ 4 h 179"/>
                <a:gd name="T20" fmla="*/ 145 w 165"/>
                <a:gd name="T21" fmla="*/ 16 h 179"/>
                <a:gd name="T22" fmla="*/ 153 w 165"/>
                <a:gd name="T23" fmla="*/ 26 h 179"/>
                <a:gd name="T24" fmla="*/ 163 w 165"/>
                <a:gd name="T25" fmla="*/ 54 h 179"/>
                <a:gd name="T26" fmla="*/ 165 w 165"/>
                <a:gd name="T27" fmla="*/ 160 h 179"/>
                <a:gd name="T28" fmla="*/ 163 w 165"/>
                <a:gd name="T29" fmla="*/ 168 h 179"/>
                <a:gd name="T30" fmla="*/ 153 w 165"/>
                <a:gd name="T31" fmla="*/ 179 h 179"/>
                <a:gd name="T32" fmla="*/ 145 w 165"/>
                <a:gd name="T33" fmla="*/ 179 h 179"/>
                <a:gd name="T34" fmla="*/ 131 w 165"/>
                <a:gd name="T35" fmla="*/ 175 h 179"/>
                <a:gd name="T36" fmla="*/ 125 w 165"/>
                <a:gd name="T37" fmla="*/ 160 h 179"/>
                <a:gd name="T38" fmla="*/ 125 w 165"/>
                <a:gd name="T39" fmla="*/ 82 h 179"/>
                <a:gd name="T40" fmla="*/ 123 w 165"/>
                <a:gd name="T41" fmla="*/ 60 h 179"/>
                <a:gd name="T42" fmla="*/ 115 w 165"/>
                <a:gd name="T43" fmla="*/ 44 h 179"/>
                <a:gd name="T44" fmla="*/ 109 w 165"/>
                <a:gd name="T45" fmla="*/ 40 h 179"/>
                <a:gd name="T46" fmla="*/ 97 w 165"/>
                <a:gd name="T47" fmla="*/ 34 h 179"/>
                <a:gd name="T48" fmla="*/ 87 w 165"/>
                <a:gd name="T49" fmla="*/ 34 h 179"/>
                <a:gd name="T50" fmla="*/ 65 w 165"/>
                <a:gd name="T51" fmla="*/ 40 h 179"/>
                <a:gd name="T52" fmla="*/ 48 w 165"/>
                <a:gd name="T53" fmla="*/ 56 h 179"/>
                <a:gd name="T54" fmla="*/ 44 w 165"/>
                <a:gd name="T55" fmla="*/ 66 h 179"/>
                <a:gd name="T56" fmla="*/ 38 w 165"/>
                <a:gd name="T57" fmla="*/ 96 h 179"/>
                <a:gd name="T58" fmla="*/ 38 w 165"/>
                <a:gd name="T59" fmla="*/ 160 h 179"/>
                <a:gd name="T60" fmla="*/ 32 w 165"/>
                <a:gd name="T61" fmla="*/ 175 h 179"/>
                <a:gd name="T62" fmla="*/ 20 w 165"/>
                <a:gd name="T63" fmla="*/ 179 h 179"/>
                <a:gd name="T64" fmla="*/ 12 w 165"/>
                <a:gd name="T65" fmla="*/ 179 h 179"/>
                <a:gd name="T66" fmla="*/ 2 w 165"/>
                <a:gd name="T67" fmla="*/ 168 h 179"/>
                <a:gd name="T68" fmla="*/ 0 w 165"/>
                <a:gd name="T69" fmla="*/ 20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65" h="179">
                  <a:moveTo>
                    <a:pt x="0" y="20"/>
                  </a:moveTo>
                  <a:lnTo>
                    <a:pt x="0" y="20"/>
                  </a:lnTo>
                  <a:lnTo>
                    <a:pt x="2" y="12"/>
                  </a:lnTo>
                  <a:lnTo>
                    <a:pt x="6" y="6"/>
                  </a:lnTo>
                  <a:lnTo>
                    <a:pt x="12" y="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6" y="2"/>
                  </a:lnTo>
                  <a:lnTo>
                    <a:pt x="32" y="6"/>
                  </a:lnTo>
                  <a:lnTo>
                    <a:pt x="36" y="12"/>
                  </a:lnTo>
                  <a:lnTo>
                    <a:pt x="38" y="20"/>
                  </a:lnTo>
                  <a:lnTo>
                    <a:pt x="38" y="28"/>
                  </a:lnTo>
                  <a:lnTo>
                    <a:pt x="38" y="28"/>
                  </a:lnTo>
                  <a:lnTo>
                    <a:pt x="48" y="16"/>
                  </a:lnTo>
                  <a:lnTo>
                    <a:pt x="62" y="8"/>
                  </a:lnTo>
                  <a:lnTo>
                    <a:pt x="77" y="2"/>
                  </a:lnTo>
                  <a:lnTo>
                    <a:pt x="95" y="0"/>
                  </a:lnTo>
                  <a:lnTo>
                    <a:pt x="95" y="0"/>
                  </a:lnTo>
                  <a:lnTo>
                    <a:pt x="109" y="2"/>
                  </a:lnTo>
                  <a:lnTo>
                    <a:pt x="123" y="4"/>
                  </a:lnTo>
                  <a:lnTo>
                    <a:pt x="135" y="10"/>
                  </a:lnTo>
                  <a:lnTo>
                    <a:pt x="145" y="16"/>
                  </a:lnTo>
                  <a:lnTo>
                    <a:pt x="145" y="16"/>
                  </a:lnTo>
                  <a:lnTo>
                    <a:pt x="153" y="26"/>
                  </a:lnTo>
                  <a:lnTo>
                    <a:pt x="159" y="40"/>
                  </a:lnTo>
                  <a:lnTo>
                    <a:pt x="163" y="54"/>
                  </a:lnTo>
                  <a:lnTo>
                    <a:pt x="165" y="72"/>
                  </a:lnTo>
                  <a:lnTo>
                    <a:pt x="165" y="160"/>
                  </a:lnTo>
                  <a:lnTo>
                    <a:pt x="165" y="160"/>
                  </a:lnTo>
                  <a:lnTo>
                    <a:pt x="163" y="168"/>
                  </a:lnTo>
                  <a:lnTo>
                    <a:pt x="159" y="175"/>
                  </a:lnTo>
                  <a:lnTo>
                    <a:pt x="153" y="179"/>
                  </a:lnTo>
                  <a:lnTo>
                    <a:pt x="145" y="179"/>
                  </a:lnTo>
                  <a:lnTo>
                    <a:pt x="145" y="179"/>
                  </a:lnTo>
                  <a:lnTo>
                    <a:pt x="137" y="179"/>
                  </a:lnTo>
                  <a:lnTo>
                    <a:pt x="131" y="175"/>
                  </a:lnTo>
                  <a:lnTo>
                    <a:pt x="127" y="168"/>
                  </a:lnTo>
                  <a:lnTo>
                    <a:pt x="125" y="160"/>
                  </a:lnTo>
                  <a:lnTo>
                    <a:pt x="125" y="82"/>
                  </a:lnTo>
                  <a:lnTo>
                    <a:pt x="125" y="82"/>
                  </a:lnTo>
                  <a:lnTo>
                    <a:pt x="125" y="70"/>
                  </a:lnTo>
                  <a:lnTo>
                    <a:pt x="123" y="60"/>
                  </a:lnTo>
                  <a:lnTo>
                    <a:pt x="121" y="52"/>
                  </a:lnTo>
                  <a:lnTo>
                    <a:pt x="115" y="44"/>
                  </a:lnTo>
                  <a:lnTo>
                    <a:pt x="115" y="44"/>
                  </a:lnTo>
                  <a:lnTo>
                    <a:pt x="109" y="40"/>
                  </a:lnTo>
                  <a:lnTo>
                    <a:pt x="103" y="36"/>
                  </a:lnTo>
                  <a:lnTo>
                    <a:pt x="97" y="34"/>
                  </a:lnTo>
                  <a:lnTo>
                    <a:pt x="87" y="34"/>
                  </a:lnTo>
                  <a:lnTo>
                    <a:pt x="87" y="34"/>
                  </a:lnTo>
                  <a:lnTo>
                    <a:pt x="75" y="36"/>
                  </a:lnTo>
                  <a:lnTo>
                    <a:pt x="65" y="40"/>
                  </a:lnTo>
                  <a:lnTo>
                    <a:pt x="54" y="46"/>
                  </a:lnTo>
                  <a:lnTo>
                    <a:pt x="48" y="56"/>
                  </a:lnTo>
                  <a:lnTo>
                    <a:pt x="48" y="56"/>
                  </a:lnTo>
                  <a:lnTo>
                    <a:pt x="44" y="66"/>
                  </a:lnTo>
                  <a:lnTo>
                    <a:pt x="40" y="76"/>
                  </a:lnTo>
                  <a:lnTo>
                    <a:pt x="38" y="96"/>
                  </a:lnTo>
                  <a:lnTo>
                    <a:pt x="38" y="160"/>
                  </a:lnTo>
                  <a:lnTo>
                    <a:pt x="38" y="160"/>
                  </a:lnTo>
                  <a:lnTo>
                    <a:pt x="36" y="168"/>
                  </a:lnTo>
                  <a:lnTo>
                    <a:pt x="32" y="175"/>
                  </a:lnTo>
                  <a:lnTo>
                    <a:pt x="26" y="179"/>
                  </a:lnTo>
                  <a:lnTo>
                    <a:pt x="20" y="179"/>
                  </a:lnTo>
                  <a:lnTo>
                    <a:pt x="20" y="179"/>
                  </a:lnTo>
                  <a:lnTo>
                    <a:pt x="12" y="179"/>
                  </a:lnTo>
                  <a:lnTo>
                    <a:pt x="6" y="175"/>
                  </a:lnTo>
                  <a:lnTo>
                    <a:pt x="2" y="168"/>
                  </a:lnTo>
                  <a:lnTo>
                    <a:pt x="0" y="160"/>
                  </a:lnTo>
                  <a:lnTo>
                    <a:pt x="0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9EF33EF0-E796-4F0A-A76B-759169CE52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67" y="3399"/>
              <a:ext cx="165" cy="265"/>
            </a:xfrm>
            <a:custGeom>
              <a:avLst/>
              <a:gdLst>
                <a:gd name="T0" fmla="*/ 28 w 165"/>
                <a:gd name="T1" fmla="*/ 213 h 265"/>
                <a:gd name="T2" fmla="*/ 38 w 165"/>
                <a:gd name="T3" fmla="*/ 217 h 265"/>
                <a:gd name="T4" fmla="*/ 51 w 165"/>
                <a:gd name="T5" fmla="*/ 223 h 265"/>
                <a:gd name="T6" fmla="*/ 83 w 165"/>
                <a:gd name="T7" fmla="*/ 233 h 265"/>
                <a:gd name="T8" fmla="*/ 93 w 165"/>
                <a:gd name="T9" fmla="*/ 231 h 265"/>
                <a:gd name="T10" fmla="*/ 109 w 165"/>
                <a:gd name="T11" fmla="*/ 225 h 265"/>
                <a:gd name="T12" fmla="*/ 115 w 165"/>
                <a:gd name="T13" fmla="*/ 221 h 265"/>
                <a:gd name="T14" fmla="*/ 123 w 165"/>
                <a:gd name="T15" fmla="*/ 207 h 265"/>
                <a:gd name="T16" fmla="*/ 127 w 165"/>
                <a:gd name="T17" fmla="*/ 189 h 265"/>
                <a:gd name="T18" fmla="*/ 127 w 165"/>
                <a:gd name="T19" fmla="*/ 164 h 265"/>
                <a:gd name="T20" fmla="*/ 105 w 165"/>
                <a:gd name="T21" fmla="*/ 177 h 265"/>
                <a:gd name="T22" fmla="*/ 79 w 165"/>
                <a:gd name="T23" fmla="*/ 179 h 265"/>
                <a:gd name="T24" fmla="*/ 63 w 165"/>
                <a:gd name="T25" fmla="*/ 177 h 265"/>
                <a:gd name="T26" fmla="*/ 34 w 165"/>
                <a:gd name="T27" fmla="*/ 164 h 265"/>
                <a:gd name="T28" fmla="*/ 24 w 165"/>
                <a:gd name="T29" fmla="*/ 156 h 265"/>
                <a:gd name="T30" fmla="*/ 6 w 165"/>
                <a:gd name="T31" fmla="*/ 126 h 265"/>
                <a:gd name="T32" fmla="*/ 0 w 165"/>
                <a:gd name="T33" fmla="*/ 90 h 265"/>
                <a:gd name="T34" fmla="*/ 0 w 165"/>
                <a:gd name="T35" fmla="*/ 72 h 265"/>
                <a:gd name="T36" fmla="*/ 12 w 165"/>
                <a:gd name="T37" fmla="*/ 38 h 265"/>
                <a:gd name="T38" fmla="*/ 22 w 165"/>
                <a:gd name="T39" fmla="*/ 24 h 265"/>
                <a:gd name="T40" fmla="*/ 47 w 165"/>
                <a:gd name="T41" fmla="*/ 8 h 265"/>
                <a:gd name="T42" fmla="*/ 79 w 165"/>
                <a:gd name="T43" fmla="*/ 0 h 265"/>
                <a:gd name="T44" fmla="*/ 93 w 165"/>
                <a:gd name="T45" fmla="*/ 2 h 265"/>
                <a:gd name="T46" fmla="*/ 117 w 165"/>
                <a:gd name="T47" fmla="*/ 10 h 265"/>
                <a:gd name="T48" fmla="*/ 127 w 165"/>
                <a:gd name="T49" fmla="*/ 14 h 265"/>
                <a:gd name="T50" fmla="*/ 133 w 165"/>
                <a:gd name="T51" fmla="*/ 4 h 265"/>
                <a:gd name="T52" fmla="*/ 145 w 165"/>
                <a:gd name="T53" fmla="*/ 0 h 265"/>
                <a:gd name="T54" fmla="*/ 153 w 165"/>
                <a:gd name="T55" fmla="*/ 2 h 265"/>
                <a:gd name="T56" fmla="*/ 163 w 165"/>
                <a:gd name="T57" fmla="*/ 12 h 265"/>
                <a:gd name="T58" fmla="*/ 165 w 165"/>
                <a:gd name="T59" fmla="*/ 181 h 265"/>
                <a:gd name="T60" fmla="*/ 163 w 165"/>
                <a:gd name="T61" fmla="*/ 201 h 265"/>
                <a:gd name="T62" fmla="*/ 151 w 165"/>
                <a:gd name="T63" fmla="*/ 233 h 265"/>
                <a:gd name="T64" fmla="*/ 141 w 165"/>
                <a:gd name="T65" fmla="*/ 245 h 265"/>
                <a:gd name="T66" fmla="*/ 117 w 165"/>
                <a:gd name="T67" fmla="*/ 259 h 265"/>
                <a:gd name="T68" fmla="*/ 83 w 165"/>
                <a:gd name="T69" fmla="*/ 265 h 265"/>
                <a:gd name="T70" fmla="*/ 63 w 165"/>
                <a:gd name="T71" fmla="*/ 263 h 265"/>
                <a:gd name="T72" fmla="*/ 38 w 165"/>
                <a:gd name="T73" fmla="*/ 257 h 265"/>
                <a:gd name="T74" fmla="*/ 20 w 165"/>
                <a:gd name="T75" fmla="*/ 247 h 265"/>
                <a:gd name="T76" fmla="*/ 12 w 165"/>
                <a:gd name="T77" fmla="*/ 231 h 265"/>
                <a:gd name="T78" fmla="*/ 14 w 165"/>
                <a:gd name="T79" fmla="*/ 223 h 265"/>
                <a:gd name="T80" fmla="*/ 22 w 165"/>
                <a:gd name="T81" fmla="*/ 215 h 265"/>
                <a:gd name="T82" fmla="*/ 28 w 165"/>
                <a:gd name="T83" fmla="*/ 213 h 265"/>
                <a:gd name="T84" fmla="*/ 127 w 165"/>
                <a:gd name="T85" fmla="*/ 50 h 265"/>
                <a:gd name="T86" fmla="*/ 119 w 165"/>
                <a:gd name="T87" fmla="*/ 44 h 265"/>
                <a:gd name="T88" fmla="*/ 99 w 165"/>
                <a:gd name="T89" fmla="*/ 36 h 265"/>
                <a:gd name="T90" fmla="*/ 85 w 165"/>
                <a:gd name="T91" fmla="*/ 34 h 265"/>
                <a:gd name="T92" fmla="*/ 67 w 165"/>
                <a:gd name="T93" fmla="*/ 38 h 265"/>
                <a:gd name="T94" fmla="*/ 53 w 165"/>
                <a:gd name="T95" fmla="*/ 48 h 265"/>
                <a:gd name="T96" fmla="*/ 47 w 165"/>
                <a:gd name="T97" fmla="*/ 56 h 265"/>
                <a:gd name="T98" fmla="*/ 41 w 165"/>
                <a:gd name="T99" fmla="*/ 78 h 265"/>
                <a:gd name="T100" fmla="*/ 38 w 165"/>
                <a:gd name="T101" fmla="*/ 90 h 265"/>
                <a:gd name="T102" fmla="*/ 43 w 165"/>
                <a:gd name="T103" fmla="*/ 114 h 265"/>
                <a:gd name="T104" fmla="*/ 53 w 165"/>
                <a:gd name="T105" fmla="*/ 132 h 265"/>
                <a:gd name="T106" fmla="*/ 59 w 165"/>
                <a:gd name="T107" fmla="*/ 138 h 265"/>
                <a:gd name="T108" fmla="*/ 75 w 165"/>
                <a:gd name="T109" fmla="*/ 146 h 265"/>
                <a:gd name="T110" fmla="*/ 85 w 165"/>
                <a:gd name="T111" fmla="*/ 146 h 265"/>
                <a:gd name="T112" fmla="*/ 107 w 165"/>
                <a:gd name="T113" fmla="*/ 142 h 265"/>
                <a:gd name="T114" fmla="*/ 127 w 165"/>
                <a:gd name="T115" fmla="*/ 132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5" h="265">
                  <a:moveTo>
                    <a:pt x="28" y="213"/>
                  </a:moveTo>
                  <a:lnTo>
                    <a:pt x="28" y="213"/>
                  </a:lnTo>
                  <a:lnTo>
                    <a:pt x="34" y="215"/>
                  </a:lnTo>
                  <a:lnTo>
                    <a:pt x="38" y="217"/>
                  </a:lnTo>
                  <a:lnTo>
                    <a:pt x="51" y="223"/>
                  </a:lnTo>
                  <a:lnTo>
                    <a:pt x="51" y="223"/>
                  </a:lnTo>
                  <a:lnTo>
                    <a:pt x="67" y="231"/>
                  </a:lnTo>
                  <a:lnTo>
                    <a:pt x="83" y="233"/>
                  </a:lnTo>
                  <a:lnTo>
                    <a:pt x="83" y="233"/>
                  </a:lnTo>
                  <a:lnTo>
                    <a:pt x="93" y="231"/>
                  </a:lnTo>
                  <a:lnTo>
                    <a:pt x="103" y="229"/>
                  </a:lnTo>
                  <a:lnTo>
                    <a:pt x="109" y="225"/>
                  </a:lnTo>
                  <a:lnTo>
                    <a:pt x="115" y="221"/>
                  </a:lnTo>
                  <a:lnTo>
                    <a:pt x="115" y="221"/>
                  </a:lnTo>
                  <a:lnTo>
                    <a:pt x="121" y="213"/>
                  </a:lnTo>
                  <a:lnTo>
                    <a:pt x="123" y="207"/>
                  </a:lnTo>
                  <a:lnTo>
                    <a:pt x="125" y="199"/>
                  </a:lnTo>
                  <a:lnTo>
                    <a:pt x="127" y="189"/>
                  </a:lnTo>
                  <a:lnTo>
                    <a:pt x="127" y="164"/>
                  </a:lnTo>
                  <a:lnTo>
                    <a:pt x="127" y="164"/>
                  </a:lnTo>
                  <a:lnTo>
                    <a:pt x="115" y="170"/>
                  </a:lnTo>
                  <a:lnTo>
                    <a:pt x="105" y="177"/>
                  </a:lnTo>
                  <a:lnTo>
                    <a:pt x="93" y="179"/>
                  </a:lnTo>
                  <a:lnTo>
                    <a:pt x="79" y="179"/>
                  </a:lnTo>
                  <a:lnTo>
                    <a:pt x="79" y="179"/>
                  </a:lnTo>
                  <a:lnTo>
                    <a:pt x="63" y="177"/>
                  </a:lnTo>
                  <a:lnTo>
                    <a:pt x="49" y="172"/>
                  </a:lnTo>
                  <a:lnTo>
                    <a:pt x="34" y="164"/>
                  </a:lnTo>
                  <a:lnTo>
                    <a:pt x="24" y="156"/>
                  </a:lnTo>
                  <a:lnTo>
                    <a:pt x="24" y="156"/>
                  </a:lnTo>
                  <a:lnTo>
                    <a:pt x="12" y="142"/>
                  </a:lnTo>
                  <a:lnTo>
                    <a:pt x="6" y="126"/>
                  </a:lnTo>
                  <a:lnTo>
                    <a:pt x="0" y="108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72"/>
                  </a:lnTo>
                  <a:lnTo>
                    <a:pt x="4" y="54"/>
                  </a:lnTo>
                  <a:lnTo>
                    <a:pt x="12" y="38"/>
                  </a:lnTo>
                  <a:lnTo>
                    <a:pt x="22" y="24"/>
                  </a:lnTo>
                  <a:lnTo>
                    <a:pt x="22" y="24"/>
                  </a:lnTo>
                  <a:lnTo>
                    <a:pt x="32" y="14"/>
                  </a:lnTo>
                  <a:lnTo>
                    <a:pt x="47" y="8"/>
                  </a:lnTo>
                  <a:lnTo>
                    <a:pt x="61" y="2"/>
                  </a:lnTo>
                  <a:lnTo>
                    <a:pt x="79" y="0"/>
                  </a:lnTo>
                  <a:lnTo>
                    <a:pt x="79" y="0"/>
                  </a:lnTo>
                  <a:lnTo>
                    <a:pt x="93" y="2"/>
                  </a:lnTo>
                  <a:lnTo>
                    <a:pt x="105" y="4"/>
                  </a:lnTo>
                  <a:lnTo>
                    <a:pt x="117" y="10"/>
                  </a:lnTo>
                  <a:lnTo>
                    <a:pt x="127" y="14"/>
                  </a:lnTo>
                  <a:lnTo>
                    <a:pt x="127" y="14"/>
                  </a:lnTo>
                  <a:lnTo>
                    <a:pt x="129" y="10"/>
                  </a:lnTo>
                  <a:lnTo>
                    <a:pt x="133" y="4"/>
                  </a:lnTo>
                  <a:lnTo>
                    <a:pt x="139" y="2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53" y="2"/>
                  </a:lnTo>
                  <a:lnTo>
                    <a:pt x="159" y="6"/>
                  </a:lnTo>
                  <a:lnTo>
                    <a:pt x="163" y="12"/>
                  </a:lnTo>
                  <a:lnTo>
                    <a:pt x="165" y="20"/>
                  </a:lnTo>
                  <a:lnTo>
                    <a:pt x="165" y="181"/>
                  </a:lnTo>
                  <a:lnTo>
                    <a:pt x="165" y="181"/>
                  </a:lnTo>
                  <a:lnTo>
                    <a:pt x="163" y="201"/>
                  </a:lnTo>
                  <a:lnTo>
                    <a:pt x="159" y="219"/>
                  </a:lnTo>
                  <a:lnTo>
                    <a:pt x="151" y="233"/>
                  </a:lnTo>
                  <a:lnTo>
                    <a:pt x="141" y="245"/>
                  </a:lnTo>
                  <a:lnTo>
                    <a:pt x="141" y="245"/>
                  </a:lnTo>
                  <a:lnTo>
                    <a:pt x="129" y="253"/>
                  </a:lnTo>
                  <a:lnTo>
                    <a:pt x="117" y="259"/>
                  </a:lnTo>
                  <a:lnTo>
                    <a:pt x="101" y="263"/>
                  </a:lnTo>
                  <a:lnTo>
                    <a:pt x="83" y="265"/>
                  </a:lnTo>
                  <a:lnTo>
                    <a:pt x="83" y="265"/>
                  </a:lnTo>
                  <a:lnTo>
                    <a:pt x="63" y="263"/>
                  </a:lnTo>
                  <a:lnTo>
                    <a:pt x="51" y="261"/>
                  </a:lnTo>
                  <a:lnTo>
                    <a:pt x="38" y="257"/>
                  </a:lnTo>
                  <a:lnTo>
                    <a:pt x="28" y="253"/>
                  </a:lnTo>
                  <a:lnTo>
                    <a:pt x="20" y="247"/>
                  </a:lnTo>
                  <a:lnTo>
                    <a:pt x="14" y="239"/>
                  </a:lnTo>
                  <a:lnTo>
                    <a:pt x="12" y="231"/>
                  </a:lnTo>
                  <a:lnTo>
                    <a:pt x="12" y="231"/>
                  </a:lnTo>
                  <a:lnTo>
                    <a:pt x="14" y="223"/>
                  </a:lnTo>
                  <a:lnTo>
                    <a:pt x="16" y="219"/>
                  </a:lnTo>
                  <a:lnTo>
                    <a:pt x="22" y="215"/>
                  </a:lnTo>
                  <a:lnTo>
                    <a:pt x="28" y="213"/>
                  </a:lnTo>
                  <a:lnTo>
                    <a:pt x="28" y="213"/>
                  </a:lnTo>
                  <a:close/>
                  <a:moveTo>
                    <a:pt x="127" y="132"/>
                  </a:moveTo>
                  <a:lnTo>
                    <a:pt x="127" y="50"/>
                  </a:lnTo>
                  <a:lnTo>
                    <a:pt x="127" y="50"/>
                  </a:lnTo>
                  <a:lnTo>
                    <a:pt x="119" y="44"/>
                  </a:lnTo>
                  <a:lnTo>
                    <a:pt x="109" y="40"/>
                  </a:lnTo>
                  <a:lnTo>
                    <a:pt x="99" y="36"/>
                  </a:lnTo>
                  <a:lnTo>
                    <a:pt x="85" y="34"/>
                  </a:lnTo>
                  <a:lnTo>
                    <a:pt x="85" y="34"/>
                  </a:lnTo>
                  <a:lnTo>
                    <a:pt x="75" y="34"/>
                  </a:lnTo>
                  <a:lnTo>
                    <a:pt x="67" y="38"/>
                  </a:lnTo>
                  <a:lnTo>
                    <a:pt x="59" y="42"/>
                  </a:lnTo>
                  <a:lnTo>
                    <a:pt x="53" y="48"/>
                  </a:lnTo>
                  <a:lnTo>
                    <a:pt x="53" y="48"/>
                  </a:lnTo>
                  <a:lnTo>
                    <a:pt x="47" y="56"/>
                  </a:lnTo>
                  <a:lnTo>
                    <a:pt x="43" y="66"/>
                  </a:lnTo>
                  <a:lnTo>
                    <a:pt x="41" y="78"/>
                  </a:lnTo>
                  <a:lnTo>
                    <a:pt x="38" y="90"/>
                  </a:lnTo>
                  <a:lnTo>
                    <a:pt x="38" y="90"/>
                  </a:lnTo>
                  <a:lnTo>
                    <a:pt x="41" y="102"/>
                  </a:lnTo>
                  <a:lnTo>
                    <a:pt x="43" y="114"/>
                  </a:lnTo>
                  <a:lnTo>
                    <a:pt x="47" y="124"/>
                  </a:lnTo>
                  <a:lnTo>
                    <a:pt x="53" y="132"/>
                  </a:lnTo>
                  <a:lnTo>
                    <a:pt x="53" y="132"/>
                  </a:lnTo>
                  <a:lnTo>
                    <a:pt x="59" y="138"/>
                  </a:lnTo>
                  <a:lnTo>
                    <a:pt x="65" y="142"/>
                  </a:lnTo>
                  <a:lnTo>
                    <a:pt x="75" y="146"/>
                  </a:lnTo>
                  <a:lnTo>
                    <a:pt x="85" y="146"/>
                  </a:lnTo>
                  <a:lnTo>
                    <a:pt x="85" y="146"/>
                  </a:lnTo>
                  <a:lnTo>
                    <a:pt x="97" y="146"/>
                  </a:lnTo>
                  <a:lnTo>
                    <a:pt x="107" y="142"/>
                  </a:lnTo>
                  <a:lnTo>
                    <a:pt x="117" y="138"/>
                  </a:lnTo>
                  <a:lnTo>
                    <a:pt x="127" y="132"/>
                  </a:lnTo>
                  <a:lnTo>
                    <a:pt x="127" y="1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02654CB8-4C6F-459B-B6D2-D12D971C7D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89" y="3399"/>
              <a:ext cx="183" cy="179"/>
            </a:xfrm>
            <a:custGeom>
              <a:avLst/>
              <a:gdLst>
                <a:gd name="T0" fmla="*/ 26 w 183"/>
                <a:gd name="T1" fmla="*/ 26 h 179"/>
                <a:gd name="T2" fmla="*/ 56 w 183"/>
                <a:gd name="T3" fmla="*/ 8 h 179"/>
                <a:gd name="T4" fmla="*/ 92 w 183"/>
                <a:gd name="T5" fmla="*/ 0 h 179"/>
                <a:gd name="T6" fmla="*/ 111 w 183"/>
                <a:gd name="T7" fmla="*/ 2 h 179"/>
                <a:gd name="T8" fmla="*/ 143 w 183"/>
                <a:gd name="T9" fmla="*/ 16 h 179"/>
                <a:gd name="T10" fmla="*/ 157 w 183"/>
                <a:gd name="T11" fmla="*/ 26 h 179"/>
                <a:gd name="T12" fmla="*/ 177 w 183"/>
                <a:gd name="T13" fmla="*/ 54 h 179"/>
                <a:gd name="T14" fmla="*/ 183 w 183"/>
                <a:gd name="T15" fmla="*/ 90 h 179"/>
                <a:gd name="T16" fmla="*/ 183 w 183"/>
                <a:gd name="T17" fmla="*/ 108 h 179"/>
                <a:gd name="T18" fmla="*/ 169 w 183"/>
                <a:gd name="T19" fmla="*/ 142 h 179"/>
                <a:gd name="T20" fmla="*/ 157 w 183"/>
                <a:gd name="T21" fmla="*/ 154 h 179"/>
                <a:gd name="T22" fmla="*/ 129 w 183"/>
                <a:gd name="T23" fmla="*/ 172 h 179"/>
                <a:gd name="T24" fmla="*/ 92 w 183"/>
                <a:gd name="T25" fmla="*/ 179 h 179"/>
                <a:gd name="T26" fmla="*/ 72 w 183"/>
                <a:gd name="T27" fmla="*/ 179 h 179"/>
                <a:gd name="T28" fmla="*/ 40 w 183"/>
                <a:gd name="T29" fmla="*/ 164 h 179"/>
                <a:gd name="T30" fmla="*/ 26 w 183"/>
                <a:gd name="T31" fmla="*/ 154 h 179"/>
                <a:gd name="T32" fmla="*/ 6 w 183"/>
                <a:gd name="T33" fmla="*/ 126 h 179"/>
                <a:gd name="T34" fmla="*/ 0 w 183"/>
                <a:gd name="T35" fmla="*/ 90 h 179"/>
                <a:gd name="T36" fmla="*/ 2 w 183"/>
                <a:gd name="T37" fmla="*/ 70 h 179"/>
                <a:gd name="T38" fmla="*/ 16 w 183"/>
                <a:gd name="T39" fmla="*/ 38 h 179"/>
                <a:gd name="T40" fmla="*/ 26 w 183"/>
                <a:gd name="T41" fmla="*/ 26 h 179"/>
                <a:gd name="T42" fmla="*/ 52 w 183"/>
                <a:gd name="T43" fmla="*/ 130 h 179"/>
                <a:gd name="T44" fmla="*/ 70 w 183"/>
                <a:gd name="T45" fmla="*/ 142 h 179"/>
                <a:gd name="T46" fmla="*/ 92 w 183"/>
                <a:gd name="T47" fmla="*/ 146 h 179"/>
                <a:gd name="T48" fmla="*/ 103 w 183"/>
                <a:gd name="T49" fmla="*/ 146 h 179"/>
                <a:gd name="T50" fmla="*/ 123 w 183"/>
                <a:gd name="T51" fmla="*/ 136 h 179"/>
                <a:gd name="T52" fmla="*/ 131 w 183"/>
                <a:gd name="T53" fmla="*/ 130 h 179"/>
                <a:gd name="T54" fmla="*/ 141 w 183"/>
                <a:gd name="T55" fmla="*/ 112 h 179"/>
                <a:gd name="T56" fmla="*/ 145 w 183"/>
                <a:gd name="T57" fmla="*/ 90 h 179"/>
                <a:gd name="T58" fmla="*/ 145 w 183"/>
                <a:gd name="T59" fmla="*/ 78 h 179"/>
                <a:gd name="T60" fmla="*/ 137 w 183"/>
                <a:gd name="T61" fmla="*/ 58 h 179"/>
                <a:gd name="T62" fmla="*/ 131 w 183"/>
                <a:gd name="T63" fmla="*/ 50 h 179"/>
                <a:gd name="T64" fmla="*/ 113 w 183"/>
                <a:gd name="T65" fmla="*/ 38 h 179"/>
                <a:gd name="T66" fmla="*/ 92 w 183"/>
                <a:gd name="T67" fmla="*/ 34 h 179"/>
                <a:gd name="T68" fmla="*/ 80 w 183"/>
                <a:gd name="T69" fmla="*/ 34 h 179"/>
                <a:gd name="T70" fmla="*/ 60 w 183"/>
                <a:gd name="T71" fmla="*/ 42 h 179"/>
                <a:gd name="T72" fmla="*/ 52 w 183"/>
                <a:gd name="T73" fmla="*/ 50 h 179"/>
                <a:gd name="T74" fmla="*/ 42 w 183"/>
                <a:gd name="T75" fmla="*/ 68 h 179"/>
                <a:gd name="T76" fmla="*/ 38 w 183"/>
                <a:gd name="T77" fmla="*/ 90 h 179"/>
                <a:gd name="T78" fmla="*/ 40 w 183"/>
                <a:gd name="T79" fmla="*/ 102 h 179"/>
                <a:gd name="T80" fmla="*/ 46 w 183"/>
                <a:gd name="T81" fmla="*/ 122 h 179"/>
                <a:gd name="T82" fmla="*/ 52 w 183"/>
                <a:gd name="T83" fmla="*/ 130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83" h="179">
                  <a:moveTo>
                    <a:pt x="26" y="26"/>
                  </a:moveTo>
                  <a:lnTo>
                    <a:pt x="26" y="26"/>
                  </a:lnTo>
                  <a:lnTo>
                    <a:pt x="40" y="16"/>
                  </a:lnTo>
                  <a:lnTo>
                    <a:pt x="56" y="8"/>
                  </a:lnTo>
                  <a:lnTo>
                    <a:pt x="72" y="2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11" y="2"/>
                  </a:lnTo>
                  <a:lnTo>
                    <a:pt x="129" y="8"/>
                  </a:lnTo>
                  <a:lnTo>
                    <a:pt x="143" y="16"/>
                  </a:lnTo>
                  <a:lnTo>
                    <a:pt x="157" y="26"/>
                  </a:lnTo>
                  <a:lnTo>
                    <a:pt x="157" y="26"/>
                  </a:lnTo>
                  <a:lnTo>
                    <a:pt x="169" y="38"/>
                  </a:lnTo>
                  <a:lnTo>
                    <a:pt x="177" y="54"/>
                  </a:lnTo>
                  <a:lnTo>
                    <a:pt x="183" y="70"/>
                  </a:lnTo>
                  <a:lnTo>
                    <a:pt x="183" y="90"/>
                  </a:lnTo>
                  <a:lnTo>
                    <a:pt x="183" y="90"/>
                  </a:lnTo>
                  <a:lnTo>
                    <a:pt x="183" y="108"/>
                  </a:lnTo>
                  <a:lnTo>
                    <a:pt x="177" y="126"/>
                  </a:lnTo>
                  <a:lnTo>
                    <a:pt x="169" y="142"/>
                  </a:lnTo>
                  <a:lnTo>
                    <a:pt x="157" y="154"/>
                  </a:lnTo>
                  <a:lnTo>
                    <a:pt x="157" y="154"/>
                  </a:lnTo>
                  <a:lnTo>
                    <a:pt x="145" y="164"/>
                  </a:lnTo>
                  <a:lnTo>
                    <a:pt x="129" y="172"/>
                  </a:lnTo>
                  <a:lnTo>
                    <a:pt x="111" y="179"/>
                  </a:lnTo>
                  <a:lnTo>
                    <a:pt x="92" y="179"/>
                  </a:lnTo>
                  <a:lnTo>
                    <a:pt x="92" y="179"/>
                  </a:lnTo>
                  <a:lnTo>
                    <a:pt x="72" y="179"/>
                  </a:lnTo>
                  <a:lnTo>
                    <a:pt x="56" y="172"/>
                  </a:lnTo>
                  <a:lnTo>
                    <a:pt x="40" y="164"/>
                  </a:lnTo>
                  <a:lnTo>
                    <a:pt x="26" y="154"/>
                  </a:lnTo>
                  <a:lnTo>
                    <a:pt x="26" y="154"/>
                  </a:lnTo>
                  <a:lnTo>
                    <a:pt x="16" y="142"/>
                  </a:lnTo>
                  <a:lnTo>
                    <a:pt x="6" y="126"/>
                  </a:lnTo>
                  <a:lnTo>
                    <a:pt x="2" y="108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16" y="38"/>
                  </a:lnTo>
                  <a:lnTo>
                    <a:pt x="26" y="26"/>
                  </a:lnTo>
                  <a:lnTo>
                    <a:pt x="26" y="26"/>
                  </a:lnTo>
                  <a:close/>
                  <a:moveTo>
                    <a:pt x="52" y="130"/>
                  </a:moveTo>
                  <a:lnTo>
                    <a:pt x="52" y="130"/>
                  </a:lnTo>
                  <a:lnTo>
                    <a:pt x="60" y="136"/>
                  </a:lnTo>
                  <a:lnTo>
                    <a:pt x="70" y="142"/>
                  </a:lnTo>
                  <a:lnTo>
                    <a:pt x="80" y="146"/>
                  </a:lnTo>
                  <a:lnTo>
                    <a:pt x="92" y="146"/>
                  </a:lnTo>
                  <a:lnTo>
                    <a:pt x="92" y="146"/>
                  </a:lnTo>
                  <a:lnTo>
                    <a:pt x="103" y="146"/>
                  </a:lnTo>
                  <a:lnTo>
                    <a:pt x="113" y="142"/>
                  </a:lnTo>
                  <a:lnTo>
                    <a:pt x="123" y="136"/>
                  </a:lnTo>
                  <a:lnTo>
                    <a:pt x="131" y="130"/>
                  </a:lnTo>
                  <a:lnTo>
                    <a:pt x="131" y="130"/>
                  </a:lnTo>
                  <a:lnTo>
                    <a:pt x="137" y="122"/>
                  </a:lnTo>
                  <a:lnTo>
                    <a:pt x="141" y="112"/>
                  </a:lnTo>
                  <a:lnTo>
                    <a:pt x="145" y="102"/>
                  </a:lnTo>
                  <a:lnTo>
                    <a:pt x="145" y="90"/>
                  </a:lnTo>
                  <a:lnTo>
                    <a:pt x="145" y="90"/>
                  </a:lnTo>
                  <a:lnTo>
                    <a:pt x="145" y="78"/>
                  </a:lnTo>
                  <a:lnTo>
                    <a:pt x="141" y="68"/>
                  </a:lnTo>
                  <a:lnTo>
                    <a:pt x="137" y="58"/>
                  </a:lnTo>
                  <a:lnTo>
                    <a:pt x="131" y="50"/>
                  </a:lnTo>
                  <a:lnTo>
                    <a:pt x="131" y="50"/>
                  </a:lnTo>
                  <a:lnTo>
                    <a:pt x="123" y="42"/>
                  </a:lnTo>
                  <a:lnTo>
                    <a:pt x="113" y="38"/>
                  </a:lnTo>
                  <a:lnTo>
                    <a:pt x="103" y="34"/>
                  </a:lnTo>
                  <a:lnTo>
                    <a:pt x="92" y="34"/>
                  </a:lnTo>
                  <a:lnTo>
                    <a:pt x="92" y="34"/>
                  </a:lnTo>
                  <a:lnTo>
                    <a:pt x="80" y="34"/>
                  </a:lnTo>
                  <a:lnTo>
                    <a:pt x="70" y="38"/>
                  </a:lnTo>
                  <a:lnTo>
                    <a:pt x="60" y="42"/>
                  </a:lnTo>
                  <a:lnTo>
                    <a:pt x="52" y="50"/>
                  </a:lnTo>
                  <a:lnTo>
                    <a:pt x="52" y="50"/>
                  </a:lnTo>
                  <a:lnTo>
                    <a:pt x="46" y="58"/>
                  </a:lnTo>
                  <a:lnTo>
                    <a:pt x="42" y="68"/>
                  </a:lnTo>
                  <a:lnTo>
                    <a:pt x="40" y="78"/>
                  </a:lnTo>
                  <a:lnTo>
                    <a:pt x="38" y="90"/>
                  </a:lnTo>
                  <a:lnTo>
                    <a:pt x="38" y="90"/>
                  </a:lnTo>
                  <a:lnTo>
                    <a:pt x="40" y="102"/>
                  </a:lnTo>
                  <a:lnTo>
                    <a:pt x="42" y="112"/>
                  </a:lnTo>
                  <a:lnTo>
                    <a:pt x="46" y="122"/>
                  </a:lnTo>
                  <a:lnTo>
                    <a:pt x="52" y="130"/>
                  </a:lnTo>
                  <a:lnTo>
                    <a:pt x="52" y="1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0141711F-A5CD-4132-945A-9DE5FAF9AA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4" y="3399"/>
              <a:ext cx="165" cy="179"/>
            </a:xfrm>
            <a:custGeom>
              <a:avLst/>
              <a:gdLst>
                <a:gd name="T0" fmla="*/ 0 w 165"/>
                <a:gd name="T1" fmla="*/ 20 h 179"/>
                <a:gd name="T2" fmla="*/ 6 w 165"/>
                <a:gd name="T3" fmla="*/ 6 h 179"/>
                <a:gd name="T4" fmla="*/ 18 w 165"/>
                <a:gd name="T5" fmla="*/ 0 h 179"/>
                <a:gd name="T6" fmla="*/ 26 w 165"/>
                <a:gd name="T7" fmla="*/ 2 h 179"/>
                <a:gd name="T8" fmla="*/ 36 w 165"/>
                <a:gd name="T9" fmla="*/ 12 h 179"/>
                <a:gd name="T10" fmla="*/ 38 w 165"/>
                <a:gd name="T11" fmla="*/ 28 h 179"/>
                <a:gd name="T12" fmla="*/ 48 w 165"/>
                <a:gd name="T13" fmla="*/ 16 h 179"/>
                <a:gd name="T14" fmla="*/ 77 w 165"/>
                <a:gd name="T15" fmla="*/ 2 h 179"/>
                <a:gd name="T16" fmla="*/ 95 w 165"/>
                <a:gd name="T17" fmla="*/ 0 h 179"/>
                <a:gd name="T18" fmla="*/ 121 w 165"/>
                <a:gd name="T19" fmla="*/ 4 h 179"/>
                <a:gd name="T20" fmla="*/ 145 w 165"/>
                <a:gd name="T21" fmla="*/ 16 h 179"/>
                <a:gd name="T22" fmla="*/ 153 w 165"/>
                <a:gd name="T23" fmla="*/ 26 h 179"/>
                <a:gd name="T24" fmla="*/ 163 w 165"/>
                <a:gd name="T25" fmla="*/ 54 h 179"/>
                <a:gd name="T26" fmla="*/ 165 w 165"/>
                <a:gd name="T27" fmla="*/ 160 h 179"/>
                <a:gd name="T28" fmla="*/ 163 w 165"/>
                <a:gd name="T29" fmla="*/ 168 h 179"/>
                <a:gd name="T30" fmla="*/ 153 w 165"/>
                <a:gd name="T31" fmla="*/ 179 h 179"/>
                <a:gd name="T32" fmla="*/ 145 w 165"/>
                <a:gd name="T33" fmla="*/ 179 h 179"/>
                <a:gd name="T34" fmla="*/ 131 w 165"/>
                <a:gd name="T35" fmla="*/ 175 h 179"/>
                <a:gd name="T36" fmla="*/ 125 w 165"/>
                <a:gd name="T37" fmla="*/ 160 h 179"/>
                <a:gd name="T38" fmla="*/ 125 w 165"/>
                <a:gd name="T39" fmla="*/ 82 h 179"/>
                <a:gd name="T40" fmla="*/ 123 w 165"/>
                <a:gd name="T41" fmla="*/ 60 h 179"/>
                <a:gd name="T42" fmla="*/ 115 w 165"/>
                <a:gd name="T43" fmla="*/ 44 h 179"/>
                <a:gd name="T44" fmla="*/ 109 w 165"/>
                <a:gd name="T45" fmla="*/ 40 h 179"/>
                <a:gd name="T46" fmla="*/ 95 w 165"/>
                <a:gd name="T47" fmla="*/ 34 h 179"/>
                <a:gd name="T48" fmla="*/ 87 w 165"/>
                <a:gd name="T49" fmla="*/ 34 h 179"/>
                <a:gd name="T50" fmla="*/ 65 w 165"/>
                <a:gd name="T51" fmla="*/ 40 h 179"/>
                <a:gd name="T52" fmla="*/ 46 w 165"/>
                <a:gd name="T53" fmla="*/ 56 h 179"/>
                <a:gd name="T54" fmla="*/ 42 w 165"/>
                <a:gd name="T55" fmla="*/ 66 h 179"/>
                <a:gd name="T56" fmla="*/ 38 w 165"/>
                <a:gd name="T57" fmla="*/ 96 h 179"/>
                <a:gd name="T58" fmla="*/ 38 w 165"/>
                <a:gd name="T59" fmla="*/ 160 h 179"/>
                <a:gd name="T60" fmla="*/ 32 w 165"/>
                <a:gd name="T61" fmla="*/ 175 h 179"/>
                <a:gd name="T62" fmla="*/ 18 w 165"/>
                <a:gd name="T63" fmla="*/ 179 h 179"/>
                <a:gd name="T64" fmla="*/ 12 w 165"/>
                <a:gd name="T65" fmla="*/ 179 h 179"/>
                <a:gd name="T66" fmla="*/ 2 w 165"/>
                <a:gd name="T67" fmla="*/ 168 h 179"/>
                <a:gd name="T68" fmla="*/ 0 w 165"/>
                <a:gd name="T69" fmla="*/ 20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65" h="179">
                  <a:moveTo>
                    <a:pt x="0" y="20"/>
                  </a:moveTo>
                  <a:lnTo>
                    <a:pt x="0" y="20"/>
                  </a:lnTo>
                  <a:lnTo>
                    <a:pt x="2" y="12"/>
                  </a:lnTo>
                  <a:lnTo>
                    <a:pt x="6" y="6"/>
                  </a:lnTo>
                  <a:lnTo>
                    <a:pt x="12" y="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6" y="2"/>
                  </a:lnTo>
                  <a:lnTo>
                    <a:pt x="32" y="6"/>
                  </a:lnTo>
                  <a:lnTo>
                    <a:pt x="36" y="12"/>
                  </a:lnTo>
                  <a:lnTo>
                    <a:pt x="38" y="20"/>
                  </a:lnTo>
                  <a:lnTo>
                    <a:pt x="38" y="28"/>
                  </a:lnTo>
                  <a:lnTo>
                    <a:pt x="38" y="28"/>
                  </a:lnTo>
                  <a:lnTo>
                    <a:pt x="48" y="16"/>
                  </a:lnTo>
                  <a:lnTo>
                    <a:pt x="63" y="8"/>
                  </a:lnTo>
                  <a:lnTo>
                    <a:pt x="77" y="2"/>
                  </a:lnTo>
                  <a:lnTo>
                    <a:pt x="95" y="0"/>
                  </a:lnTo>
                  <a:lnTo>
                    <a:pt x="95" y="0"/>
                  </a:lnTo>
                  <a:lnTo>
                    <a:pt x="109" y="2"/>
                  </a:lnTo>
                  <a:lnTo>
                    <a:pt x="121" y="4"/>
                  </a:lnTo>
                  <a:lnTo>
                    <a:pt x="133" y="10"/>
                  </a:lnTo>
                  <a:lnTo>
                    <a:pt x="145" y="16"/>
                  </a:lnTo>
                  <a:lnTo>
                    <a:pt x="145" y="16"/>
                  </a:lnTo>
                  <a:lnTo>
                    <a:pt x="153" y="26"/>
                  </a:lnTo>
                  <a:lnTo>
                    <a:pt x="159" y="40"/>
                  </a:lnTo>
                  <a:lnTo>
                    <a:pt x="163" y="54"/>
                  </a:lnTo>
                  <a:lnTo>
                    <a:pt x="165" y="72"/>
                  </a:lnTo>
                  <a:lnTo>
                    <a:pt x="165" y="160"/>
                  </a:lnTo>
                  <a:lnTo>
                    <a:pt x="165" y="160"/>
                  </a:lnTo>
                  <a:lnTo>
                    <a:pt x="163" y="168"/>
                  </a:lnTo>
                  <a:lnTo>
                    <a:pt x="159" y="175"/>
                  </a:lnTo>
                  <a:lnTo>
                    <a:pt x="153" y="179"/>
                  </a:lnTo>
                  <a:lnTo>
                    <a:pt x="145" y="179"/>
                  </a:lnTo>
                  <a:lnTo>
                    <a:pt x="145" y="179"/>
                  </a:lnTo>
                  <a:lnTo>
                    <a:pt x="137" y="179"/>
                  </a:lnTo>
                  <a:lnTo>
                    <a:pt x="131" y="175"/>
                  </a:lnTo>
                  <a:lnTo>
                    <a:pt x="127" y="168"/>
                  </a:lnTo>
                  <a:lnTo>
                    <a:pt x="125" y="160"/>
                  </a:lnTo>
                  <a:lnTo>
                    <a:pt x="125" y="82"/>
                  </a:lnTo>
                  <a:lnTo>
                    <a:pt x="125" y="82"/>
                  </a:lnTo>
                  <a:lnTo>
                    <a:pt x="125" y="70"/>
                  </a:lnTo>
                  <a:lnTo>
                    <a:pt x="123" y="60"/>
                  </a:lnTo>
                  <a:lnTo>
                    <a:pt x="119" y="52"/>
                  </a:lnTo>
                  <a:lnTo>
                    <a:pt x="115" y="44"/>
                  </a:lnTo>
                  <a:lnTo>
                    <a:pt x="115" y="44"/>
                  </a:lnTo>
                  <a:lnTo>
                    <a:pt x="109" y="40"/>
                  </a:lnTo>
                  <a:lnTo>
                    <a:pt x="103" y="36"/>
                  </a:lnTo>
                  <a:lnTo>
                    <a:pt x="95" y="34"/>
                  </a:lnTo>
                  <a:lnTo>
                    <a:pt x="87" y="34"/>
                  </a:lnTo>
                  <a:lnTo>
                    <a:pt x="87" y="34"/>
                  </a:lnTo>
                  <a:lnTo>
                    <a:pt x="75" y="36"/>
                  </a:lnTo>
                  <a:lnTo>
                    <a:pt x="65" y="40"/>
                  </a:lnTo>
                  <a:lnTo>
                    <a:pt x="55" y="46"/>
                  </a:lnTo>
                  <a:lnTo>
                    <a:pt x="46" y="56"/>
                  </a:lnTo>
                  <a:lnTo>
                    <a:pt x="46" y="56"/>
                  </a:lnTo>
                  <a:lnTo>
                    <a:pt x="42" y="66"/>
                  </a:lnTo>
                  <a:lnTo>
                    <a:pt x="40" y="76"/>
                  </a:lnTo>
                  <a:lnTo>
                    <a:pt x="38" y="96"/>
                  </a:lnTo>
                  <a:lnTo>
                    <a:pt x="38" y="160"/>
                  </a:lnTo>
                  <a:lnTo>
                    <a:pt x="38" y="160"/>
                  </a:lnTo>
                  <a:lnTo>
                    <a:pt x="36" y="168"/>
                  </a:lnTo>
                  <a:lnTo>
                    <a:pt x="32" y="175"/>
                  </a:lnTo>
                  <a:lnTo>
                    <a:pt x="26" y="179"/>
                  </a:lnTo>
                  <a:lnTo>
                    <a:pt x="18" y="179"/>
                  </a:lnTo>
                  <a:lnTo>
                    <a:pt x="18" y="179"/>
                  </a:lnTo>
                  <a:lnTo>
                    <a:pt x="12" y="179"/>
                  </a:lnTo>
                  <a:lnTo>
                    <a:pt x="6" y="175"/>
                  </a:lnTo>
                  <a:lnTo>
                    <a:pt x="2" y="168"/>
                  </a:lnTo>
                  <a:lnTo>
                    <a:pt x="0" y="160"/>
                  </a:lnTo>
                  <a:lnTo>
                    <a:pt x="0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DEE9A2BE-9118-46E0-8D2D-7F342E69BF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52" y="3314"/>
              <a:ext cx="163" cy="264"/>
            </a:xfrm>
            <a:custGeom>
              <a:avLst/>
              <a:gdLst>
                <a:gd name="T0" fmla="*/ 40 w 163"/>
                <a:gd name="T1" fmla="*/ 93 h 264"/>
                <a:gd name="T2" fmla="*/ 80 w 163"/>
                <a:gd name="T3" fmla="*/ 85 h 264"/>
                <a:gd name="T4" fmla="*/ 98 w 163"/>
                <a:gd name="T5" fmla="*/ 87 h 264"/>
                <a:gd name="T6" fmla="*/ 129 w 163"/>
                <a:gd name="T7" fmla="*/ 99 h 264"/>
                <a:gd name="T8" fmla="*/ 141 w 163"/>
                <a:gd name="T9" fmla="*/ 111 h 264"/>
                <a:gd name="T10" fmla="*/ 157 w 163"/>
                <a:gd name="T11" fmla="*/ 137 h 264"/>
                <a:gd name="T12" fmla="*/ 163 w 163"/>
                <a:gd name="T13" fmla="*/ 175 h 264"/>
                <a:gd name="T14" fmla="*/ 163 w 163"/>
                <a:gd name="T15" fmla="*/ 191 h 264"/>
                <a:gd name="T16" fmla="*/ 153 w 163"/>
                <a:gd name="T17" fmla="*/ 221 h 264"/>
                <a:gd name="T18" fmla="*/ 143 w 163"/>
                <a:gd name="T19" fmla="*/ 233 h 264"/>
                <a:gd name="T20" fmla="*/ 129 w 163"/>
                <a:gd name="T21" fmla="*/ 247 h 264"/>
                <a:gd name="T22" fmla="*/ 109 w 163"/>
                <a:gd name="T23" fmla="*/ 257 h 264"/>
                <a:gd name="T24" fmla="*/ 60 w 163"/>
                <a:gd name="T25" fmla="*/ 264 h 264"/>
                <a:gd name="T26" fmla="*/ 36 w 163"/>
                <a:gd name="T27" fmla="*/ 264 h 264"/>
                <a:gd name="T28" fmla="*/ 18 w 163"/>
                <a:gd name="T29" fmla="*/ 262 h 264"/>
                <a:gd name="T30" fmla="*/ 6 w 163"/>
                <a:gd name="T31" fmla="*/ 253 h 264"/>
                <a:gd name="T32" fmla="*/ 0 w 163"/>
                <a:gd name="T33" fmla="*/ 239 h 264"/>
                <a:gd name="T34" fmla="*/ 0 w 163"/>
                <a:gd name="T35" fmla="*/ 18 h 264"/>
                <a:gd name="T36" fmla="*/ 6 w 163"/>
                <a:gd name="T37" fmla="*/ 6 h 264"/>
                <a:gd name="T38" fmla="*/ 20 w 163"/>
                <a:gd name="T39" fmla="*/ 0 h 264"/>
                <a:gd name="T40" fmla="*/ 28 w 163"/>
                <a:gd name="T41" fmla="*/ 2 h 264"/>
                <a:gd name="T42" fmla="*/ 38 w 163"/>
                <a:gd name="T43" fmla="*/ 12 h 264"/>
                <a:gd name="T44" fmla="*/ 40 w 163"/>
                <a:gd name="T45" fmla="*/ 93 h 264"/>
                <a:gd name="T46" fmla="*/ 40 w 163"/>
                <a:gd name="T47" fmla="*/ 231 h 264"/>
                <a:gd name="T48" fmla="*/ 64 w 163"/>
                <a:gd name="T49" fmla="*/ 231 h 264"/>
                <a:gd name="T50" fmla="*/ 90 w 163"/>
                <a:gd name="T51" fmla="*/ 227 h 264"/>
                <a:gd name="T52" fmla="*/ 113 w 163"/>
                <a:gd name="T53" fmla="*/ 213 h 264"/>
                <a:gd name="T54" fmla="*/ 117 w 163"/>
                <a:gd name="T55" fmla="*/ 205 h 264"/>
                <a:gd name="T56" fmla="*/ 123 w 163"/>
                <a:gd name="T57" fmla="*/ 187 h 264"/>
                <a:gd name="T58" fmla="*/ 125 w 163"/>
                <a:gd name="T59" fmla="*/ 175 h 264"/>
                <a:gd name="T60" fmla="*/ 121 w 163"/>
                <a:gd name="T61" fmla="*/ 151 h 264"/>
                <a:gd name="T62" fmla="*/ 109 w 163"/>
                <a:gd name="T63" fmla="*/ 133 h 264"/>
                <a:gd name="T64" fmla="*/ 103 w 163"/>
                <a:gd name="T65" fmla="*/ 127 h 264"/>
                <a:gd name="T66" fmla="*/ 82 w 163"/>
                <a:gd name="T67" fmla="*/ 119 h 264"/>
                <a:gd name="T68" fmla="*/ 74 w 163"/>
                <a:gd name="T69" fmla="*/ 119 h 264"/>
                <a:gd name="T70" fmla="*/ 40 w 163"/>
                <a:gd name="T71" fmla="*/ 127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3" h="264">
                  <a:moveTo>
                    <a:pt x="40" y="93"/>
                  </a:moveTo>
                  <a:lnTo>
                    <a:pt x="40" y="93"/>
                  </a:lnTo>
                  <a:lnTo>
                    <a:pt x="60" y="87"/>
                  </a:lnTo>
                  <a:lnTo>
                    <a:pt x="80" y="85"/>
                  </a:lnTo>
                  <a:lnTo>
                    <a:pt x="80" y="85"/>
                  </a:lnTo>
                  <a:lnTo>
                    <a:pt x="98" y="87"/>
                  </a:lnTo>
                  <a:lnTo>
                    <a:pt x="115" y="91"/>
                  </a:lnTo>
                  <a:lnTo>
                    <a:pt x="129" y="99"/>
                  </a:lnTo>
                  <a:lnTo>
                    <a:pt x="141" y="111"/>
                  </a:lnTo>
                  <a:lnTo>
                    <a:pt x="141" y="111"/>
                  </a:lnTo>
                  <a:lnTo>
                    <a:pt x="151" y="123"/>
                  </a:lnTo>
                  <a:lnTo>
                    <a:pt x="157" y="137"/>
                  </a:lnTo>
                  <a:lnTo>
                    <a:pt x="163" y="155"/>
                  </a:lnTo>
                  <a:lnTo>
                    <a:pt x="163" y="175"/>
                  </a:lnTo>
                  <a:lnTo>
                    <a:pt x="163" y="175"/>
                  </a:lnTo>
                  <a:lnTo>
                    <a:pt x="163" y="191"/>
                  </a:lnTo>
                  <a:lnTo>
                    <a:pt x="159" y="207"/>
                  </a:lnTo>
                  <a:lnTo>
                    <a:pt x="153" y="221"/>
                  </a:lnTo>
                  <a:lnTo>
                    <a:pt x="143" y="233"/>
                  </a:lnTo>
                  <a:lnTo>
                    <a:pt x="143" y="233"/>
                  </a:lnTo>
                  <a:lnTo>
                    <a:pt x="137" y="241"/>
                  </a:lnTo>
                  <a:lnTo>
                    <a:pt x="129" y="247"/>
                  </a:lnTo>
                  <a:lnTo>
                    <a:pt x="119" y="251"/>
                  </a:lnTo>
                  <a:lnTo>
                    <a:pt x="109" y="257"/>
                  </a:lnTo>
                  <a:lnTo>
                    <a:pt x="86" y="262"/>
                  </a:lnTo>
                  <a:lnTo>
                    <a:pt x="60" y="264"/>
                  </a:lnTo>
                  <a:lnTo>
                    <a:pt x="60" y="264"/>
                  </a:lnTo>
                  <a:lnTo>
                    <a:pt x="36" y="264"/>
                  </a:lnTo>
                  <a:lnTo>
                    <a:pt x="18" y="262"/>
                  </a:lnTo>
                  <a:lnTo>
                    <a:pt x="18" y="262"/>
                  </a:lnTo>
                  <a:lnTo>
                    <a:pt x="10" y="257"/>
                  </a:lnTo>
                  <a:lnTo>
                    <a:pt x="6" y="253"/>
                  </a:lnTo>
                  <a:lnTo>
                    <a:pt x="2" y="247"/>
                  </a:lnTo>
                  <a:lnTo>
                    <a:pt x="0" y="239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2" y="12"/>
                  </a:lnTo>
                  <a:lnTo>
                    <a:pt x="6" y="6"/>
                  </a:lnTo>
                  <a:lnTo>
                    <a:pt x="12" y="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8" y="2"/>
                  </a:lnTo>
                  <a:lnTo>
                    <a:pt x="34" y="6"/>
                  </a:lnTo>
                  <a:lnTo>
                    <a:pt x="38" y="12"/>
                  </a:lnTo>
                  <a:lnTo>
                    <a:pt x="40" y="18"/>
                  </a:lnTo>
                  <a:lnTo>
                    <a:pt x="40" y="93"/>
                  </a:lnTo>
                  <a:close/>
                  <a:moveTo>
                    <a:pt x="40" y="231"/>
                  </a:moveTo>
                  <a:lnTo>
                    <a:pt x="40" y="231"/>
                  </a:lnTo>
                  <a:lnTo>
                    <a:pt x="64" y="231"/>
                  </a:lnTo>
                  <a:lnTo>
                    <a:pt x="64" y="231"/>
                  </a:lnTo>
                  <a:lnTo>
                    <a:pt x="78" y="231"/>
                  </a:lnTo>
                  <a:lnTo>
                    <a:pt x="90" y="227"/>
                  </a:lnTo>
                  <a:lnTo>
                    <a:pt x="103" y="221"/>
                  </a:lnTo>
                  <a:lnTo>
                    <a:pt x="113" y="213"/>
                  </a:lnTo>
                  <a:lnTo>
                    <a:pt x="113" y="213"/>
                  </a:lnTo>
                  <a:lnTo>
                    <a:pt x="117" y="205"/>
                  </a:lnTo>
                  <a:lnTo>
                    <a:pt x="121" y="197"/>
                  </a:lnTo>
                  <a:lnTo>
                    <a:pt x="123" y="187"/>
                  </a:lnTo>
                  <a:lnTo>
                    <a:pt x="125" y="175"/>
                  </a:lnTo>
                  <a:lnTo>
                    <a:pt x="125" y="175"/>
                  </a:lnTo>
                  <a:lnTo>
                    <a:pt x="123" y="161"/>
                  </a:lnTo>
                  <a:lnTo>
                    <a:pt x="121" y="151"/>
                  </a:lnTo>
                  <a:lnTo>
                    <a:pt x="115" y="141"/>
                  </a:lnTo>
                  <a:lnTo>
                    <a:pt x="109" y="133"/>
                  </a:lnTo>
                  <a:lnTo>
                    <a:pt x="109" y="133"/>
                  </a:lnTo>
                  <a:lnTo>
                    <a:pt x="103" y="127"/>
                  </a:lnTo>
                  <a:lnTo>
                    <a:pt x="92" y="123"/>
                  </a:lnTo>
                  <a:lnTo>
                    <a:pt x="82" y="119"/>
                  </a:lnTo>
                  <a:lnTo>
                    <a:pt x="74" y="119"/>
                  </a:lnTo>
                  <a:lnTo>
                    <a:pt x="74" y="119"/>
                  </a:lnTo>
                  <a:lnTo>
                    <a:pt x="54" y="121"/>
                  </a:lnTo>
                  <a:lnTo>
                    <a:pt x="40" y="127"/>
                  </a:lnTo>
                  <a:lnTo>
                    <a:pt x="40" y="2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0EDE4BE4-643A-4B40-8760-377CF69257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55" y="3399"/>
              <a:ext cx="169" cy="179"/>
            </a:xfrm>
            <a:custGeom>
              <a:avLst/>
              <a:gdLst>
                <a:gd name="T0" fmla="*/ 163 w 169"/>
                <a:gd name="T1" fmla="*/ 150 h 179"/>
                <a:gd name="T2" fmla="*/ 157 w 169"/>
                <a:gd name="T3" fmla="*/ 160 h 179"/>
                <a:gd name="T4" fmla="*/ 145 w 169"/>
                <a:gd name="T5" fmla="*/ 168 h 179"/>
                <a:gd name="T6" fmla="*/ 133 w 169"/>
                <a:gd name="T7" fmla="*/ 175 h 179"/>
                <a:gd name="T8" fmla="*/ 107 w 169"/>
                <a:gd name="T9" fmla="*/ 179 h 179"/>
                <a:gd name="T10" fmla="*/ 93 w 169"/>
                <a:gd name="T11" fmla="*/ 179 h 179"/>
                <a:gd name="T12" fmla="*/ 54 w 169"/>
                <a:gd name="T13" fmla="*/ 172 h 179"/>
                <a:gd name="T14" fmla="*/ 24 w 169"/>
                <a:gd name="T15" fmla="*/ 152 h 179"/>
                <a:gd name="T16" fmla="*/ 14 w 169"/>
                <a:gd name="T17" fmla="*/ 140 h 179"/>
                <a:gd name="T18" fmla="*/ 2 w 169"/>
                <a:gd name="T19" fmla="*/ 106 h 179"/>
                <a:gd name="T20" fmla="*/ 0 w 169"/>
                <a:gd name="T21" fmla="*/ 88 h 179"/>
                <a:gd name="T22" fmla="*/ 6 w 169"/>
                <a:gd name="T23" fmla="*/ 52 h 179"/>
                <a:gd name="T24" fmla="*/ 24 w 169"/>
                <a:gd name="T25" fmla="*/ 26 h 179"/>
                <a:gd name="T26" fmla="*/ 36 w 169"/>
                <a:gd name="T27" fmla="*/ 14 h 179"/>
                <a:gd name="T28" fmla="*/ 68 w 169"/>
                <a:gd name="T29" fmla="*/ 2 h 179"/>
                <a:gd name="T30" fmla="*/ 89 w 169"/>
                <a:gd name="T31" fmla="*/ 0 h 179"/>
                <a:gd name="T32" fmla="*/ 123 w 169"/>
                <a:gd name="T33" fmla="*/ 8 h 179"/>
                <a:gd name="T34" fmla="*/ 149 w 169"/>
                <a:gd name="T35" fmla="*/ 24 h 179"/>
                <a:gd name="T36" fmla="*/ 159 w 169"/>
                <a:gd name="T37" fmla="*/ 36 h 179"/>
                <a:gd name="T38" fmla="*/ 169 w 169"/>
                <a:gd name="T39" fmla="*/ 64 h 179"/>
                <a:gd name="T40" fmla="*/ 169 w 169"/>
                <a:gd name="T41" fmla="*/ 78 h 179"/>
                <a:gd name="T42" fmla="*/ 165 w 169"/>
                <a:gd name="T43" fmla="*/ 94 h 179"/>
                <a:gd name="T44" fmla="*/ 149 w 169"/>
                <a:gd name="T45" fmla="*/ 100 h 179"/>
                <a:gd name="T46" fmla="*/ 42 w 169"/>
                <a:gd name="T47" fmla="*/ 100 h 179"/>
                <a:gd name="T48" fmla="*/ 46 w 169"/>
                <a:gd name="T49" fmla="*/ 118 h 179"/>
                <a:gd name="T50" fmla="*/ 54 w 169"/>
                <a:gd name="T51" fmla="*/ 132 h 179"/>
                <a:gd name="T52" fmla="*/ 62 w 169"/>
                <a:gd name="T53" fmla="*/ 138 h 179"/>
                <a:gd name="T54" fmla="*/ 82 w 169"/>
                <a:gd name="T55" fmla="*/ 148 h 179"/>
                <a:gd name="T56" fmla="*/ 95 w 169"/>
                <a:gd name="T57" fmla="*/ 148 h 179"/>
                <a:gd name="T58" fmla="*/ 129 w 169"/>
                <a:gd name="T59" fmla="*/ 140 h 179"/>
                <a:gd name="T60" fmla="*/ 139 w 169"/>
                <a:gd name="T61" fmla="*/ 136 h 179"/>
                <a:gd name="T62" fmla="*/ 147 w 169"/>
                <a:gd name="T63" fmla="*/ 134 h 179"/>
                <a:gd name="T64" fmla="*/ 159 w 169"/>
                <a:gd name="T65" fmla="*/ 138 h 179"/>
                <a:gd name="T66" fmla="*/ 163 w 169"/>
                <a:gd name="T67" fmla="*/ 150 h 179"/>
                <a:gd name="T68" fmla="*/ 131 w 169"/>
                <a:gd name="T69" fmla="*/ 74 h 179"/>
                <a:gd name="T70" fmla="*/ 131 w 169"/>
                <a:gd name="T71" fmla="*/ 66 h 179"/>
                <a:gd name="T72" fmla="*/ 125 w 169"/>
                <a:gd name="T73" fmla="*/ 50 h 179"/>
                <a:gd name="T74" fmla="*/ 121 w 169"/>
                <a:gd name="T75" fmla="*/ 44 h 179"/>
                <a:gd name="T76" fmla="*/ 107 w 169"/>
                <a:gd name="T77" fmla="*/ 36 h 179"/>
                <a:gd name="T78" fmla="*/ 89 w 169"/>
                <a:gd name="T79" fmla="*/ 32 h 179"/>
                <a:gd name="T80" fmla="*/ 76 w 169"/>
                <a:gd name="T81" fmla="*/ 32 h 179"/>
                <a:gd name="T82" fmla="*/ 60 w 169"/>
                <a:gd name="T83" fmla="*/ 40 h 179"/>
                <a:gd name="T84" fmla="*/ 52 w 169"/>
                <a:gd name="T85" fmla="*/ 46 h 179"/>
                <a:gd name="T86" fmla="*/ 44 w 169"/>
                <a:gd name="T87" fmla="*/ 58 h 179"/>
                <a:gd name="T88" fmla="*/ 131 w 169"/>
                <a:gd name="T89" fmla="*/ 74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9" h="179">
                  <a:moveTo>
                    <a:pt x="163" y="150"/>
                  </a:moveTo>
                  <a:lnTo>
                    <a:pt x="163" y="150"/>
                  </a:lnTo>
                  <a:lnTo>
                    <a:pt x="161" y="156"/>
                  </a:lnTo>
                  <a:lnTo>
                    <a:pt x="157" y="160"/>
                  </a:lnTo>
                  <a:lnTo>
                    <a:pt x="153" y="164"/>
                  </a:lnTo>
                  <a:lnTo>
                    <a:pt x="145" y="168"/>
                  </a:lnTo>
                  <a:lnTo>
                    <a:pt x="145" y="168"/>
                  </a:lnTo>
                  <a:lnTo>
                    <a:pt x="133" y="175"/>
                  </a:lnTo>
                  <a:lnTo>
                    <a:pt x="121" y="177"/>
                  </a:lnTo>
                  <a:lnTo>
                    <a:pt x="107" y="179"/>
                  </a:lnTo>
                  <a:lnTo>
                    <a:pt x="93" y="179"/>
                  </a:lnTo>
                  <a:lnTo>
                    <a:pt x="93" y="179"/>
                  </a:lnTo>
                  <a:lnTo>
                    <a:pt x="72" y="179"/>
                  </a:lnTo>
                  <a:lnTo>
                    <a:pt x="54" y="172"/>
                  </a:lnTo>
                  <a:lnTo>
                    <a:pt x="38" y="164"/>
                  </a:lnTo>
                  <a:lnTo>
                    <a:pt x="24" y="152"/>
                  </a:lnTo>
                  <a:lnTo>
                    <a:pt x="24" y="152"/>
                  </a:lnTo>
                  <a:lnTo>
                    <a:pt x="14" y="140"/>
                  </a:lnTo>
                  <a:lnTo>
                    <a:pt x="6" y="124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2"/>
                  </a:lnTo>
                  <a:lnTo>
                    <a:pt x="14" y="38"/>
                  </a:lnTo>
                  <a:lnTo>
                    <a:pt x="24" y="26"/>
                  </a:lnTo>
                  <a:lnTo>
                    <a:pt x="24" y="26"/>
                  </a:lnTo>
                  <a:lnTo>
                    <a:pt x="36" y="14"/>
                  </a:lnTo>
                  <a:lnTo>
                    <a:pt x="52" y="8"/>
                  </a:lnTo>
                  <a:lnTo>
                    <a:pt x="68" y="2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107" y="2"/>
                  </a:lnTo>
                  <a:lnTo>
                    <a:pt x="123" y="8"/>
                  </a:lnTo>
                  <a:lnTo>
                    <a:pt x="137" y="14"/>
                  </a:lnTo>
                  <a:lnTo>
                    <a:pt x="149" y="24"/>
                  </a:lnTo>
                  <a:lnTo>
                    <a:pt x="149" y="24"/>
                  </a:lnTo>
                  <a:lnTo>
                    <a:pt x="159" y="36"/>
                  </a:lnTo>
                  <a:lnTo>
                    <a:pt x="165" y="50"/>
                  </a:lnTo>
                  <a:lnTo>
                    <a:pt x="169" y="64"/>
                  </a:lnTo>
                  <a:lnTo>
                    <a:pt x="169" y="78"/>
                  </a:lnTo>
                  <a:lnTo>
                    <a:pt x="169" y="78"/>
                  </a:lnTo>
                  <a:lnTo>
                    <a:pt x="169" y="88"/>
                  </a:lnTo>
                  <a:lnTo>
                    <a:pt x="165" y="94"/>
                  </a:lnTo>
                  <a:lnTo>
                    <a:pt x="159" y="98"/>
                  </a:lnTo>
                  <a:lnTo>
                    <a:pt x="149" y="100"/>
                  </a:lnTo>
                  <a:lnTo>
                    <a:pt x="42" y="100"/>
                  </a:lnTo>
                  <a:lnTo>
                    <a:pt x="42" y="100"/>
                  </a:lnTo>
                  <a:lnTo>
                    <a:pt x="42" y="110"/>
                  </a:lnTo>
                  <a:lnTo>
                    <a:pt x="46" y="118"/>
                  </a:lnTo>
                  <a:lnTo>
                    <a:pt x="50" y="126"/>
                  </a:lnTo>
                  <a:lnTo>
                    <a:pt x="54" y="132"/>
                  </a:lnTo>
                  <a:lnTo>
                    <a:pt x="54" y="132"/>
                  </a:lnTo>
                  <a:lnTo>
                    <a:pt x="62" y="138"/>
                  </a:lnTo>
                  <a:lnTo>
                    <a:pt x="72" y="144"/>
                  </a:lnTo>
                  <a:lnTo>
                    <a:pt x="82" y="148"/>
                  </a:lnTo>
                  <a:lnTo>
                    <a:pt x="95" y="148"/>
                  </a:lnTo>
                  <a:lnTo>
                    <a:pt x="95" y="148"/>
                  </a:lnTo>
                  <a:lnTo>
                    <a:pt x="115" y="146"/>
                  </a:lnTo>
                  <a:lnTo>
                    <a:pt x="129" y="140"/>
                  </a:lnTo>
                  <a:lnTo>
                    <a:pt x="129" y="140"/>
                  </a:lnTo>
                  <a:lnTo>
                    <a:pt x="139" y="136"/>
                  </a:lnTo>
                  <a:lnTo>
                    <a:pt x="147" y="134"/>
                  </a:lnTo>
                  <a:lnTo>
                    <a:pt x="147" y="134"/>
                  </a:lnTo>
                  <a:lnTo>
                    <a:pt x="153" y="136"/>
                  </a:lnTo>
                  <a:lnTo>
                    <a:pt x="159" y="138"/>
                  </a:lnTo>
                  <a:lnTo>
                    <a:pt x="161" y="144"/>
                  </a:lnTo>
                  <a:lnTo>
                    <a:pt x="163" y="150"/>
                  </a:lnTo>
                  <a:lnTo>
                    <a:pt x="163" y="150"/>
                  </a:lnTo>
                  <a:close/>
                  <a:moveTo>
                    <a:pt x="131" y="74"/>
                  </a:moveTo>
                  <a:lnTo>
                    <a:pt x="131" y="74"/>
                  </a:lnTo>
                  <a:lnTo>
                    <a:pt x="131" y="66"/>
                  </a:lnTo>
                  <a:lnTo>
                    <a:pt x="129" y="58"/>
                  </a:lnTo>
                  <a:lnTo>
                    <a:pt x="125" y="50"/>
                  </a:lnTo>
                  <a:lnTo>
                    <a:pt x="121" y="44"/>
                  </a:lnTo>
                  <a:lnTo>
                    <a:pt x="121" y="44"/>
                  </a:lnTo>
                  <a:lnTo>
                    <a:pt x="115" y="40"/>
                  </a:lnTo>
                  <a:lnTo>
                    <a:pt x="107" y="36"/>
                  </a:lnTo>
                  <a:lnTo>
                    <a:pt x="99" y="32"/>
                  </a:lnTo>
                  <a:lnTo>
                    <a:pt x="89" y="32"/>
                  </a:lnTo>
                  <a:lnTo>
                    <a:pt x="89" y="32"/>
                  </a:lnTo>
                  <a:lnTo>
                    <a:pt x="76" y="32"/>
                  </a:lnTo>
                  <a:lnTo>
                    <a:pt x="68" y="36"/>
                  </a:lnTo>
                  <a:lnTo>
                    <a:pt x="60" y="40"/>
                  </a:lnTo>
                  <a:lnTo>
                    <a:pt x="52" y="46"/>
                  </a:lnTo>
                  <a:lnTo>
                    <a:pt x="52" y="46"/>
                  </a:lnTo>
                  <a:lnTo>
                    <a:pt x="48" y="52"/>
                  </a:lnTo>
                  <a:lnTo>
                    <a:pt x="44" y="58"/>
                  </a:lnTo>
                  <a:lnTo>
                    <a:pt x="42" y="74"/>
                  </a:lnTo>
                  <a:lnTo>
                    <a:pt x="131" y="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ADF4EE05-8E69-4C24-B239-062CDB99B1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4" y="3314"/>
              <a:ext cx="38" cy="264"/>
            </a:xfrm>
            <a:custGeom>
              <a:avLst/>
              <a:gdLst>
                <a:gd name="T0" fmla="*/ 0 w 38"/>
                <a:gd name="T1" fmla="*/ 18 h 264"/>
                <a:gd name="T2" fmla="*/ 0 w 38"/>
                <a:gd name="T3" fmla="*/ 18 h 264"/>
                <a:gd name="T4" fmla="*/ 2 w 38"/>
                <a:gd name="T5" fmla="*/ 12 h 264"/>
                <a:gd name="T6" fmla="*/ 6 w 38"/>
                <a:gd name="T7" fmla="*/ 6 h 264"/>
                <a:gd name="T8" fmla="*/ 12 w 38"/>
                <a:gd name="T9" fmla="*/ 2 h 264"/>
                <a:gd name="T10" fmla="*/ 20 w 38"/>
                <a:gd name="T11" fmla="*/ 0 h 264"/>
                <a:gd name="T12" fmla="*/ 20 w 38"/>
                <a:gd name="T13" fmla="*/ 0 h 264"/>
                <a:gd name="T14" fmla="*/ 26 w 38"/>
                <a:gd name="T15" fmla="*/ 2 h 264"/>
                <a:gd name="T16" fmla="*/ 32 w 38"/>
                <a:gd name="T17" fmla="*/ 6 h 264"/>
                <a:gd name="T18" fmla="*/ 36 w 38"/>
                <a:gd name="T19" fmla="*/ 12 h 264"/>
                <a:gd name="T20" fmla="*/ 38 w 38"/>
                <a:gd name="T21" fmla="*/ 18 h 264"/>
                <a:gd name="T22" fmla="*/ 38 w 38"/>
                <a:gd name="T23" fmla="*/ 245 h 264"/>
                <a:gd name="T24" fmla="*/ 38 w 38"/>
                <a:gd name="T25" fmla="*/ 245 h 264"/>
                <a:gd name="T26" fmla="*/ 36 w 38"/>
                <a:gd name="T27" fmla="*/ 253 h 264"/>
                <a:gd name="T28" fmla="*/ 32 w 38"/>
                <a:gd name="T29" fmla="*/ 260 h 264"/>
                <a:gd name="T30" fmla="*/ 26 w 38"/>
                <a:gd name="T31" fmla="*/ 264 h 264"/>
                <a:gd name="T32" fmla="*/ 20 w 38"/>
                <a:gd name="T33" fmla="*/ 264 h 264"/>
                <a:gd name="T34" fmla="*/ 20 w 38"/>
                <a:gd name="T35" fmla="*/ 264 h 264"/>
                <a:gd name="T36" fmla="*/ 12 w 38"/>
                <a:gd name="T37" fmla="*/ 264 h 264"/>
                <a:gd name="T38" fmla="*/ 6 w 38"/>
                <a:gd name="T39" fmla="*/ 260 h 264"/>
                <a:gd name="T40" fmla="*/ 2 w 38"/>
                <a:gd name="T41" fmla="*/ 253 h 264"/>
                <a:gd name="T42" fmla="*/ 0 w 38"/>
                <a:gd name="T43" fmla="*/ 245 h 264"/>
                <a:gd name="T44" fmla="*/ 0 w 38"/>
                <a:gd name="T45" fmla="*/ 18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8" h="264">
                  <a:moveTo>
                    <a:pt x="0" y="18"/>
                  </a:moveTo>
                  <a:lnTo>
                    <a:pt x="0" y="18"/>
                  </a:lnTo>
                  <a:lnTo>
                    <a:pt x="2" y="12"/>
                  </a:lnTo>
                  <a:lnTo>
                    <a:pt x="6" y="6"/>
                  </a:lnTo>
                  <a:lnTo>
                    <a:pt x="12" y="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6" y="2"/>
                  </a:lnTo>
                  <a:lnTo>
                    <a:pt x="32" y="6"/>
                  </a:lnTo>
                  <a:lnTo>
                    <a:pt x="36" y="12"/>
                  </a:lnTo>
                  <a:lnTo>
                    <a:pt x="38" y="18"/>
                  </a:lnTo>
                  <a:lnTo>
                    <a:pt x="38" y="245"/>
                  </a:lnTo>
                  <a:lnTo>
                    <a:pt x="38" y="245"/>
                  </a:lnTo>
                  <a:lnTo>
                    <a:pt x="36" y="253"/>
                  </a:lnTo>
                  <a:lnTo>
                    <a:pt x="32" y="260"/>
                  </a:lnTo>
                  <a:lnTo>
                    <a:pt x="26" y="264"/>
                  </a:lnTo>
                  <a:lnTo>
                    <a:pt x="20" y="264"/>
                  </a:lnTo>
                  <a:lnTo>
                    <a:pt x="20" y="264"/>
                  </a:lnTo>
                  <a:lnTo>
                    <a:pt x="12" y="264"/>
                  </a:lnTo>
                  <a:lnTo>
                    <a:pt x="6" y="260"/>
                  </a:lnTo>
                  <a:lnTo>
                    <a:pt x="2" y="253"/>
                  </a:lnTo>
                  <a:lnTo>
                    <a:pt x="0" y="245"/>
                  </a:lnTo>
                  <a:lnTo>
                    <a:pt x="0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81EEC7C5-0B40-4F89-B5FD-2D44CB1B84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71" y="3302"/>
              <a:ext cx="44" cy="276"/>
            </a:xfrm>
            <a:custGeom>
              <a:avLst/>
              <a:gdLst>
                <a:gd name="T0" fmla="*/ 0 w 44"/>
                <a:gd name="T1" fmla="*/ 22 h 276"/>
                <a:gd name="T2" fmla="*/ 0 w 44"/>
                <a:gd name="T3" fmla="*/ 22 h 276"/>
                <a:gd name="T4" fmla="*/ 2 w 44"/>
                <a:gd name="T5" fmla="*/ 12 h 276"/>
                <a:gd name="T6" fmla="*/ 6 w 44"/>
                <a:gd name="T7" fmla="*/ 6 h 276"/>
                <a:gd name="T8" fmla="*/ 14 w 44"/>
                <a:gd name="T9" fmla="*/ 2 h 276"/>
                <a:gd name="T10" fmla="*/ 22 w 44"/>
                <a:gd name="T11" fmla="*/ 0 h 276"/>
                <a:gd name="T12" fmla="*/ 22 w 44"/>
                <a:gd name="T13" fmla="*/ 0 h 276"/>
                <a:gd name="T14" fmla="*/ 32 w 44"/>
                <a:gd name="T15" fmla="*/ 2 h 276"/>
                <a:gd name="T16" fmla="*/ 38 w 44"/>
                <a:gd name="T17" fmla="*/ 6 h 276"/>
                <a:gd name="T18" fmla="*/ 42 w 44"/>
                <a:gd name="T19" fmla="*/ 12 h 276"/>
                <a:gd name="T20" fmla="*/ 44 w 44"/>
                <a:gd name="T21" fmla="*/ 22 h 276"/>
                <a:gd name="T22" fmla="*/ 44 w 44"/>
                <a:gd name="T23" fmla="*/ 22 h 276"/>
                <a:gd name="T24" fmla="*/ 42 w 44"/>
                <a:gd name="T25" fmla="*/ 30 h 276"/>
                <a:gd name="T26" fmla="*/ 38 w 44"/>
                <a:gd name="T27" fmla="*/ 38 h 276"/>
                <a:gd name="T28" fmla="*/ 32 w 44"/>
                <a:gd name="T29" fmla="*/ 42 h 276"/>
                <a:gd name="T30" fmla="*/ 22 w 44"/>
                <a:gd name="T31" fmla="*/ 44 h 276"/>
                <a:gd name="T32" fmla="*/ 22 w 44"/>
                <a:gd name="T33" fmla="*/ 44 h 276"/>
                <a:gd name="T34" fmla="*/ 14 w 44"/>
                <a:gd name="T35" fmla="*/ 42 h 276"/>
                <a:gd name="T36" fmla="*/ 6 w 44"/>
                <a:gd name="T37" fmla="*/ 38 h 276"/>
                <a:gd name="T38" fmla="*/ 2 w 44"/>
                <a:gd name="T39" fmla="*/ 30 h 276"/>
                <a:gd name="T40" fmla="*/ 0 w 44"/>
                <a:gd name="T41" fmla="*/ 22 h 276"/>
                <a:gd name="T42" fmla="*/ 0 w 44"/>
                <a:gd name="T43" fmla="*/ 22 h 276"/>
                <a:gd name="T44" fmla="*/ 22 w 44"/>
                <a:gd name="T45" fmla="*/ 97 h 276"/>
                <a:gd name="T46" fmla="*/ 22 w 44"/>
                <a:gd name="T47" fmla="*/ 97 h 276"/>
                <a:gd name="T48" fmla="*/ 30 w 44"/>
                <a:gd name="T49" fmla="*/ 99 h 276"/>
                <a:gd name="T50" fmla="*/ 36 w 44"/>
                <a:gd name="T51" fmla="*/ 103 h 276"/>
                <a:gd name="T52" fmla="*/ 40 w 44"/>
                <a:gd name="T53" fmla="*/ 109 h 276"/>
                <a:gd name="T54" fmla="*/ 42 w 44"/>
                <a:gd name="T55" fmla="*/ 117 h 276"/>
                <a:gd name="T56" fmla="*/ 42 w 44"/>
                <a:gd name="T57" fmla="*/ 257 h 276"/>
                <a:gd name="T58" fmla="*/ 42 w 44"/>
                <a:gd name="T59" fmla="*/ 257 h 276"/>
                <a:gd name="T60" fmla="*/ 40 w 44"/>
                <a:gd name="T61" fmla="*/ 265 h 276"/>
                <a:gd name="T62" fmla="*/ 36 w 44"/>
                <a:gd name="T63" fmla="*/ 272 h 276"/>
                <a:gd name="T64" fmla="*/ 30 w 44"/>
                <a:gd name="T65" fmla="*/ 276 h 276"/>
                <a:gd name="T66" fmla="*/ 22 w 44"/>
                <a:gd name="T67" fmla="*/ 276 h 276"/>
                <a:gd name="T68" fmla="*/ 22 w 44"/>
                <a:gd name="T69" fmla="*/ 276 h 276"/>
                <a:gd name="T70" fmla="*/ 14 w 44"/>
                <a:gd name="T71" fmla="*/ 276 h 276"/>
                <a:gd name="T72" fmla="*/ 8 w 44"/>
                <a:gd name="T73" fmla="*/ 272 h 276"/>
                <a:gd name="T74" fmla="*/ 4 w 44"/>
                <a:gd name="T75" fmla="*/ 265 h 276"/>
                <a:gd name="T76" fmla="*/ 4 w 44"/>
                <a:gd name="T77" fmla="*/ 257 h 276"/>
                <a:gd name="T78" fmla="*/ 4 w 44"/>
                <a:gd name="T79" fmla="*/ 117 h 276"/>
                <a:gd name="T80" fmla="*/ 4 w 44"/>
                <a:gd name="T81" fmla="*/ 117 h 276"/>
                <a:gd name="T82" fmla="*/ 4 w 44"/>
                <a:gd name="T83" fmla="*/ 109 h 276"/>
                <a:gd name="T84" fmla="*/ 8 w 44"/>
                <a:gd name="T85" fmla="*/ 103 h 276"/>
                <a:gd name="T86" fmla="*/ 14 w 44"/>
                <a:gd name="T87" fmla="*/ 99 h 276"/>
                <a:gd name="T88" fmla="*/ 22 w 44"/>
                <a:gd name="T89" fmla="*/ 97 h 276"/>
                <a:gd name="T90" fmla="*/ 22 w 44"/>
                <a:gd name="T91" fmla="*/ 97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4" h="276">
                  <a:moveTo>
                    <a:pt x="0" y="22"/>
                  </a:moveTo>
                  <a:lnTo>
                    <a:pt x="0" y="22"/>
                  </a:lnTo>
                  <a:lnTo>
                    <a:pt x="2" y="12"/>
                  </a:lnTo>
                  <a:lnTo>
                    <a:pt x="6" y="6"/>
                  </a:lnTo>
                  <a:lnTo>
                    <a:pt x="14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32" y="2"/>
                  </a:lnTo>
                  <a:lnTo>
                    <a:pt x="38" y="6"/>
                  </a:lnTo>
                  <a:lnTo>
                    <a:pt x="42" y="12"/>
                  </a:lnTo>
                  <a:lnTo>
                    <a:pt x="44" y="22"/>
                  </a:lnTo>
                  <a:lnTo>
                    <a:pt x="44" y="22"/>
                  </a:lnTo>
                  <a:lnTo>
                    <a:pt x="42" y="30"/>
                  </a:lnTo>
                  <a:lnTo>
                    <a:pt x="38" y="38"/>
                  </a:lnTo>
                  <a:lnTo>
                    <a:pt x="32" y="42"/>
                  </a:lnTo>
                  <a:lnTo>
                    <a:pt x="22" y="44"/>
                  </a:lnTo>
                  <a:lnTo>
                    <a:pt x="22" y="44"/>
                  </a:lnTo>
                  <a:lnTo>
                    <a:pt x="14" y="42"/>
                  </a:lnTo>
                  <a:lnTo>
                    <a:pt x="6" y="38"/>
                  </a:lnTo>
                  <a:lnTo>
                    <a:pt x="2" y="30"/>
                  </a:lnTo>
                  <a:lnTo>
                    <a:pt x="0" y="22"/>
                  </a:lnTo>
                  <a:lnTo>
                    <a:pt x="0" y="22"/>
                  </a:lnTo>
                  <a:close/>
                  <a:moveTo>
                    <a:pt x="22" y="97"/>
                  </a:moveTo>
                  <a:lnTo>
                    <a:pt x="22" y="97"/>
                  </a:lnTo>
                  <a:lnTo>
                    <a:pt x="30" y="99"/>
                  </a:lnTo>
                  <a:lnTo>
                    <a:pt x="36" y="103"/>
                  </a:lnTo>
                  <a:lnTo>
                    <a:pt x="40" y="109"/>
                  </a:lnTo>
                  <a:lnTo>
                    <a:pt x="42" y="117"/>
                  </a:lnTo>
                  <a:lnTo>
                    <a:pt x="42" y="257"/>
                  </a:lnTo>
                  <a:lnTo>
                    <a:pt x="42" y="257"/>
                  </a:lnTo>
                  <a:lnTo>
                    <a:pt x="40" y="265"/>
                  </a:lnTo>
                  <a:lnTo>
                    <a:pt x="36" y="272"/>
                  </a:lnTo>
                  <a:lnTo>
                    <a:pt x="30" y="276"/>
                  </a:lnTo>
                  <a:lnTo>
                    <a:pt x="22" y="276"/>
                  </a:lnTo>
                  <a:lnTo>
                    <a:pt x="22" y="276"/>
                  </a:lnTo>
                  <a:lnTo>
                    <a:pt x="14" y="276"/>
                  </a:lnTo>
                  <a:lnTo>
                    <a:pt x="8" y="272"/>
                  </a:lnTo>
                  <a:lnTo>
                    <a:pt x="4" y="265"/>
                  </a:lnTo>
                  <a:lnTo>
                    <a:pt x="4" y="257"/>
                  </a:lnTo>
                  <a:lnTo>
                    <a:pt x="4" y="117"/>
                  </a:lnTo>
                  <a:lnTo>
                    <a:pt x="4" y="117"/>
                  </a:lnTo>
                  <a:lnTo>
                    <a:pt x="4" y="109"/>
                  </a:lnTo>
                  <a:lnTo>
                    <a:pt x="8" y="103"/>
                  </a:lnTo>
                  <a:lnTo>
                    <a:pt x="14" y="99"/>
                  </a:lnTo>
                  <a:lnTo>
                    <a:pt x="22" y="97"/>
                  </a:lnTo>
                  <a:lnTo>
                    <a:pt x="22" y="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C7D594CB-FE2E-4C2D-8ED7-14E6600BB3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3" y="3399"/>
              <a:ext cx="169" cy="179"/>
            </a:xfrm>
            <a:custGeom>
              <a:avLst/>
              <a:gdLst>
                <a:gd name="T0" fmla="*/ 161 w 169"/>
                <a:gd name="T1" fmla="*/ 150 h 179"/>
                <a:gd name="T2" fmla="*/ 157 w 169"/>
                <a:gd name="T3" fmla="*/ 160 h 179"/>
                <a:gd name="T4" fmla="*/ 145 w 169"/>
                <a:gd name="T5" fmla="*/ 168 h 179"/>
                <a:gd name="T6" fmla="*/ 133 w 169"/>
                <a:gd name="T7" fmla="*/ 175 h 179"/>
                <a:gd name="T8" fmla="*/ 107 w 169"/>
                <a:gd name="T9" fmla="*/ 179 h 179"/>
                <a:gd name="T10" fmla="*/ 93 w 169"/>
                <a:gd name="T11" fmla="*/ 179 h 179"/>
                <a:gd name="T12" fmla="*/ 54 w 169"/>
                <a:gd name="T13" fmla="*/ 172 h 179"/>
                <a:gd name="T14" fmla="*/ 24 w 169"/>
                <a:gd name="T15" fmla="*/ 152 h 179"/>
                <a:gd name="T16" fmla="*/ 14 w 169"/>
                <a:gd name="T17" fmla="*/ 140 h 179"/>
                <a:gd name="T18" fmla="*/ 2 w 169"/>
                <a:gd name="T19" fmla="*/ 106 h 179"/>
                <a:gd name="T20" fmla="*/ 0 w 169"/>
                <a:gd name="T21" fmla="*/ 88 h 179"/>
                <a:gd name="T22" fmla="*/ 6 w 169"/>
                <a:gd name="T23" fmla="*/ 52 h 179"/>
                <a:gd name="T24" fmla="*/ 24 w 169"/>
                <a:gd name="T25" fmla="*/ 26 h 179"/>
                <a:gd name="T26" fmla="*/ 36 w 169"/>
                <a:gd name="T27" fmla="*/ 14 h 179"/>
                <a:gd name="T28" fmla="*/ 69 w 169"/>
                <a:gd name="T29" fmla="*/ 2 h 179"/>
                <a:gd name="T30" fmla="*/ 87 w 169"/>
                <a:gd name="T31" fmla="*/ 0 h 179"/>
                <a:gd name="T32" fmla="*/ 123 w 169"/>
                <a:gd name="T33" fmla="*/ 8 h 179"/>
                <a:gd name="T34" fmla="*/ 149 w 169"/>
                <a:gd name="T35" fmla="*/ 24 h 179"/>
                <a:gd name="T36" fmla="*/ 159 w 169"/>
                <a:gd name="T37" fmla="*/ 36 h 179"/>
                <a:gd name="T38" fmla="*/ 167 w 169"/>
                <a:gd name="T39" fmla="*/ 64 h 179"/>
                <a:gd name="T40" fmla="*/ 169 w 169"/>
                <a:gd name="T41" fmla="*/ 78 h 179"/>
                <a:gd name="T42" fmla="*/ 163 w 169"/>
                <a:gd name="T43" fmla="*/ 94 h 179"/>
                <a:gd name="T44" fmla="*/ 149 w 169"/>
                <a:gd name="T45" fmla="*/ 100 h 179"/>
                <a:gd name="T46" fmla="*/ 40 w 169"/>
                <a:gd name="T47" fmla="*/ 100 h 179"/>
                <a:gd name="T48" fmla="*/ 46 w 169"/>
                <a:gd name="T49" fmla="*/ 118 h 179"/>
                <a:gd name="T50" fmla="*/ 54 w 169"/>
                <a:gd name="T51" fmla="*/ 132 h 179"/>
                <a:gd name="T52" fmla="*/ 63 w 169"/>
                <a:gd name="T53" fmla="*/ 138 h 179"/>
                <a:gd name="T54" fmla="*/ 83 w 169"/>
                <a:gd name="T55" fmla="*/ 148 h 179"/>
                <a:gd name="T56" fmla="*/ 95 w 169"/>
                <a:gd name="T57" fmla="*/ 148 h 179"/>
                <a:gd name="T58" fmla="*/ 129 w 169"/>
                <a:gd name="T59" fmla="*/ 140 h 179"/>
                <a:gd name="T60" fmla="*/ 139 w 169"/>
                <a:gd name="T61" fmla="*/ 136 h 179"/>
                <a:gd name="T62" fmla="*/ 147 w 169"/>
                <a:gd name="T63" fmla="*/ 134 h 179"/>
                <a:gd name="T64" fmla="*/ 157 w 169"/>
                <a:gd name="T65" fmla="*/ 138 h 179"/>
                <a:gd name="T66" fmla="*/ 161 w 169"/>
                <a:gd name="T67" fmla="*/ 150 h 179"/>
                <a:gd name="T68" fmla="*/ 131 w 169"/>
                <a:gd name="T69" fmla="*/ 74 h 179"/>
                <a:gd name="T70" fmla="*/ 131 w 169"/>
                <a:gd name="T71" fmla="*/ 66 h 179"/>
                <a:gd name="T72" fmla="*/ 125 w 169"/>
                <a:gd name="T73" fmla="*/ 50 h 179"/>
                <a:gd name="T74" fmla="*/ 121 w 169"/>
                <a:gd name="T75" fmla="*/ 44 h 179"/>
                <a:gd name="T76" fmla="*/ 107 w 169"/>
                <a:gd name="T77" fmla="*/ 36 h 179"/>
                <a:gd name="T78" fmla="*/ 89 w 169"/>
                <a:gd name="T79" fmla="*/ 32 h 179"/>
                <a:gd name="T80" fmla="*/ 77 w 169"/>
                <a:gd name="T81" fmla="*/ 32 h 179"/>
                <a:gd name="T82" fmla="*/ 59 w 169"/>
                <a:gd name="T83" fmla="*/ 40 h 179"/>
                <a:gd name="T84" fmla="*/ 52 w 169"/>
                <a:gd name="T85" fmla="*/ 46 h 179"/>
                <a:gd name="T86" fmla="*/ 44 w 169"/>
                <a:gd name="T87" fmla="*/ 58 h 179"/>
                <a:gd name="T88" fmla="*/ 131 w 169"/>
                <a:gd name="T89" fmla="*/ 74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9" h="179">
                  <a:moveTo>
                    <a:pt x="161" y="150"/>
                  </a:moveTo>
                  <a:lnTo>
                    <a:pt x="161" y="150"/>
                  </a:lnTo>
                  <a:lnTo>
                    <a:pt x="161" y="156"/>
                  </a:lnTo>
                  <a:lnTo>
                    <a:pt x="157" y="160"/>
                  </a:lnTo>
                  <a:lnTo>
                    <a:pt x="151" y="164"/>
                  </a:lnTo>
                  <a:lnTo>
                    <a:pt x="145" y="168"/>
                  </a:lnTo>
                  <a:lnTo>
                    <a:pt x="145" y="168"/>
                  </a:lnTo>
                  <a:lnTo>
                    <a:pt x="133" y="175"/>
                  </a:lnTo>
                  <a:lnTo>
                    <a:pt x="119" y="177"/>
                  </a:lnTo>
                  <a:lnTo>
                    <a:pt x="107" y="179"/>
                  </a:lnTo>
                  <a:lnTo>
                    <a:pt x="93" y="179"/>
                  </a:lnTo>
                  <a:lnTo>
                    <a:pt x="93" y="179"/>
                  </a:lnTo>
                  <a:lnTo>
                    <a:pt x="73" y="179"/>
                  </a:lnTo>
                  <a:lnTo>
                    <a:pt x="54" y="172"/>
                  </a:lnTo>
                  <a:lnTo>
                    <a:pt x="38" y="164"/>
                  </a:lnTo>
                  <a:lnTo>
                    <a:pt x="24" y="152"/>
                  </a:lnTo>
                  <a:lnTo>
                    <a:pt x="24" y="152"/>
                  </a:lnTo>
                  <a:lnTo>
                    <a:pt x="14" y="140"/>
                  </a:lnTo>
                  <a:lnTo>
                    <a:pt x="6" y="124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2"/>
                  </a:lnTo>
                  <a:lnTo>
                    <a:pt x="14" y="38"/>
                  </a:lnTo>
                  <a:lnTo>
                    <a:pt x="24" y="26"/>
                  </a:lnTo>
                  <a:lnTo>
                    <a:pt x="24" y="26"/>
                  </a:lnTo>
                  <a:lnTo>
                    <a:pt x="36" y="14"/>
                  </a:lnTo>
                  <a:lnTo>
                    <a:pt x="50" y="8"/>
                  </a:lnTo>
                  <a:lnTo>
                    <a:pt x="69" y="2"/>
                  </a:lnTo>
                  <a:lnTo>
                    <a:pt x="87" y="0"/>
                  </a:lnTo>
                  <a:lnTo>
                    <a:pt x="87" y="0"/>
                  </a:lnTo>
                  <a:lnTo>
                    <a:pt x="107" y="2"/>
                  </a:lnTo>
                  <a:lnTo>
                    <a:pt x="123" y="8"/>
                  </a:lnTo>
                  <a:lnTo>
                    <a:pt x="137" y="14"/>
                  </a:lnTo>
                  <a:lnTo>
                    <a:pt x="149" y="24"/>
                  </a:lnTo>
                  <a:lnTo>
                    <a:pt x="149" y="24"/>
                  </a:lnTo>
                  <a:lnTo>
                    <a:pt x="159" y="36"/>
                  </a:lnTo>
                  <a:lnTo>
                    <a:pt x="165" y="50"/>
                  </a:lnTo>
                  <a:lnTo>
                    <a:pt x="167" y="64"/>
                  </a:lnTo>
                  <a:lnTo>
                    <a:pt x="169" y="78"/>
                  </a:lnTo>
                  <a:lnTo>
                    <a:pt x="169" y="78"/>
                  </a:lnTo>
                  <a:lnTo>
                    <a:pt x="167" y="88"/>
                  </a:lnTo>
                  <a:lnTo>
                    <a:pt x="163" y="94"/>
                  </a:lnTo>
                  <a:lnTo>
                    <a:pt x="157" y="98"/>
                  </a:lnTo>
                  <a:lnTo>
                    <a:pt x="149" y="100"/>
                  </a:lnTo>
                  <a:lnTo>
                    <a:pt x="40" y="100"/>
                  </a:lnTo>
                  <a:lnTo>
                    <a:pt x="40" y="100"/>
                  </a:lnTo>
                  <a:lnTo>
                    <a:pt x="42" y="110"/>
                  </a:lnTo>
                  <a:lnTo>
                    <a:pt x="46" y="118"/>
                  </a:lnTo>
                  <a:lnTo>
                    <a:pt x="48" y="126"/>
                  </a:lnTo>
                  <a:lnTo>
                    <a:pt x="54" y="132"/>
                  </a:lnTo>
                  <a:lnTo>
                    <a:pt x="54" y="132"/>
                  </a:lnTo>
                  <a:lnTo>
                    <a:pt x="63" y="138"/>
                  </a:lnTo>
                  <a:lnTo>
                    <a:pt x="73" y="144"/>
                  </a:lnTo>
                  <a:lnTo>
                    <a:pt x="83" y="148"/>
                  </a:lnTo>
                  <a:lnTo>
                    <a:pt x="95" y="148"/>
                  </a:lnTo>
                  <a:lnTo>
                    <a:pt x="95" y="148"/>
                  </a:lnTo>
                  <a:lnTo>
                    <a:pt x="115" y="146"/>
                  </a:lnTo>
                  <a:lnTo>
                    <a:pt x="129" y="140"/>
                  </a:lnTo>
                  <a:lnTo>
                    <a:pt x="129" y="140"/>
                  </a:lnTo>
                  <a:lnTo>
                    <a:pt x="139" y="136"/>
                  </a:lnTo>
                  <a:lnTo>
                    <a:pt x="147" y="134"/>
                  </a:lnTo>
                  <a:lnTo>
                    <a:pt x="147" y="134"/>
                  </a:lnTo>
                  <a:lnTo>
                    <a:pt x="153" y="136"/>
                  </a:lnTo>
                  <a:lnTo>
                    <a:pt x="157" y="138"/>
                  </a:lnTo>
                  <a:lnTo>
                    <a:pt x="161" y="144"/>
                  </a:lnTo>
                  <a:lnTo>
                    <a:pt x="161" y="150"/>
                  </a:lnTo>
                  <a:lnTo>
                    <a:pt x="161" y="150"/>
                  </a:lnTo>
                  <a:close/>
                  <a:moveTo>
                    <a:pt x="131" y="74"/>
                  </a:moveTo>
                  <a:lnTo>
                    <a:pt x="131" y="74"/>
                  </a:lnTo>
                  <a:lnTo>
                    <a:pt x="131" y="66"/>
                  </a:lnTo>
                  <a:lnTo>
                    <a:pt x="129" y="58"/>
                  </a:lnTo>
                  <a:lnTo>
                    <a:pt x="125" y="50"/>
                  </a:lnTo>
                  <a:lnTo>
                    <a:pt x="121" y="44"/>
                  </a:lnTo>
                  <a:lnTo>
                    <a:pt x="121" y="44"/>
                  </a:lnTo>
                  <a:lnTo>
                    <a:pt x="115" y="40"/>
                  </a:lnTo>
                  <a:lnTo>
                    <a:pt x="107" y="36"/>
                  </a:lnTo>
                  <a:lnTo>
                    <a:pt x="99" y="32"/>
                  </a:lnTo>
                  <a:lnTo>
                    <a:pt x="89" y="32"/>
                  </a:lnTo>
                  <a:lnTo>
                    <a:pt x="89" y="32"/>
                  </a:lnTo>
                  <a:lnTo>
                    <a:pt x="77" y="32"/>
                  </a:lnTo>
                  <a:lnTo>
                    <a:pt x="67" y="36"/>
                  </a:lnTo>
                  <a:lnTo>
                    <a:pt x="59" y="40"/>
                  </a:lnTo>
                  <a:lnTo>
                    <a:pt x="52" y="46"/>
                  </a:lnTo>
                  <a:lnTo>
                    <a:pt x="52" y="46"/>
                  </a:lnTo>
                  <a:lnTo>
                    <a:pt x="48" y="52"/>
                  </a:lnTo>
                  <a:lnTo>
                    <a:pt x="44" y="58"/>
                  </a:lnTo>
                  <a:lnTo>
                    <a:pt x="40" y="74"/>
                  </a:lnTo>
                  <a:lnTo>
                    <a:pt x="131" y="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DDAA62CE-A6F9-4796-89BA-9FC16790EB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0" y="3314"/>
              <a:ext cx="141" cy="264"/>
            </a:xfrm>
            <a:custGeom>
              <a:avLst/>
              <a:gdLst>
                <a:gd name="T0" fmla="*/ 109 w 141"/>
                <a:gd name="T1" fmla="*/ 89 h 264"/>
                <a:gd name="T2" fmla="*/ 119 w 141"/>
                <a:gd name="T3" fmla="*/ 93 h 264"/>
                <a:gd name="T4" fmla="*/ 125 w 141"/>
                <a:gd name="T5" fmla="*/ 105 h 264"/>
                <a:gd name="T6" fmla="*/ 123 w 141"/>
                <a:gd name="T7" fmla="*/ 111 h 264"/>
                <a:gd name="T8" fmla="*/ 115 w 141"/>
                <a:gd name="T9" fmla="*/ 119 h 264"/>
                <a:gd name="T10" fmla="*/ 69 w 141"/>
                <a:gd name="T11" fmla="*/ 119 h 264"/>
                <a:gd name="T12" fmla="*/ 69 w 141"/>
                <a:gd name="T13" fmla="*/ 245 h 264"/>
                <a:gd name="T14" fmla="*/ 63 w 141"/>
                <a:gd name="T15" fmla="*/ 260 h 264"/>
                <a:gd name="T16" fmla="*/ 51 w 141"/>
                <a:gd name="T17" fmla="*/ 264 h 264"/>
                <a:gd name="T18" fmla="*/ 42 w 141"/>
                <a:gd name="T19" fmla="*/ 264 h 264"/>
                <a:gd name="T20" fmla="*/ 32 w 141"/>
                <a:gd name="T21" fmla="*/ 253 h 264"/>
                <a:gd name="T22" fmla="*/ 30 w 141"/>
                <a:gd name="T23" fmla="*/ 119 h 264"/>
                <a:gd name="T24" fmla="*/ 14 w 141"/>
                <a:gd name="T25" fmla="*/ 119 h 264"/>
                <a:gd name="T26" fmla="*/ 4 w 141"/>
                <a:gd name="T27" fmla="*/ 115 h 264"/>
                <a:gd name="T28" fmla="*/ 0 w 141"/>
                <a:gd name="T29" fmla="*/ 105 h 264"/>
                <a:gd name="T30" fmla="*/ 0 w 141"/>
                <a:gd name="T31" fmla="*/ 99 h 264"/>
                <a:gd name="T32" fmla="*/ 8 w 141"/>
                <a:gd name="T33" fmla="*/ 91 h 264"/>
                <a:gd name="T34" fmla="*/ 30 w 141"/>
                <a:gd name="T35" fmla="*/ 89 h 264"/>
                <a:gd name="T36" fmla="*/ 30 w 141"/>
                <a:gd name="T37" fmla="*/ 62 h 264"/>
                <a:gd name="T38" fmla="*/ 32 w 141"/>
                <a:gd name="T39" fmla="*/ 40 h 264"/>
                <a:gd name="T40" fmla="*/ 42 w 141"/>
                <a:gd name="T41" fmla="*/ 20 h 264"/>
                <a:gd name="T42" fmla="*/ 59 w 141"/>
                <a:gd name="T43" fmla="*/ 6 h 264"/>
                <a:gd name="T44" fmla="*/ 85 w 141"/>
                <a:gd name="T45" fmla="*/ 0 h 264"/>
                <a:gd name="T46" fmla="*/ 103 w 141"/>
                <a:gd name="T47" fmla="*/ 2 h 264"/>
                <a:gd name="T48" fmla="*/ 121 w 141"/>
                <a:gd name="T49" fmla="*/ 8 h 264"/>
                <a:gd name="T50" fmla="*/ 129 w 141"/>
                <a:gd name="T51" fmla="*/ 12 h 264"/>
                <a:gd name="T52" fmla="*/ 139 w 141"/>
                <a:gd name="T53" fmla="*/ 22 h 264"/>
                <a:gd name="T54" fmla="*/ 141 w 141"/>
                <a:gd name="T55" fmla="*/ 28 h 264"/>
                <a:gd name="T56" fmla="*/ 137 w 141"/>
                <a:gd name="T57" fmla="*/ 40 h 264"/>
                <a:gd name="T58" fmla="*/ 127 w 141"/>
                <a:gd name="T59" fmla="*/ 44 h 264"/>
                <a:gd name="T60" fmla="*/ 119 w 141"/>
                <a:gd name="T61" fmla="*/ 42 h 264"/>
                <a:gd name="T62" fmla="*/ 103 w 141"/>
                <a:gd name="T63" fmla="*/ 36 h 264"/>
                <a:gd name="T64" fmla="*/ 93 w 141"/>
                <a:gd name="T65" fmla="*/ 34 h 264"/>
                <a:gd name="T66" fmla="*/ 83 w 141"/>
                <a:gd name="T67" fmla="*/ 36 h 264"/>
                <a:gd name="T68" fmla="*/ 75 w 141"/>
                <a:gd name="T69" fmla="*/ 42 h 264"/>
                <a:gd name="T70" fmla="*/ 69 w 141"/>
                <a:gd name="T71" fmla="*/ 66 h 264"/>
                <a:gd name="T72" fmla="*/ 109 w 141"/>
                <a:gd name="T73" fmla="*/ 89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1" h="264">
                  <a:moveTo>
                    <a:pt x="109" y="89"/>
                  </a:moveTo>
                  <a:lnTo>
                    <a:pt x="109" y="89"/>
                  </a:lnTo>
                  <a:lnTo>
                    <a:pt x="115" y="91"/>
                  </a:lnTo>
                  <a:lnTo>
                    <a:pt x="119" y="93"/>
                  </a:lnTo>
                  <a:lnTo>
                    <a:pt x="123" y="99"/>
                  </a:lnTo>
                  <a:lnTo>
                    <a:pt x="125" y="105"/>
                  </a:lnTo>
                  <a:lnTo>
                    <a:pt x="125" y="105"/>
                  </a:lnTo>
                  <a:lnTo>
                    <a:pt x="123" y="111"/>
                  </a:lnTo>
                  <a:lnTo>
                    <a:pt x="119" y="115"/>
                  </a:lnTo>
                  <a:lnTo>
                    <a:pt x="115" y="119"/>
                  </a:lnTo>
                  <a:lnTo>
                    <a:pt x="109" y="119"/>
                  </a:lnTo>
                  <a:lnTo>
                    <a:pt x="69" y="119"/>
                  </a:lnTo>
                  <a:lnTo>
                    <a:pt x="69" y="245"/>
                  </a:lnTo>
                  <a:lnTo>
                    <a:pt x="69" y="245"/>
                  </a:lnTo>
                  <a:lnTo>
                    <a:pt x="67" y="253"/>
                  </a:lnTo>
                  <a:lnTo>
                    <a:pt x="63" y="260"/>
                  </a:lnTo>
                  <a:lnTo>
                    <a:pt x="57" y="264"/>
                  </a:lnTo>
                  <a:lnTo>
                    <a:pt x="51" y="264"/>
                  </a:lnTo>
                  <a:lnTo>
                    <a:pt x="51" y="264"/>
                  </a:lnTo>
                  <a:lnTo>
                    <a:pt x="42" y="264"/>
                  </a:lnTo>
                  <a:lnTo>
                    <a:pt x="36" y="260"/>
                  </a:lnTo>
                  <a:lnTo>
                    <a:pt x="32" y="253"/>
                  </a:lnTo>
                  <a:lnTo>
                    <a:pt x="30" y="245"/>
                  </a:lnTo>
                  <a:lnTo>
                    <a:pt x="30" y="119"/>
                  </a:lnTo>
                  <a:lnTo>
                    <a:pt x="14" y="119"/>
                  </a:lnTo>
                  <a:lnTo>
                    <a:pt x="14" y="119"/>
                  </a:lnTo>
                  <a:lnTo>
                    <a:pt x="8" y="119"/>
                  </a:lnTo>
                  <a:lnTo>
                    <a:pt x="4" y="115"/>
                  </a:lnTo>
                  <a:lnTo>
                    <a:pt x="0" y="111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0" y="99"/>
                  </a:lnTo>
                  <a:lnTo>
                    <a:pt x="4" y="93"/>
                  </a:lnTo>
                  <a:lnTo>
                    <a:pt x="8" y="91"/>
                  </a:lnTo>
                  <a:lnTo>
                    <a:pt x="14" y="89"/>
                  </a:lnTo>
                  <a:lnTo>
                    <a:pt x="30" y="89"/>
                  </a:lnTo>
                  <a:lnTo>
                    <a:pt x="30" y="62"/>
                  </a:lnTo>
                  <a:lnTo>
                    <a:pt x="30" y="62"/>
                  </a:lnTo>
                  <a:lnTo>
                    <a:pt x="30" y="50"/>
                  </a:lnTo>
                  <a:lnTo>
                    <a:pt x="32" y="40"/>
                  </a:lnTo>
                  <a:lnTo>
                    <a:pt x="36" y="28"/>
                  </a:lnTo>
                  <a:lnTo>
                    <a:pt x="42" y="20"/>
                  </a:lnTo>
                  <a:lnTo>
                    <a:pt x="49" y="12"/>
                  </a:lnTo>
                  <a:lnTo>
                    <a:pt x="59" y="6"/>
                  </a:lnTo>
                  <a:lnTo>
                    <a:pt x="71" y="2"/>
                  </a:lnTo>
                  <a:lnTo>
                    <a:pt x="85" y="0"/>
                  </a:lnTo>
                  <a:lnTo>
                    <a:pt x="85" y="0"/>
                  </a:lnTo>
                  <a:lnTo>
                    <a:pt x="103" y="2"/>
                  </a:lnTo>
                  <a:lnTo>
                    <a:pt x="113" y="4"/>
                  </a:lnTo>
                  <a:lnTo>
                    <a:pt x="121" y="8"/>
                  </a:lnTo>
                  <a:lnTo>
                    <a:pt x="121" y="8"/>
                  </a:lnTo>
                  <a:lnTo>
                    <a:pt x="129" y="12"/>
                  </a:lnTo>
                  <a:lnTo>
                    <a:pt x="135" y="16"/>
                  </a:lnTo>
                  <a:lnTo>
                    <a:pt x="139" y="22"/>
                  </a:lnTo>
                  <a:lnTo>
                    <a:pt x="141" y="28"/>
                  </a:lnTo>
                  <a:lnTo>
                    <a:pt x="141" y="28"/>
                  </a:lnTo>
                  <a:lnTo>
                    <a:pt x="139" y="34"/>
                  </a:lnTo>
                  <a:lnTo>
                    <a:pt x="137" y="40"/>
                  </a:lnTo>
                  <a:lnTo>
                    <a:pt x="133" y="42"/>
                  </a:lnTo>
                  <a:lnTo>
                    <a:pt x="127" y="44"/>
                  </a:lnTo>
                  <a:lnTo>
                    <a:pt x="127" y="44"/>
                  </a:lnTo>
                  <a:lnTo>
                    <a:pt x="119" y="42"/>
                  </a:lnTo>
                  <a:lnTo>
                    <a:pt x="111" y="38"/>
                  </a:lnTo>
                  <a:lnTo>
                    <a:pt x="103" y="36"/>
                  </a:lnTo>
                  <a:lnTo>
                    <a:pt x="93" y="34"/>
                  </a:lnTo>
                  <a:lnTo>
                    <a:pt x="93" y="34"/>
                  </a:lnTo>
                  <a:lnTo>
                    <a:pt x="87" y="34"/>
                  </a:lnTo>
                  <a:lnTo>
                    <a:pt x="83" y="36"/>
                  </a:lnTo>
                  <a:lnTo>
                    <a:pt x="79" y="38"/>
                  </a:lnTo>
                  <a:lnTo>
                    <a:pt x="75" y="42"/>
                  </a:lnTo>
                  <a:lnTo>
                    <a:pt x="71" y="52"/>
                  </a:lnTo>
                  <a:lnTo>
                    <a:pt x="69" y="66"/>
                  </a:lnTo>
                  <a:lnTo>
                    <a:pt x="69" y="89"/>
                  </a:lnTo>
                  <a:lnTo>
                    <a:pt x="109" y="8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81BE9F52-7E5F-4A1A-807A-B437BECCC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7178" t="39189" r="7047" b="39868"/>
          <a:stretch/>
        </p:blipFill>
        <p:spPr>
          <a:xfrm>
            <a:off x="265177" y="201923"/>
            <a:ext cx="1510227" cy="36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7942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74" r:id="rId1"/>
    <p:sldLayoutId id="2147484079" r:id="rId2"/>
    <p:sldLayoutId id="2147484080" r:id="rId3"/>
    <p:sldLayoutId id="2147484081" r:id="rId4"/>
    <p:sldLayoutId id="2147484096" r:id="rId5"/>
  </p:sldLayoutIdLst>
  <p:txStyles>
    <p:titleStyle>
      <a:lvl1pPr eaLnBrk="1" hangingPunct="1">
        <a:defRPr lang="en-US" sz="2200" b="0" kern="0" baseline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eaLnBrk="1" hangingPunct="1">
        <a:buClr>
          <a:srgbClr val="808285"/>
        </a:buClr>
        <a:buFont typeface="Wingdings" panose="05000000000000000000" pitchFamily="2" charset="2"/>
        <a:buChar char="§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79372" indent="-171450" eaLnBrk="1" hangingPunct="1">
        <a:buClr>
          <a:srgbClr val="808285"/>
        </a:buClr>
        <a:buFont typeface="Symbol" panose="05050102010706020507" pitchFamily="18" charset="2"/>
        <a:buChar char="-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87294" indent="-171450" eaLnBrk="1" hangingPunct="1">
        <a:buClr>
          <a:srgbClr val="808285"/>
        </a:buClr>
        <a:buFont typeface="Arial" panose="020B0604020202020204" pitchFamily="34" charset="0"/>
        <a:buChar char="•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95216" indent="-171450" eaLnBrk="1" hangingPunct="1">
        <a:buClr>
          <a:srgbClr val="808285"/>
        </a:buClr>
        <a:buFont typeface="Courier New" panose="02070309020205020404" pitchFamily="49" charset="0"/>
        <a:buChar char="o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03138" indent="-171450" eaLnBrk="1" hangingPunct="1">
        <a:buClr>
          <a:srgbClr val="808285"/>
        </a:buClr>
        <a:buFont typeface="Wingdings" panose="05000000000000000000" pitchFamily="2" charset="2"/>
        <a:buChar char="§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39611" eaLnBrk="1" hangingPunct="1">
        <a:defRPr>
          <a:latin typeface="+mn-lt"/>
          <a:ea typeface="+mn-ea"/>
          <a:cs typeface="+mn-cs"/>
        </a:defRPr>
      </a:lvl6pPr>
      <a:lvl7pPr marL="1247533" eaLnBrk="1" hangingPunct="1">
        <a:defRPr>
          <a:latin typeface="+mn-lt"/>
          <a:ea typeface="+mn-ea"/>
          <a:cs typeface="+mn-cs"/>
        </a:defRPr>
      </a:lvl7pPr>
      <a:lvl8pPr marL="1455454" eaLnBrk="1" hangingPunct="1">
        <a:defRPr>
          <a:latin typeface="+mn-lt"/>
          <a:ea typeface="+mn-ea"/>
          <a:cs typeface="+mn-cs"/>
        </a:defRPr>
      </a:lvl8pPr>
      <a:lvl9pPr marL="1663377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207922" eaLnBrk="1" hangingPunct="1">
        <a:defRPr>
          <a:latin typeface="+mn-lt"/>
          <a:ea typeface="+mn-ea"/>
          <a:cs typeface="+mn-cs"/>
        </a:defRPr>
      </a:lvl2pPr>
      <a:lvl3pPr marL="415844" eaLnBrk="1" hangingPunct="1">
        <a:defRPr>
          <a:latin typeface="+mn-lt"/>
          <a:ea typeface="+mn-ea"/>
          <a:cs typeface="+mn-cs"/>
        </a:defRPr>
      </a:lvl3pPr>
      <a:lvl4pPr marL="623766" eaLnBrk="1" hangingPunct="1">
        <a:defRPr>
          <a:latin typeface="+mn-lt"/>
          <a:ea typeface="+mn-ea"/>
          <a:cs typeface="+mn-cs"/>
        </a:defRPr>
      </a:lvl4pPr>
      <a:lvl5pPr marL="831688" eaLnBrk="1" hangingPunct="1">
        <a:defRPr>
          <a:latin typeface="+mn-lt"/>
          <a:ea typeface="+mn-ea"/>
          <a:cs typeface="+mn-cs"/>
        </a:defRPr>
      </a:lvl5pPr>
      <a:lvl6pPr marL="1039611" eaLnBrk="1" hangingPunct="1">
        <a:defRPr>
          <a:latin typeface="+mn-lt"/>
          <a:ea typeface="+mn-ea"/>
          <a:cs typeface="+mn-cs"/>
        </a:defRPr>
      </a:lvl6pPr>
      <a:lvl7pPr marL="1247533" eaLnBrk="1" hangingPunct="1">
        <a:defRPr>
          <a:latin typeface="+mn-lt"/>
          <a:ea typeface="+mn-ea"/>
          <a:cs typeface="+mn-cs"/>
        </a:defRPr>
      </a:lvl7pPr>
      <a:lvl8pPr marL="1455454" eaLnBrk="1" hangingPunct="1">
        <a:defRPr>
          <a:latin typeface="+mn-lt"/>
          <a:ea typeface="+mn-ea"/>
          <a:cs typeface="+mn-cs"/>
        </a:defRPr>
      </a:lvl8pPr>
      <a:lvl9pPr marL="1663377" eaLnBrk="1" hangingPunct="1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pos="129">
          <p15:clr>
            <a:srgbClr val="F26B43"/>
          </p15:clr>
        </p15:guide>
        <p15:guide id="4" pos="5631">
          <p15:clr>
            <a:srgbClr val="F26B43"/>
          </p15:clr>
        </p15:guide>
        <p15:guide id="5" orient="horz" pos="424">
          <p15:clr>
            <a:srgbClr val="F26B43"/>
          </p15:clr>
        </p15:guide>
        <p15:guide id="6" orient="horz" pos="294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E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ABF83BF1-D7A8-4F29-BD76-10C1E098D6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7178" t="39189" r="7047" b="39868"/>
          <a:stretch/>
        </p:blipFill>
        <p:spPr>
          <a:xfrm>
            <a:off x="265177" y="201923"/>
            <a:ext cx="1510227" cy="36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9990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95" r:id="rId1"/>
    <p:sldLayoutId id="2147484097" r:id="rId2"/>
  </p:sldLayoutIdLst>
  <p:txStyles>
    <p:titleStyle>
      <a:lvl1pPr eaLnBrk="1" hangingPunct="1">
        <a:defRPr lang="en-US" sz="2100" b="1" kern="0" baseline="0" dirty="0">
          <a:solidFill>
            <a:srgbClr val="F03782"/>
          </a:solidFill>
          <a:latin typeface="+mj-lt"/>
          <a:ea typeface="+mj-ea"/>
          <a:cs typeface="+mj-cs"/>
        </a:defRPr>
      </a:lvl1pPr>
    </p:titleStyle>
    <p:bodyStyle>
      <a:lvl1pPr marL="171450" indent="-171450" eaLnBrk="1" hangingPunct="1">
        <a:buClr>
          <a:srgbClr val="808285"/>
        </a:buClr>
        <a:buFont typeface="Wingdings" panose="05000000000000000000" pitchFamily="2" charset="2"/>
        <a:buChar char="§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79372" indent="-171450" eaLnBrk="1" hangingPunct="1">
        <a:buClr>
          <a:srgbClr val="808285"/>
        </a:buClr>
        <a:buFont typeface="Symbol" panose="05050102010706020507" pitchFamily="18" charset="2"/>
        <a:buChar char="-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87294" indent="-171450" eaLnBrk="1" hangingPunct="1">
        <a:buClr>
          <a:srgbClr val="808285"/>
        </a:buClr>
        <a:buFont typeface="Arial" panose="020B0604020202020204" pitchFamily="34" charset="0"/>
        <a:buChar char="•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95216" indent="-171450" eaLnBrk="1" hangingPunct="1">
        <a:buClr>
          <a:srgbClr val="808285"/>
        </a:buClr>
        <a:buFont typeface="Courier New" panose="02070309020205020404" pitchFamily="49" charset="0"/>
        <a:buChar char="o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03138" indent="-171450" eaLnBrk="1" hangingPunct="1">
        <a:buClr>
          <a:srgbClr val="808285"/>
        </a:buClr>
        <a:buFont typeface="Wingdings" panose="05000000000000000000" pitchFamily="2" charset="2"/>
        <a:buChar char="§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39611" eaLnBrk="1" hangingPunct="1">
        <a:defRPr>
          <a:latin typeface="+mn-lt"/>
          <a:ea typeface="+mn-ea"/>
          <a:cs typeface="+mn-cs"/>
        </a:defRPr>
      </a:lvl6pPr>
      <a:lvl7pPr marL="1247533" eaLnBrk="1" hangingPunct="1">
        <a:defRPr>
          <a:latin typeface="+mn-lt"/>
          <a:ea typeface="+mn-ea"/>
          <a:cs typeface="+mn-cs"/>
        </a:defRPr>
      </a:lvl7pPr>
      <a:lvl8pPr marL="1455454" eaLnBrk="1" hangingPunct="1">
        <a:defRPr>
          <a:latin typeface="+mn-lt"/>
          <a:ea typeface="+mn-ea"/>
          <a:cs typeface="+mn-cs"/>
        </a:defRPr>
      </a:lvl8pPr>
      <a:lvl9pPr marL="1663377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207922" eaLnBrk="1" hangingPunct="1">
        <a:defRPr>
          <a:latin typeface="+mn-lt"/>
          <a:ea typeface="+mn-ea"/>
          <a:cs typeface="+mn-cs"/>
        </a:defRPr>
      </a:lvl2pPr>
      <a:lvl3pPr marL="415844" eaLnBrk="1" hangingPunct="1">
        <a:defRPr>
          <a:latin typeface="+mn-lt"/>
          <a:ea typeface="+mn-ea"/>
          <a:cs typeface="+mn-cs"/>
        </a:defRPr>
      </a:lvl3pPr>
      <a:lvl4pPr marL="623766" eaLnBrk="1" hangingPunct="1">
        <a:defRPr>
          <a:latin typeface="+mn-lt"/>
          <a:ea typeface="+mn-ea"/>
          <a:cs typeface="+mn-cs"/>
        </a:defRPr>
      </a:lvl4pPr>
      <a:lvl5pPr marL="831688" eaLnBrk="1" hangingPunct="1">
        <a:defRPr>
          <a:latin typeface="+mn-lt"/>
          <a:ea typeface="+mn-ea"/>
          <a:cs typeface="+mn-cs"/>
        </a:defRPr>
      </a:lvl5pPr>
      <a:lvl6pPr marL="1039611" eaLnBrk="1" hangingPunct="1">
        <a:defRPr>
          <a:latin typeface="+mn-lt"/>
          <a:ea typeface="+mn-ea"/>
          <a:cs typeface="+mn-cs"/>
        </a:defRPr>
      </a:lvl6pPr>
      <a:lvl7pPr marL="1247533" eaLnBrk="1" hangingPunct="1">
        <a:defRPr>
          <a:latin typeface="+mn-lt"/>
          <a:ea typeface="+mn-ea"/>
          <a:cs typeface="+mn-cs"/>
        </a:defRPr>
      </a:lvl7pPr>
      <a:lvl8pPr marL="1455454" eaLnBrk="1" hangingPunct="1">
        <a:defRPr>
          <a:latin typeface="+mn-lt"/>
          <a:ea typeface="+mn-ea"/>
          <a:cs typeface="+mn-cs"/>
        </a:defRPr>
      </a:lvl8pPr>
      <a:lvl9pPr marL="1663377" eaLnBrk="1" hangingPunct="1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pos="129">
          <p15:clr>
            <a:srgbClr val="F26B43"/>
          </p15:clr>
        </p15:guide>
        <p15:guide id="4" pos="5631">
          <p15:clr>
            <a:srgbClr val="F26B43"/>
          </p15:clr>
        </p15:guide>
        <p15:guide id="5" orient="horz" pos="424">
          <p15:clr>
            <a:srgbClr val="F26B43"/>
          </p15:clr>
        </p15:guide>
        <p15:guide id="6" orient="horz" pos="29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256" y="1281057"/>
            <a:ext cx="5149410" cy="386981"/>
          </a:xfrm>
        </p:spPr>
        <p:txBody>
          <a:bodyPr/>
          <a:lstStyle/>
          <a:p>
            <a:r>
              <a:rPr lang="en-US" dirty="0">
                <a:cs typeface="Calibri Light"/>
              </a:rPr>
              <a:t>PEP 8 (Python Enhancement Proposals)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cs typeface="Calibri"/>
              </a:rPr>
              <a:t>Reading Counts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cs typeface="Calibri Light"/>
              </a:rPr>
              <a:t>25/11/2024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Robot Ethics Dilemmas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/>
              <a:t>39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4FF660D-F23D-4EC3-B5F9-6987149D91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878" y="839933"/>
            <a:ext cx="8193111" cy="356995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>
                <a:cs typeface="Calibri"/>
              </a:rPr>
              <a:t>Code Layout</a:t>
            </a:r>
          </a:p>
          <a:p>
            <a:pPr marL="379095" lvl="1">
              <a:buFont typeface="Courier New,monospace" panose="020B0604020202020204" pitchFamily="34" charset="0"/>
              <a:buChar char="o"/>
            </a:pPr>
            <a:r>
              <a:rPr lang="en-US" dirty="0">
                <a:cs typeface="Calibri"/>
              </a:rPr>
              <a:t>Indentation</a:t>
            </a:r>
            <a:endParaRPr lang="en-US" dirty="0">
              <a:solidFill>
                <a:srgbClr val="000000"/>
              </a:solidFill>
              <a:cs typeface="Calibri"/>
            </a:endParaRPr>
          </a:p>
          <a:p>
            <a:pPr marL="379095" lvl="1">
              <a:buFont typeface="Courier New,monospace" panose="020B0604020202020204" pitchFamily="34" charset="0"/>
              <a:buChar char="o"/>
            </a:pPr>
            <a:r>
              <a:rPr lang="en-US" dirty="0">
                <a:cs typeface="Calibri"/>
              </a:rPr>
              <a:t>Tabs/Spaces</a:t>
            </a:r>
            <a:endParaRPr lang="en-US" dirty="0">
              <a:solidFill>
                <a:srgbClr val="000000"/>
              </a:solidFill>
              <a:cs typeface="Calibri"/>
            </a:endParaRPr>
          </a:p>
          <a:p>
            <a:pPr marL="379095" lvl="1">
              <a:buFont typeface="Courier New,monospace" panose="020B0604020202020204" pitchFamily="34" charset="0"/>
              <a:buChar char="o"/>
            </a:pPr>
            <a:r>
              <a:rPr lang="en-US" dirty="0">
                <a:cs typeface="Calibri"/>
              </a:rPr>
              <a:t>Max Line Length</a:t>
            </a:r>
            <a:endParaRPr lang="en-US" dirty="0">
              <a:solidFill>
                <a:srgbClr val="000000"/>
              </a:solidFill>
              <a:cs typeface="Calibri"/>
            </a:endParaRPr>
          </a:p>
          <a:p>
            <a:pPr marL="379095" lvl="1">
              <a:buFont typeface="Courier New,monospace" panose="020B0604020202020204" pitchFamily="34" charset="0"/>
              <a:buChar char="o"/>
            </a:pPr>
            <a:r>
              <a:rPr lang="en-US" dirty="0">
                <a:cs typeface="Calibri"/>
              </a:rPr>
              <a:t>Line Break before/after binary operator</a:t>
            </a:r>
            <a:endParaRPr lang="en-US" dirty="0">
              <a:solidFill>
                <a:srgbClr val="000000"/>
              </a:solidFill>
              <a:cs typeface="Calibri"/>
            </a:endParaRPr>
          </a:p>
          <a:p>
            <a:pPr marL="379095" lvl="1">
              <a:buFont typeface="Courier New,monospace" panose="020B0604020202020204" pitchFamily="34" charset="0"/>
              <a:buChar char="o"/>
            </a:pPr>
            <a:r>
              <a:rPr lang="en-US" dirty="0">
                <a:cs typeface="Calibri"/>
              </a:rPr>
              <a:t>Blank Lines</a:t>
            </a:r>
            <a:endParaRPr lang="en-US" dirty="0">
              <a:solidFill>
                <a:srgbClr val="000000"/>
              </a:solidFill>
              <a:cs typeface="Calibri"/>
            </a:endParaRPr>
          </a:p>
          <a:p>
            <a:pPr marL="379095" lvl="1">
              <a:buFont typeface="Courier New,monospace" panose="020B0604020202020204" pitchFamily="34" charset="0"/>
              <a:buChar char="o"/>
            </a:pPr>
            <a:r>
              <a:rPr lang="en-US" dirty="0">
                <a:cs typeface="Calibri"/>
              </a:rPr>
              <a:t>Source File Encoding</a:t>
            </a:r>
            <a:endParaRPr lang="en-US" dirty="0">
              <a:solidFill>
                <a:srgbClr val="000000"/>
              </a:solidFill>
              <a:cs typeface="Calibri"/>
            </a:endParaRPr>
          </a:p>
          <a:p>
            <a:pPr marL="379095" lvl="1">
              <a:buFont typeface="Courier New,monospace" panose="020B0604020202020204" pitchFamily="34" charset="0"/>
              <a:buChar char="o"/>
            </a:pPr>
            <a:r>
              <a:rPr lang="en-US" dirty="0">
                <a:cs typeface="Calibri"/>
              </a:rPr>
              <a:t>Imports</a:t>
            </a:r>
            <a:endParaRPr lang="en-US" dirty="0">
              <a:solidFill>
                <a:srgbClr val="000000"/>
              </a:solidFill>
              <a:cs typeface="Calibri"/>
            </a:endParaRPr>
          </a:p>
          <a:p>
            <a:pPr marL="379095" lvl="1">
              <a:buFont typeface="Courier New,monospace" panose="020B0604020202020204" pitchFamily="34" charset="0"/>
              <a:buChar char="o"/>
            </a:pPr>
            <a:r>
              <a:rPr lang="en-US" dirty="0">
                <a:cs typeface="Calibri"/>
              </a:rPr>
              <a:t>Module level dunder names</a:t>
            </a:r>
            <a:endParaRPr lang="en-US" dirty="0">
              <a:solidFill>
                <a:srgbClr val="000000"/>
              </a:solidFill>
              <a:cs typeface="Calibri"/>
            </a:endParaRPr>
          </a:p>
          <a:p>
            <a:r>
              <a:rPr lang="en-US" dirty="0">
                <a:cs typeface="Calibri"/>
              </a:rPr>
              <a:t>String Quotes</a:t>
            </a:r>
          </a:p>
          <a:p>
            <a:r>
              <a:rPr lang="en-US" dirty="0">
                <a:cs typeface="Calibri"/>
              </a:rPr>
              <a:t>Whitespace in expressions and statements</a:t>
            </a:r>
          </a:p>
          <a:p>
            <a:pPr marL="379095" lvl="1">
              <a:buFont typeface="Courier New,monospace" panose="020B0604020202020204" pitchFamily="34" charset="0"/>
              <a:buChar char="o"/>
            </a:pPr>
            <a:r>
              <a:rPr lang="en-US" sz="1100" dirty="0">
                <a:cs typeface="Calibri"/>
              </a:rPr>
              <a:t>Pet Peeves</a:t>
            </a:r>
            <a:endParaRPr lang="en-US" sz="1100" dirty="0">
              <a:solidFill>
                <a:srgbClr val="000000"/>
              </a:solidFill>
              <a:cs typeface="Calibri"/>
            </a:endParaRPr>
          </a:p>
          <a:p>
            <a:pPr marL="379095" lvl="1">
              <a:buFont typeface="Courier New,monospace" panose="020B0604020202020204" pitchFamily="34" charset="0"/>
              <a:buChar char="o"/>
            </a:pPr>
            <a:r>
              <a:rPr lang="en-US" sz="1100" dirty="0">
                <a:cs typeface="Calibri"/>
              </a:rPr>
              <a:t>Other recommendations</a:t>
            </a:r>
            <a:endParaRPr lang="en-US" sz="1100" dirty="0">
              <a:solidFill>
                <a:srgbClr val="000000"/>
              </a:solidFill>
              <a:cs typeface="Calibri"/>
            </a:endParaRPr>
          </a:p>
          <a:p>
            <a:r>
              <a:rPr lang="en-US" dirty="0">
                <a:cs typeface="Calibri"/>
              </a:rPr>
              <a:t>When to use trailing commas</a:t>
            </a:r>
          </a:p>
          <a:p>
            <a:r>
              <a:rPr lang="en-US" dirty="0">
                <a:cs typeface="Calibri"/>
              </a:rPr>
              <a:t>Comments</a:t>
            </a:r>
          </a:p>
          <a:p>
            <a:pPr marL="379095" lvl="1">
              <a:buFont typeface="Courier New" panose="020B0604020202020204" pitchFamily="34" charset="0"/>
              <a:buChar char="o"/>
            </a:pPr>
            <a:r>
              <a:rPr lang="en-US" dirty="0">
                <a:cs typeface="Calibri"/>
              </a:rPr>
              <a:t>Block Comments</a:t>
            </a:r>
          </a:p>
          <a:p>
            <a:pPr marL="379095" lvl="1">
              <a:buFont typeface="Courier New" panose="020B0604020202020204" pitchFamily="34" charset="0"/>
              <a:buChar char="o"/>
            </a:pPr>
            <a:r>
              <a:rPr lang="en-US" dirty="0">
                <a:cs typeface="Calibri"/>
              </a:rPr>
              <a:t>Inline Comments</a:t>
            </a:r>
          </a:p>
          <a:p>
            <a:pPr marL="379095" lvl="1">
              <a:buFont typeface="Courier New" panose="020B0604020202020204" pitchFamily="34" charset="0"/>
              <a:buChar char="o"/>
            </a:pPr>
            <a:r>
              <a:rPr lang="en-US" dirty="0">
                <a:cs typeface="Calibri"/>
              </a:rPr>
              <a:t>Documentation Strings</a:t>
            </a:r>
          </a:p>
          <a:p>
            <a:pPr>
              <a:buFont typeface="Arial"/>
            </a:pPr>
            <a:r>
              <a:rPr lang="en-US" dirty="0">
                <a:cs typeface="Calibri"/>
              </a:rPr>
              <a:t>Naming Conventions</a:t>
            </a:r>
            <a:endParaRPr lang="en-US" dirty="0"/>
          </a:p>
          <a:p>
            <a:r>
              <a:rPr lang="en-US" dirty="0">
                <a:cs typeface="Calibri"/>
              </a:rPr>
              <a:t>Programming Recommendations</a:t>
            </a:r>
          </a:p>
          <a:p>
            <a:pPr marL="379095" lvl="1">
              <a:buFont typeface="Courier New" panose="020B0604020202020204" pitchFamily="34" charset="0"/>
              <a:buChar char="o"/>
            </a:pPr>
            <a:r>
              <a:rPr lang="en-US" dirty="0">
                <a:cs typeface="Calibri"/>
              </a:rPr>
              <a:t>Function Annotations</a:t>
            </a:r>
          </a:p>
          <a:p>
            <a:pPr marL="379095" lvl="1">
              <a:buFont typeface="Courier New" panose="020B0604020202020204" pitchFamily="34" charset="0"/>
              <a:buChar char="o"/>
            </a:pPr>
            <a:r>
              <a:rPr lang="en-US" dirty="0">
                <a:cs typeface="Calibri"/>
              </a:rPr>
              <a:t>Variable Annotations</a:t>
            </a:r>
          </a:p>
          <a:p>
            <a:endParaRPr lang="en-US" dirty="0">
              <a:cs typeface="Calibri"/>
            </a:endParaRPr>
          </a:p>
          <a:p>
            <a:pPr marL="379095" lvl="1">
              <a:buFont typeface="Courier New" panose="020B0604020202020204" pitchFamily="34" charset="0"/>
              <a:buChar char="o"/>
            </a:pPr>
            <a:endParaRPr lang="en-US" dirty="0"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EF9792-8FC6-F6FE-BC1F-17C01B59F2AF}"/>
              </a:ext>
            </a:extLst>
          </p:cNvPr>
          <p:cNvSpPr txBox="1"/>
          <p:nvPr/>
        </p:nvSpPr>
        <p:spPr>
          <a:xfrm>
            <a:off x="4549588" y="4930588"/>
            <a:ext cx="1154205" cy="156882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508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Layout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824795" y="1019850"/>
            <a:ext cx="3885694" cy="2850284"/>
          </a:xfrm>
          <a:solidFill>
            <a:srgbClr val="F8F8F8"/>
          </a:solidFill>
          <a:ln>
            <a:noFill/>
          </a:ln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F5902"/>
                </a:solidFill>
                <a:latin typeface="Consolas"/>
                <a:cs typeface="Calibri"/>
              </a:rPr>
              <a:t># Correct:</a:t>
            </a:r>
            <a:r>
              <a:rPr lang="en-US" sz="1100" dirty="0">
                <a:solidFill>
                  <a:srgbClr val="333333"/>
                </a:solidFill>
                <a:latin typeface="Consolas"/>
                <a:cs typeface="Calibri"/>
              </a:rPr>
              <a:t>
</a:t>
            </a:r>
            <a:r>
              <a:rPr lang="en-US" sz="1100" i="1" dirty="0">
                <a:solidFill>
                  <a:srgbClr val="8F5902"/>
                </a:solidFill>
                <a:latin typeface="Consolas"/>
                <a:cs typeface="Calibri"/>
              </a:rPr>
              <a:t># Aligned with opening delimiter.</a:t>
            </a:r>
            <a:r>
              <a:rPr lang="en-US" sz="1100" dirty="0">
                <a:solidFill>
                  <a:srgbClr val="333333"/>
                </a:solidFill>
                <a:latin typeface="Consolas"/>
                <a:cs typeface="Calibri"/>
              </a:rPr>
              <a:t>
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alibri"/>
              </a:rPr>
              <a:t>foo</a:t>
            </a:r>
            <a:r>
              <a:rPr lang="en-US" sz="1100" dirty="0">
                <a:solidFill>
                  <a:srgbClr val="333333"/>
                </a:solidFill>
                <a:latin typeface="Consolas"/>
                <a:cs typeface="Calibri"/>
              </a:rPr>
              <a:t> </a:t>
            </a:r>
            <a:r>
              <a:rPr lang="en-US" sz="1100" b="1" dirty="0">
                <a:solidFill>
                  <a:srgbClr val="CE5C00"/>
                </a:solidFill>
                <a:latin typeface="Consolas"/>
                <a:cs typeface="Calibri"/>
              </a:rPr>
              <a:t>=</a:t>
            </a:r>
            <a:r>
              <a:rPr lang="en-US" sz="1100" dirty="0">
                <a:solidFill>
                  <a:srgbClr val="333333"/>
                </a:solidFill>
                <a:latin typeface="Consolas"/>
                <a:cs typeface="Calibri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  <a:cs typeface="Calibri"/>
              </a:rPr>
              <a:t>long_function_name</a:t>
            </a:r>
            <a:r>
              <a:rPr lang="en-US" sz="1100" b="1" dirty="0">
                <a:solidFill>
                  <a:srgbClr val="000000"/>
                </a:solidFill>
                <a:latin typeface="Consolas"/>
                <a:cs typeface="Calibri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  <a:cs typeface="Calibri"/>
              </a:rPr>
              <a:t>var_one</a:t>
            </a:r>
            <a:r>
              <a:rPr lang="en-US" sz="1100" b="1" dirty="0">
                <a:solidFill>
                  <a:srgbClr val="000000"/>
                </a:solidFill>
                <a:latin typeface="Consolas"/>
                <a:cs typeface="Calibri"/>
              </a:rPr>
              <a:t>,</a:t>
            </a:r>
            <a:r>
              <a:rPr lang="en-US" sz="1100" dirty="0">
                <a:solidFill>
                  <a:srgbClr val="333333"/>
                </a:solidFill>
                <a:latin typeface="Consolas"/>
                <a:cs typeface="Calibri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  <a:cs typeface="Calibri"/>
              </a:rPr>
              <a:t>var_two</a:t>
            </a:r>
            <a:r>
              <a:rPr lang="en-US" sz="1100" b="1" dirty="0">
                <a:solidFill>
                  <a:srgbClr val="000000"/>
                </a:solidFill>
                <a:latin typeface="Consolas"/>
                <a:cs typeface="Calibri"/>
              </a:rPr>
              <a:t>,</a:t>
            </a:r>
            <a:r>
              <a:rPr lang="en-US" sz="1100" dirty="0">
                <a:solidFill>
                  <a:srgbClr val="333333"/>
                </a:solidFill>
                <a:latin typeface="Consolas"/>
                <a:cs typeface="Calibri"/>
              </a:rPr>
              <a:t>
                         </a:t>
            </a:r>
            <a:r>
              <a:rPr lang="en-US" sz="1100" dirty="0" err="1">
                <a:solidFill>
                  <a:srgbClr val="000000"/>
                </a:solidFill>
                <a:latin typeface="Consolas"/>
                <a:cs typeface="Calibri"/>
              </a:rPr>
              <a:t>var_three</a:t>
            </a:r>
            <a:r>
              <a:rPr lang="en-US" sz="1100" b="1" dirty="0">
                <a:solidFill>
                  <a:srgbClr val="000000"/>
                </a:solidFill>
                <a:latin typeface="Consolas"/>
                <a:cs typeface="Calibri"/>
              </a:rPr>
              <a:t>,</a:t>
            </a:r>
            <a:r>
              <a:rPr lang="en-US" sz="1100" dirty="0">
                <a:solidFill>
                  <a:srgbClr val="333333"/>
                </a:solidFill>
                <a:latin typeface="Consolas"/>
                <a:cs typeface="Calibri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  <a:cs typeface="Calibri"/>
              </a:rPr>
              <a:t>var_four</a:t>
            </a:r>
            <a:r>
              <a:rPr lang="en-US" sz="1100" b="1" dirty="0">
                <a:solidFill>
                  <a:srgbClr val="000000"/>
                </a:solidFill>
                <a:latin typeface="Consolas"/>
                <a:cs typeface="Calibri"/>
              </a:rPr>
              <a:t>)</a:t>
            </a:r>
            <a:r>
              <a:rPr lang="en-US" sz="1100" dirty="0">
                <a:solidFill>
                  <a:srgbClr val="333333"/>
                </a:solidFill>
                <a:latin typeface="Consolas"/>
                <a:cs typeface="Calibri"/>
              </a:rPr>
              <a:t>
</a:t>
            </a:r>
            <a:r>
              <a:rPr lang="en-US" sz="1100" i="1" dirty="0">
                <a:solidFill>
                  <a:srgbClr val="8F5902"/>
                </a:solidFill>
                <a:latin typeface="Consolas"/>
                <a:cs typeface="Calibri"/>
              </a:rPr>
              <a:t># Add 4 spaces (an extra level of indentation) to distinguish arguments from the rest.</a:t>
            </a:r>
            <a:r>
              <a:rPr lang="en-US" sz="1100" dirty="0">
                <a:solidFill>
                  <a:srgbClr val="333333"/>
                </a:solidFill>
                <a:latin typeface="Consolas"/>
                <a:cs typeface="Calibri"/>
              </a:rPr>
              <a:t>
</a:t>
            </a:r>
            <a:r>
              <a:rPr lang="en-US" sz="1100" b="1" dirty="0">
                <a:solidFill>
                  <a:srgbClr val="204A87"/>
                </a:solidFill>
                <a:latin typeface="Consolas"/>
                <a:cs typeface="Calibri"/>
              </a:rPr>
              <a:t>def</a:t>
            </a:r>
            <a:r>
              <a:rPr lang="en-US" sz="1100" dirty="0">
                <a:solidFill>
                  <a:srgbClr val="333333"/>
                </a:solidFill>
                <a:latin typeface="Consolas"/>
                <a:cs typeface="Calibri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  <a:cs typeface="Calibri"/>
              </a:rPr>
              <a:t>long_function_name</a:t>
            </a:r>
            <a:r>
              <a:rPr lang="en-US" sz="1100" b="1" dirty="0">
                <a:solidFill>
                  <a:srgbClr val="000000"/>
                </a:solidFill>
                <a:latin typeface="Consolas"/>
                <a:cs typeface="Calibri"/>
              </a:rPr>
              <a:t>(</a:t>
            </a:r>
            <a:r>
              <a:rPr lang="en-US" sz="1100" dirty="0">
                <a:solidFill>
                  <a:srgbClr val="333333"/>
                </a:solidFill>
                <a:latin typeface="Consolas"/>
                <a:cs typeface="Calibri"/>
              </a:rPr>
              <a:t>
        </a:t>
            </a:r>
            <a:r>
              <a:rPr lang="en-US" sz="1100" dirty="0" err="1">
                <a:solidFill>
                  <a:srgbClr val="000000"/>
                </a:solidFill>
                <a:latin typeface="Consolas"/>
                <a:cs typeface="Calibri"/>
              </a:rPr>
              <a:t>var_one</a:t>
            </a:r>
            <a:r>
              <a:rPr lang="en-US" sz="1100" b="1" dirty="0">
                <a:solidFill>
                  <a:srgbClr val="000000"/>
                </a:solidFill>
                <a:latin typeface="Consolas"/>
                <a:cs typeface="Calibri"/>
              </a:rPr>
              <a:t>,</a:t>
            </a:r>
            <a:r>
              <a:rPr lang="en-US" sz="1100" dirty="0">
                <a:solidFill>
                  <a:srgbClr val="333333"/>
                </a:solidFill>
                <a:latin typeface="Consolas"/>
                <a:cs typeface="Calibri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  <a:cs typeface="Calibri"/>
              </a:rPr>
              <a:t>var_two</a:t>
            </a:r>
            <a:r>
              <a:rPr lang="en-US" sz="1100" b="1" dirty="0">
                <a:solidFill>
                  <a:srgbClr val="000000"/>
                </a:solidFill>
                <a:latin typeface="Consolas"/>
                <a:cs typeface="Calibri"/>
              </a:rPr>
              <a:t>,</a:t>
            </a:r>
            <a:r>
              <a:rPr lang="en-US" sz="1100" dirty="0">
                <a:solidFill>
                  <a:srgbClr val="333333"/>
                </a:solidFill>
                <a:latin typeface="Consolas"/>
                <a:cs typeface="Calibri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  <a:cs typeface="Calibri"/>
              </a:rPr>
              <a:t>var_three</a:t>
            </a:r>
            <a:r>
              <a:rPr lang="en-US" sz="1100" b="1" dirty="0">
                <a:solidFill>
                  <a:srgbClr val="000000"/>
                </a:solidFill>
                <a:latin typeface="Consolas"/>
                <a:cs typeface="Calibri"/>
              </a:rPr>
              <a:t>,</a:t>
            </a:r>
            <a:r>
              <a:rPr lang="en-US" sz="1100" dirty="0">
                <a:solidFill>
                  <a:srgbClr val="333333"/>
                </a:solidFill>
                <a:latin typeface="Consolas"/>
                <a:cs typeface="Calibri"/>
              </a:rPr>
              <a:t>
        </a:t>
            </a:r>
            <a:r>
              <a:rPr lang="en-US" sz="1100" dirty="0" err="1">
                <a:solidFill>
                  <a:srgbClr val="000000"/>
                </a:solidFill>
                <a:latin typeface="Consolas"/>
                <a:cs typeface="Calibri"/>
              </a:rPr>
              <a:t>var_four</a:t>
            </a:r>
            <a:r>
              <a:rPr lang="en-US" sz="1100" b="1" dirty="0">
                <a:solidFill>
                  <a:srgbClr val="000000"/>
                </a:solidFill>
                <a:latin typeface="Consolas"/>
                <a:cs typeface="Calibri"/>
              </a:rPr>
              <a:t>):</a:t>
            </a:r>
            <a:r>
              <a:rPr lang="en-US" sz="1100" dirty="0">
                <a:solidFill>
                  <a:srgbClr val="333333"/>
                </a:solidFill>
                <a:latin typeface="Consolas"/>
                <a:cs typeface="Calibri"/>
              </a:rPr>
              <a:t>
    </a:t>
            </a:r>
            <a:r>
              <a:rPr lang="en-US" sz="1100" dirty="0">
                <a:solidFill>
                  <a:srgbClr val="204A87"/>
                </a:solidFill>
                <a:latin typeface="Consolas"/>
                <a:cs typeface="Calibri"/>
              </a:rPr>
              <a:t>print</a:t>
            </a:r>
            <a:r>
              <a:rPr lang="en-US" sz="1100" b="1" dirty="0">
                <a:solidFill>
                  <a:srgbClr val="000000"/>
                </a:solidFill>
                <a:latin typeface="Consolas"/>
                <a:cs typeface="Calibri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  <a:cs typeface="Calibri"/>
              </a:rPr>
              <a:t>var_one</a:t>
            </a:r>
            <a:r>
              <a:rPr lang="en-US" sz="1100" b="1" dirty="0">
                <a:solidFill>
                  <a:srgbClr val="000000"/>
                </a:solidFill>
                <a:latin typeface="Consolas"/>
                <a:cs typeface="Calibri"/>
              </a:rPr>
              <a:t>)</a:t>
            </a:r>
            <a:r>
              <a:rPr lang="en-US" sz="1100" dirty="0">
                <a:solidFill>
                  <a:srgbClr val="333333"/>
                </a:solidFill>
                <a:latin typeface="Consolas"/>
                <a:cs typeface="Calibri"/>
              </a:rPr>
              <a:t>
</a:t>
            </a:r>
            <a:r>
              <a:rPr lang="en-US" sz="1100" i="1" dirty="0">
                <a:solidFill>
                  <a:srgbClr val="8F5902"/>
                </a:solidFill>
                <a:latin typeface="Consolas"/>
                <a:cs typeface="Calibri"/>
              </a:rPr>
              <a:t># Hanging indents should add a level.</a:t>
            </a:r>
            <a:r>
              <a:rPr lang="en-US" sz="1100" dirty="0">
                <a:solidFill>
                  <a:srgbClr val="333333"/>
                </a:solidFill>
                <a:latin typeface="Consolas"/>
                <a:cs typeface="Calibri"/>
              </a:rPr>
              <a:t>
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alibri"/>
              </a:rPr>
              <a:t>foo</a:t>
            </a:r>
            <a:r>
              <a:rPr lang="en-US" sz="1100" dirty="0">
                <a:solidFill>
                  <a:srgbClr val="333333"/>
                </a:solidFill>
                <a:latin typeface="Consolas"/>
                <a:cs typeface="Calibri"/>
              </a:rPr>
              <a:t> </a:t>
            </a:r>
            <a:r>
              <a:rPr lang="en-US" sz="1100" b="1" dirty="0">
                <a:solidFill>
                  <a:srgbClr val="CE5C00"/>
                </a:solidFill>
                <a:latin typeface="Consolas"/>
                <a:cs typeface="Calibri"/>
              </a:rPr>
              <a:t>=</a:t>
            </a:r>
            <a:r>
              <a:rPr lang="en-US" sz="1100" dirty="0">
                <a:solidFill>
                  <a:srgbClr val="333333"/>
                </a:solidFill>
                <a:latin typeface="Consolas"/>
                <a:cs typeface="Calibri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  <a:cs typeface="Calibri"/>
              </a:rPr>
              <a:t>long_function_name</a:t>
            </a:r>
            <a:r>
              <a:rPr lang="en-US" sz="1100" b="1" dirty="0">
                <a:solidFill>
                  <a:srgbClr val="000000"/>
                </a:solidFill>
                <a:latin typeface="Consolas"/>
                <a:cs typeface="Calibri"/>
              </a:rPr>
              <a:t>(</a:t>
            </a:r>
            <a:r>
              <a:rPr lang="en-US" sz="1100" dirty="0">
                <a:solidFill>
                  <a:srgbClr val="333333"/>
                </a:solidFill>
                <a:latin typeface="Consolas"/>
                <a:cs typeface="Calibri"/>
              </a:rPr>
              <a:t>
    </a:t>
            </a:r>
            <a:r>
              <a:rPr lang="en-US" sz="1100" dirty="0" err="1">
                <a:solidFill>
                  <a:srgbClr val="000000"/>
                </a:solidFill>
                <a:latin typeface="Consolas"/>
                <a:cs typeface="Calibri"/>
              </a:rPr>
              <a:t>var_one</a:t>
            </a:r>
            <a:r>
              <a:rPr lang="en-US" sz="1100" b="1" dirty="0">
                <a:solidFill>
                  <a:srgbClr val="000000"/>
                </a:solidFill>
                <a:latin typeface="Consolas"/>
                <a:cs typeface="Calibri"/>
              </a:rPr>
              <a:t>,</a:t>
            </a:r>
            <a:r>
              <a:rPr lang="en-US" sz="1100" dirty="0">
                <a:solidFill>
                  <a:srgbClr val="333333"/>
                </a:solidFill>
                <a:latin typeface="Consolas"/>
                <a:cs typeface="Calibri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  <a:cs typeface="Calibri"/>
              </a:rPr>
              <a:t>var_two</a:t>
            </a:r>
            <a:r>
              <a:rPr lang="en-US" sz="1100" b="1" dirty="0">
                <a:solidFill>
                  <a:srgbClr val="000000"/>
                </a:solidFill>
                <a:latin typeface="Consolas"/>
                <a:cs typeface="Calibri"/>
              </a:rPr>
              <a:t>,</a:t>
            </a:r>
            <a:r>
              <a:rPr lang="en-US" sz="1100" dirty="0">
                <a:solidFill>
                  <a:srgbClr val="333333"/>
                </a:solidFill>
                <a:latin typeface="Consolas"/>
                <a:cs typeface="Calibri"/>
              </a:rPr>
              <a:t>
    </a:t>
            </a:r>
            <a:r>
              <a:rPr lang="en-US" sz="1100" dirty="0" err="1">
                <a:solidFill>
                  <a:srgbClr val="000000"/>
                </a:solidFill>
                <a:latin typeface="Consolas"/>
                <a:cs typeface="Calibri"/>
              </a:rPr>
              <a:t>var_three</a:t>
            </a:r>
            <a:r>
              <a:rPr lang="en-US" sz="1100" b="1" dirty="0">
                <a:solidFill>
                  <a:srgbClr val="000000"/>
                </a:solidFill>
                <a:latin typeface="Consolas"/>
                <a:cs typeface="Calibri"/>
              </a:rPr>
              <a:t>,</a:t>
            </a:r>
            <a:r>
              <a:rPr lang="en-US" sz="1100" dirty="0">
                <a:solidFill>
                  <a:srgbClr val="333333"/>
                </a:solidFill>
                <a:latin typeface="Consolas"/>
                <a:cs typeface="Calibri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  <a:cs typeface="Calibri"/>
              </a:rPr>
              <a:t>var_four</a:t>
            </a:r>
            <a:r>
              <a:rPr lang="en-US" sz="1100" b="1" dirty="0">
                <a:solidFill>
                  <a:srgbClr val="000000"/>
                </a:solidFill>
                <a:latin typeface="Consolas"/>
                <a:cs typeface="Calibri"/>
              </a:rPr>
              <a:t>)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Robot Ethics Dilemmas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/>
              <a:t>39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E7032D-9EB6-4C29-5B5E-40205110CF95}"/>
              </a:ext>
            </a:extLst>
          </p:cNvPr>
          <p:cNvSpPr txBox="1"/>
          <p:nvPr/>
        </p:nvSpPr>
        <p:spPr>
          <a:xfrm>
            <a:off x="364066" y="1284817"/>
            <a:ext cx="4309533" cy="2400657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 dirty="0">
                <a:solidFill>
                  <a:srgbClr val="8F5902"/>
                </a:solidFill>
                <a:latin typeface="Consolas"/>
              </a:rPr>
              <a:t># Wrong: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i="1" dirty="0">
                <a:solidFill>
                  <a:srgbClr val="8F5902"/>
                </a:solidFill>
                <a:latin typeface="Consolas"/>
              </a:rPr>
              <a:t># Arguments on first line forbidden when not using vertical alignment.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foo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=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err="1">
                <a:solidFill>
                  <a:srgbClr val="000000"/>
                </a:solidFill>
                <a:latin typeface="Consolas"/>
              </a:rPr>
              <a:t>long_function_name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err="1">
                <a:solidFill>
                  <a:srgbClr val="000000"/>
                </a:solidFill>
                <a:latin typeface="Consolas"/>
              </a:rPr>
              <a:t>var_one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err="1">
                <a:solidFill>
                  <a:srgbClr val="000000"/>
                </a:solidFill>
                <a:latin typeface="Consolas"/>
              </a:rPr>
              <a:t>var_two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    </a:t>
            </a:r>
            <a:r>
              <a:rPr lang="en-US" sz="1000" err="1">
                <a:solidFill>
                  <a:srgbClr val="000000"/>
                </a:solidFill>
                <a:latin typeface="Consolas"/>
              </a:rPr>
              <a:t>var_three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err="1">
                <a:solidFill>
                  <a:srgbClr val="000000"/>
                </a:solidFill>
                <a:latin typeface="Consolas"/>
              </a:rPr>
              <a:t>var_four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i="1" dirty="0">
                <a:solidFill>
                  <a:srgbClr val="8F5902"/>
                </a:solidFill>
                <a:latin typeface="Consolas"/>
              </a:rPr>
              <a:t># Further indentation required as indentation is not distinguishable.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def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err="1">
                <a:solidFill>
                  <a:srgbClr val="000000"/>
                </a:solidFill>
                <a:latin typeface="Consolas"/>
              </a:rPr>
              <a:t>long_function_name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    </a:t>
            </a:r>
            <a:r>
              <a:rPr lang="en-US" sz="1000" err="1">
                <a:solidFill>
                  <a:srgbClr val="000000"/>
                </a:solidFill>
                <a:latin typeface="Consolas"/>
              </a:rPr>
              <a:t>var_one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err="1">
                <a:solidFill>
                  <a:srgbClr val="000000"/>
                </a:solidFill>
                <a:latin typeface="Consolas"/>
              </a:rPr>
              <a:t>var_two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err="1">
                <a:solidFill>
                  <a:srgbClr val="000000"/>
                </a:solidFill>
                <a:latin typeface="Consolas"/>
              </a:rPr>
              <a:t>var_three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    </a:t>
            </a:r>
            <a:r>
              <a:rPr lang="en-US" sz="1000" err="1">
                <a:solidFill>
                  <a:srgbClr val="000000"/>
                </a:solidFill>
                <a:latin typeface="Consolas"/>
              </a:rPr>
              <a:t>var_four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    </a:t>
            </a:r>
            <a:r>
              <a:rPr lang="en-US" sz="1000" dirty="0">
                <a:solidFill>
                  <a:srgbClr val="204A87"/>
                </a:solidFill>
                <a:latin typeface="Consolas"/>
              </a:rPr>
              <a:t>print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err="1">
                <a:solidFill>
                  <a:srgbClr val="000000"/>
                </a:solidFill>
                <a:latin typeface="Consolas"/>
              </a:rPr>
              <a:t>var_one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endParaRPr lang="en-US" sz="1000" b="1" dirty="0">
              <a:solidFill>
                <a:srgbClr val="000000"/>
              </a:solidFill>
              <a:latin typeface="Consolas"/>
            </a:endParaRPr>
          </a:p>
          <a:p>
            <a:endParaRPr lang="en-US" sz="1000" b="1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6C8C1B-DB59-D878-0D33-26211E0B959D}"/>
              </a:ext>
            </a:extLst>
          </p:cNvPr>
          <p:cNvSpPr txBox="1"/>
          <p:nvPr/>
        </p:nvSpPr>
        <p:spPr>
          <a:xfrm>
            <a:off x="4549588" y="4930588"/>
            <a:ext cx="1154205" cy="156882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657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Code Layout contd...</a:t>
            </a:r>
            <a:endParaRPr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824795" y="1289426"/>
            <a:ext cx="3885694" cy="1373011"/>
          </a:xfrm>
          <a:solidFill>
            <a:srgbClr val="F8F8F8"/>
          </a:solidFill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en-US" sz="1000" dirty="0" err="1">
                <a:solidFill>
                  <a:srgbClr val="000000"/>
                </a:solidFill>
                <a:latin typeface="Consolas"/>
                <a:cs typeface="Calibri"/>
              </a:rPr>
              <a:t>my_list</a:t>
            </a:r>
            <a:r>
              <a:rPr lang="en-US" sz="1000" dirty="0">
                <a:solidFill>
                  <a:srgbClr val="333333"/>
                </a:solidFill>
                <a:latin typeface="Consolas"/>
                <a:cs typeface="Calibri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  <a:cs typeface="Calibri"/>
              </a:rPr>
              <a:t>=</a:t>
            </a:r>
            <a:r>
              <a:rPr lang="en-US" sz="1000" dirty="0">
                <a:solidFill>
                  <a:srgbClr val="333333"/>
                </a:solidFill>
                <a:latin typeface="Consolas"/>
                <a:cs typeface="Calibri"/>
              </a:rPr>
              <a:t> </a:t>
            </a:r>
            <a:r>
              <a:rPr lang="en-US" sz="1000" b="1" dirty="0">
                <a:solidFill>
                  <a:srgbClr val="000000"/>
                </a:solidFill>
                <a:latin typeface="Consolas"/>
                <a:cs typeface="Calibri"/>
              </a:rPr>
              <a:t>[</a:t>
            </a:r>
            <a:r>
              <a:rPr lang="en-US" sz="1000" dirty="0">
                <a:solidFill>
                  <a:srgbClr val="333333"/>
                </a:solidFill>
                <a:latin typeface="Consolas"/>
                <a:cs typeface="Calibri"/>
              </a:rPr>
              <a:t>
    </a:t>
            </a:r>
            <a:r>
              <a:rPr lang="en-US" sz="1000" b="1" dirty="0">
                <a:solidFill>
                  <a:srgbClr val="0000CF"/>
                </a:solidFill>
                <a:latin typeface="Consolas"/>
                <a:cs typeface="Calibri"/>
              </a:rPr>
              <a:t>1</a:t>
            </a:r>
            <a:r>
              <a:rPr lang="en-US" sz="1000" b="1" dirty="0">
                <a:solidFill>
                  <a:srgbClr val="000000"/>
                </a:solidFill>
                <a:latin typeface="Consolas"/>
                <a:cs typeface="Calibri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  <a:cs typeface="Calibri"/>
              </a:rPr>
              <a:t> </a:t>
            </a:r>
            <a:r>
              <a:rPr lang="en-US" sz="1000" b="1" dirty="0">
                <a:solidFill>
                  <a:srgbClr val="0000CF"/>
                </a:solidFill>
                <a:latin typeface="Consolas"/>
                <a:cs typeface="Calibri"/>
              </a:rPr>
              <a:t>2</a:t>
            </a:r>
            <a:r>
              <a:rPr lang="en-US" sz="1000" b="1" dirty="0">
                <a:solidFill>
                  <a:srgbClr val="000000"/>
                </a:solidFill>
                <a:latin typeface="Consolas"/>
                <a:cs typeface="Calibri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  <a:cs typeface="Calibri"/>
              </a:rPr>
              <a:t> </a:t>
            </a:r>
            <a:r>
              <a:rPr lang="en-US" sz="1000" b="1" dirty="0">
                <a:solidFill>
                  <a:srgbClr val="0000CF"/>
                </a:solidFill>
                <a:latin typeface="Consolas"/>
                <a:cs typeface="Calibri"/>
              </a:rPr>
              <a:t>3</a:t>
            </a:r>
            <a:r>
              <a:rPr lang="en-US" sz="1000" b="1" dirty="0">
                <a:solidFill>
                  <a:srgbClr val="000000"/>
                </a:solidFill>
                <a:latin typeface="Consolas"/>
                <a:cs typeface="Calibri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  <a:cs typeface="Calibri"/>
              </a:rPr>
              <a:t>
    </a:t>
            </a:r>
            <a:r>
              <a:rPr lang="en-US" sz="1000" b="1" dirty="0">
                <a:solidFill>
                  <a:srgbClr val="0000CF"/>
                </a:solidFill>
                <a:latin typeface="Consolas"/>
                <a:cs typeface="Calibri"/>
              </a:rPr>
              <a:t>4</a:t>
            </a:r>
            <a:r>
              <a:rPr lang="en-US" sz="1000" b="1" dirty="0">
                <a:solidFill>
                  <a:srgbClr val="000000"/>
                </a:solidFill>
                <a:latin typeface="Consolas"/>
                <a:cs typeface="Calibri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  <a:cs typeface="Calibri"/>
              </a:rPr>
              <a:t> </a:t>
            </a:r>
            <a:r>
              <a:rPr lang="en-US" sz="1000" b="1" dirty="0">
                <a:solidFill>
                  <a:srgbClr val="0000CF"/>
                </a:solidFill>
                <a:latin typeface="Consolas"/>
                <a:cs typeface="Calibri"/>
              </a:rPr>
              <a:t>5</a:t>
            </a:r>
            <a:r>
              <a:rPr lang="en-US" sz="1000" b="1" dirty="0">
                <a:solidFill>
                  <a:srgbClr val="000000"/>
                </a:solidFill>
                <a:latin typeface="Consolas"/>
                <a:cs typeface="Calibri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  <a:cs typeface="Calibri"/>
              </a:rPr>
              <a:t> </a:t>
            </a:r>
            <a:r>
              <a:rPr lang="en-US" sz="1000" b="1" dirty="0">
                <a:solidFill>
                  <a:srgbClr val="0000CF"/>
                </a:solidFill>
                <a:latin typeface="Consolas"/>
                <a:cs typeface="Calibri"/>
              </a:rPr>
              <a:t>6</a:t>
            </a:r>
            <a:r>
              <a:rPr lang="en-US" sz="1000" b="1" dirty="0">
                <a:solidFill>
                  <a:srgbClr val="000000"/>
                </a:solidFill>
                <a:latin typeface="Consolas"/>
                <a:cs typeface="Calibri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  <a:cs typeface="Calibri"/>
              </a:rPr>
              <a:t>
    </a:t>
            </a:r>
            <a:r>
              <a:rPr lang="en-US" sz="1000" b="1" dirty="0">
                <a:solidFill>
                  <a:srgbClr val="000000"/>
                </a:solidFill>
                <a:latin typeface="Consolas"/>
                <a:cs typeface="Calibri"/>
              </a:rPr>
              <a:t>]</a:t>
            </a:r>
            <a:r>
              <a:rPr lang="en-US" sz="1000" dirty="0">
                <a:solidFill>
                  <a:srgbClr val="333333"/>
                </a:solidFill>
                <a:latin typeface="Consolas"/>
                <a:cs typeface="Calibri"/>
              </a:rPr>
              <a:t>
</a:t>
            </a:r>
            <a:r>
              <a:rPr lang="en-US" sz="1000" dirty="0">
                <a:solidFill>
                  <a:srgbClr val="000000"/>
                </a:solidFill>
                <a:latin typeface="Consolas"/>
                <a:cs typeface="Calibri"/>
              </a:rPr>
              <a:t>result</a:t>
            </a:r>
            <a:r>
              <a:rPr lang="en-US" sz="1000" dirty="0">
                <a:solidFill>
                  <a:srgbClr val="333333"/>
                </a:solidFill>
                <a:latin typeface="Consolas"/>
                <a:cs typeface="Calibri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  <a:cs typeface="Calibri"/>
              </a:rPr>
              <a:t>=</a:t>
            </a:r>
            <a:r>
              <a:rPr lang="en-US" sz="1000" dirty="0">
                <a:solidFill>
                  <a:srgbClr val="333333"/>
                </a:solidFill>
                <a:latin typeface="Consolas"/>
                <a:cs typeface="Calibri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  <a:cs typeface="Calibri"/>
              </a:rPr>
              <a:t>some_function_that_takes_arguments</a:t>
            </a:r>
            <a:r>
              <a:rPr lang="en-US" sz="1000" b="1" dirty="0">
                <a:solidFill>
                  <a:srgbClr val="000000"/>
                </a:solidFill>
                <a:latin typeface="Consolas"/>
                <a:cs typeface="Calibri"/>
              </a:rPr>
              <a:t>(</a:t>
            </a:r>
            <a:r>
              <a:rPr lang="en-US" sz="1000" dirty="0">
                <a:solidFill>
                  <a:srgbClr val="333333"/>
                </a:solidFill>
                <a:latin typeface="Consolas"/>
                <a:cs typeface="Calibri"/>
              </a:rPr>
              <a:t>
    </a:t>
            </a:r>
            <a:r>
              <a:rPr lang="en-US" sz="1000" dirty="0">
                <a:solidFill>
                  <a:srgbClr val="4E9A06"/>
                </a:solidFill>
                <a:latin typeface="Consolas"/>
                <a:cs typeface="Calibri"/>
              </a:rPr>
              <a:t>'a'</a:t>
            </a:r>
            <a:r>
              <a:rPr lang="en-US" sz="1000" b="1" dirty="0">
                <a:solidFill>
                  <a:srgbClr val="000000"/>
                </a:solidFill>
                <a:latin typeface="Consolas"/>
                <a:cs typeface="Calibri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  <a:cs typeface="Calibri"/>
              </a:rPr>
              <a:t> </a:t>
            </a:r>
            <a:r>
              <a:rPr lang="en-US" sz="1000" dirty="0">
                <a:solidFill>
                  <a:srgbClr val="4E9A06"/>
                </a:solidFill>
                <a:latin typeface="Consolas"/>
                <a:cs typeface="Calibri"/>
              </a:rPr>
              <a:t>'b'</a:t>
            </a:r>
            <a:r>
              <a:rPr lang="en-US" sz="1000" b="1" dirty="0">
                <a:solidFill>
                  <a:srgbClr val="000000"/>
                </a:solidFill>
                <a:latin typeface="Consolas"/>
                <a:cs typeface="Calibri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  <a:cs typeface="Calibri"/>
              </a:rPr>
              <a:t> </a:t>
            </a:r>
            <a:r>
              <a:rPr lang="en-US" sz="1000" dirty="0">
                <a:solidFill>
                  <a:srgbClr val="4E9A06"/>
                </a:solidFill>
                <a:latin typeface="Consolas"/>
                <a:cs typeface="Calibri"/>
              </a:rPr>
              <a:t>'c'</a:t>
            </a:r>
            <a:r>
              <a:rPr lang="en-US" sz="1000" b="1" dirty="0">
                <a:solidFill>
                  <a:srgbClr val="000000"/>
                </a:solidFill>
                <a:latin typeface="Consolas"/>
                <a:cs typeface="Calibri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  <a:cs typeface="Calibri"/>
              </a:rPr>
              <a:t>
    </a:t>
            </a:r>
            <a:r>
              <a:rPr lang="en-US" sz="1000" dirty="0">
                <a:solidFill>
                  <a:srgbClr val="4E9A06"/>
                </a:solidFill>
                <a:latin typeface="Consolas"/>
                <a:cs typeface="Calibri"/>
              </a:rPr>
              <a:t>'d'</a:t>
            </a:r>
            <a:r>
              <a:rPr lang="en-US" sz="1000" b="1" dirty="0">
                <a:solidFill>
                  <a:srgbClr val="000000"/>
                </a:solidFill>
                <a:latin typeface="Consolas"/>
                <a:cs typeface="Calibri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  <a:cs typeface="Calibri"/>
              </a:rPr>
              <a:t> </a:t>
            </a:r>
            <a:r>
              <a:rPr lang="en-US" sz="1000" dirty="0">
                <a:solidFill>
                  <a:srgbClr val="4E9A06"/>
                </a:solidFill>
                <a:latin typeface="Consolas"/>
                <a:cs typeface="Calibri"/>
              </a:rPr>
              <a:t>'e'</a:t>
            </a:r>
            <a:r>
              <a:rPr lang="en-US" sz="1000" b="1" dirty="0">
                <a:solidFill>
                  <a:srgbClr val="000000"/>
                </a:solidFill>
                <a:latin typeface="Consolas"/>
                <a:cs typeface="Calibri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  <a:cs typeface="Calibri"/>
              </a:rPr>
              <a:t> </a:t>
            </a:r>
            <a:r>
              <a:rPr lang="en-US" sz="1000" dirty="0">
                <a:solidFill>
                  <a:srgbClr val="4E9A06"/>
                </a:solidFill>
                <a:latin typeface="Consolas"/>
                <a:cs typeface="Calibri"/>
              </a:rPr>
              <a:t>'f'</a:t>
            </a:r>
            <a:r>
              <a:rPr lang="en-US" sz="1000" b="1" dirty="0">
                <a:solidFill>
                  <a:srgbClr val="000000"/>
                </a:solidFill>
                <a:latin typeface="Consolas"/>
                <a:cs typeface="Calibri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  <a:cs typeface="Calibri"/>
              </a:rPr>
              <a:t>
    </a:t>
            </a:r>
            <a:r>
              <a:rPr lang="en-US" sz="1000" b="1" dirty="0">
                <a:solidFill>
                  <a:srgbClr val="000000"/>
                </a:solidFill>
                <a:latin typeface="Consolas"/>
                <a:cs typeface="Calibri"/>
              </a:rPr>
              <a:t>)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Robot Ethics Dilemmas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/>
              <a:t>39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E7032D-9EB6-4C29-5B5E-40205110CF95}"/>
              </a:ext>
            </a:extLst>
          </p:cNvPr>
          <p:cNvSpPr txBox="1"/>
          <p:nvPr/>
        </p:nvSpPr>
        <p:spPr>
          <a:xfrm>
            <a:off x="364066" y="659402"/>
            <a:ext cx="4309533" cy="3308598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i="1" dirty="0">
                <a:solidFill>
                  <a:srgbClr val="8F5902"/>
                </a:solidFill>
                <a:latin typeface="Consolas"/>
              </a:rPr>
              <a:t># No extra indentation.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100" b="1" dirty="0">
                <a:solidFill>
                  <a:srgbClr val="204A87"/>
                </a:solidFill>
                <a:latin typeface="Consolas"/>
              </a:rPr>
              <a:t>if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1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this_is_one_thing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100" b="1" dirty="0">
                <a:solidFill>
                  <a:srgbClr val="204A87"/>
                </a:solidFill>
                <a:latin typeface="Consolas"/>
              </a:rPr>
              <a:t>and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
   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that_is_another_thing</a:t>
            </a:r>
            <a:r>
              <a:rPr lang="en-US" sz="1100" b="1" dirty="0">
                <a:solidFill>
                  <a:srgbClr val="000000"/>
                </a:solidFill>
                <a:latin typeface="Consolas"/>
              </a:rPr>
              <a:t>):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
   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do_something</a:t>
            </a:r>
            <a:r>
              <a:rPr lang="en-US" sz="1100" b="1" dirty="0">
                <a:solidFill>
                  <a:srgbClr val="000000"/>
                </a:solidFill>
                <a:latin typeface="Consolas"/>
              </a:rPr>
              <a:t>()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100" i="1" dirty="0">
                <a:solidFill>
                  <a:srgbClr val="8F5902"/>
                </a:solidFill>
                <a:latin typeface="Consolas"/>
              </a:rPr>
              <a:t># Add a comment, which will provide some distinction in editors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100" i="1" dirty="0">
                <a:solidFill>
                  <a:srgbClr val="8F5902"/>
                </a:solidFill>
                <a:latin typeface="Consolas"/>
              </a:rPr>
              <a:t># supporting syntax highlighting.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100" b="1" dirty="0">
                <a:solidFill>
                  <a:srgbClr val="204A87"/>
                </a:solidFill>
                <a:latin typeface="Consolas"/>
              </a:rPr>
              <a:t>if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1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this_is_one_thing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100" b="1" dirty="0">
                <a:solidFill>
                  <a:srgbClr val="204A87"/>
                </a:solidFill>
                <a:latin typeface="Consolas"/>
              </a:rPr>
              <a:t>and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
   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that_is_another_thing</a:t>
            </a:r>
            <a:r>
              <a:rPr lang="en-US" sz="1100" b="1" dirty="0">
                <a:solidFill>
                  <a:srgbClr val="000000"/>
                </a:solidFill>
                <a:latin typeface="Consolas"/>
              </a:rPr>
              <a:t>):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
    </a:t>
            </a:r>
            <a:r>
              <a:rPr lang="en-US" sz="1100" i="1" dirty="0">
                <a:solidFill>
                  <a:srgbClr val="8F5902"/>
                </a:solidFill>
                <a:latin typeface="Consolas"/>
              </a:rPr>
              <a:t># Since both conditions are true, we can </a:t>
            </a:r>
            <a:r>
              <a:rPr lang="en-US" sz="1100" i="1" dirty="0" err="1">
                <a:solidFill>
                  <a:srgbClr val="8F5902"/>
                </a:solidFill>
                <a:latin typeface="Consolas"/>
              </a:rPr>
              <a:t>frobnicate</a:t>
            </a:r>
            <a:r>
              <a:rPr lang="en-US" sz="1100" i="1" dirty="0">
                <a:solidFill>
                  <a:srgbClr val="8F5902"/>
                </a:solidFill>
                <a:latin typeface="Consolas"/>
              </a:rPr>
              <a:t>.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
   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do_something</a:t>
            </a:r>
            <a:r>
              <a:rPr lang="en-US" sz="1100" b="1" dirty="0">
                <a:solidFill>
                  <a:srgbClr val="000000"/>
                </a:solidFill>
                <a:latin typeface="Consolas"/>
              </a:rPr>
              <a:t>()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100" i="1" dirty="0">
                <a:solidFill>
                  <a:srgbClr val="8F5902"/>
                </a:solidFill>
                <a:latin typeface="Consolas"/>
              </a:rPr>
              <a:t># Add some extra indentation on the conditional continuation line.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100" b="1" dirty="0">
                <a:solidFill>
                  <a:srgbClr val="204A87"/>
                </a:solidFill>
                <a:latin typeface="Consolas"/>
              </a:rPr>
              <a:t>if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1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this_is_one_thing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
        </a:t>
            </a:r>
            <a:r>
              <a:rPr lang="en-US" sz="1100" b="1" dirty="0">
                <a:solidFill>
                  <a:srgbClr val="204A87"/>
                </a:solidFill>
                <a:latin typeface="Consolas"/>
              </a:rPr>
              <a:t>and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that_is_another_thing</a:t>
            </a:r>
            <a:r>
              <a:rPr lang="en-US" sz="1100" b="1" dirty="0">
                <a:solidFill>
                  <a:srgbClr val="000000"/>
                </a:solidFill>
                <a:latin typeface="Consolas"/>
              </a:rPr>
              <a:t>):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
   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do_something</a:t>
            </a:r>
            <a:r>
              <a:rPr lang="en-US" sz="1100" b="1" dirty="0">
                <a:solidFill>
                  <a:srgbClr val="000000"/>
                </a:solidFill>
                <a:latin typeface="Consolas"/>
              </a:rPr>
              <a:t>()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9E39FA-2A08-C072-45DD-E7084CD5ED2D}"/>
              </a:ext>
            </a:extLst>
          </p:cNvPr>
          <p:cNvSpPr txBox="1"/>
          <p:nvPr/>
        </p:nvSpPr>
        <p:spPr>
          <a:xfrm>
            <a:off x="4828636" y="2752906"/>
            <a:ext cx="3896983" cy="1323439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=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    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1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2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3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    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4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5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6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result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=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some_function_that_takes_arguments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    </a:t>
            </a:r>
            <a:r>
              <a:rPr lang="en-US" sz="1000" dirty="0">
                <a:solidFill>
                  <a:srgbClr val="4E9A06"/>
                </a:solidFill>
                <a:latin typeface="Consolas"/>
              </a:rPr>
              <a:t>'a'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4E9A06"/>
                </a:solidFill>
                <a:latin typeface="Consolas"/>
              </a:rPr>
              <a:t>'b'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4E9A06"/>
                </a:solidFill>
                <a:latin typeface="Consolas"/>
              </a:rPr>
              <a:t>'c'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    </a:t>
            </a:r>
            <a:r>
              <a:rPr lang="en-US" sz="1000" dirty="0">
                <a:solidFill>
                  <a:srgbClr val="4E9A06"/>
                </a:solidFill>
                <a:latin typeface="Consolas"/>
              </a:rPr>
              <a:t>'d'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4E9A06"/>
                </a:solidFill>
                <a:latin typeface="Consolas"/>
              </a:rPr>
              <a:t>'e'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4E9A06"/>
                </a:solidFill>
                <a:latin typeface="Consolas"/>
              </a:rPr>
              <a:t>'f'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D4464D-2E4F-3E1A-C52B-837315A537C7}"/>
              </a:ext>
            </a:extLst>
          </p:cNvPr>
          <p:cNvSpPr txBox="1"/>
          <p:nvPr/>
        </p:nvSpPr>
        <p:spPr>
          <a:xfrm>
            <a:off x="4549588" y="4930588"/>
            <a:ext cx="1154205" cy="156882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347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Code Layout contd...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Robot Ethics Dilemmas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/>
              <a:t>39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AC516AC-5986-F3FD-A274-8D6E908968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dirty="0">
                <a:cs typeface="Calibri"/>
              </a:rPr>
              <a:t>Spaces are the preferred indentation method</a:t>
            </a:r>
          </a:p>
          <a:p>
            <a:pPr algn="l"/>
            <a:endParaRPr lang="en-US" dirty="0">
              <a:cs typeface="Calibri"/>
            </a:endParaRPr>
          </a:p>
          <a:p>
            <a:pPr algn="l"/>
            <a:r>
              <a:rPr lang="en-US" dirty="0">
                <a:cs typeface="Calibri"/>
              </a:rPr>
              <a:t>The Python standard library is conservative and requires limiting lines to 79 characters (and docstrings/comments to 72)</a:t>
            </a:r>
          </a:p>
          <a:p>
            <a:pPr algn="l"/>
            <a:endParaRPr lang="en-US" dirty="0">
              <a:cs typeface="Calibri"/>
            </a:endParaRPr>
          </a:p>
          <a:p>
            <a:pPr algn="l"/>
            <a:r>
              <a:rPr lang="en-US" dirty="0">
                <a:cs typeface="Calibri"/>
              </a:rPr>
              <a:t>Surround top-level function and class definitions with two blank lines</a:t>
            </a:r>
          </a:p>
          <a:p>
            <a:pPr algn="l"/>
            <a:endParaRPr lang="en-US" dirty="0">
              <a:cs typeface="Calibri"/>
            </a:endParaRPr>
          </a:p>
          <a:p>
            <a:pPr algn="l"/>
            <a:r>
              <a:rPr lang="en-US" dirty="0">
                <a:cs typeface="Calibri"/>
              </a:rPr>
              <a:t>All identifiers in the Python standard library MUST use ASCII-only identifiers, and SHOULD use English words wherever feasible</a:t>
            </a:r>
          </a:p>
          <a:p>
            <a:pPr algn="l"/>
            <a:endParaRPr lang="en-US" dirty="0">
              <a:cs typeface="Calibri"/>
            </a:endParaRPr>
          </a:p>
          <a:p>
            <a:pPr algn="l"/>
            <a:endParaRPr lang="en-US" dirty="0">
              <a:cs typeface="Calibri"/>
            </a:endParaRPr>
          </a:p>
          <a:p>
            <a:pPr algn="l"/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EE87EC-514C-31CA-53C0-F69F8993F5B5}"/>
              </a:ext>
            </a:extLst>
          </p:cNvPr>
          <p:cNvSpPr txBox="1"/>
          <p:nvPr/>
        </p:nvSpPr>
        <p:spPr>
          <a:xfrm>
            <a:off x="4549588" y="4930588"/>
            <a:ext cx="1154205" cy="156882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39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Code Layout contd...</a:t>
            </a:r>
            <a:endParaRPr lang="en-US" dirty="0">
              <a:solidFill>
                <a:srgbClr val="000000"/>
              </a:solidFill>
            </a:endParaRPr>
          </a:p>
          <a:p>
            <a:endParaRPr dirty="0">
              <a:cs typeface="Calibri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107475" y="2831398"/>
            <a:ext cx="4295448" cy="1373011"/>
          </a:xfrm>
          <a:solidFill>
            <a:srgbClr val="F8F8F8"/>
          </a:solidFill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en-US" sz="1100" i="1" dirty="0">
                <a:solidFill>
                  <a:srgbClr val="8F5902"/>
                </a:solidFill>
                <a:latin typeface="Consolas"/>
                <a:cs typeface="Calibri"/>
              </a:rPr>
              <a:t># Correct:</a:t>
            </a:r>
            <a:r>
              <a:rPr lang="en-US" sz="1100" dirty="0">
                <a:solidFill>
                  <a:srgbClr val="333333"/>
                </a:solidFill>
                <a:latin typeface="Consolas"/>
                <a:cs typeface="Calibri"/>
              </a:rPr>
              <a:t>
</a:t>
            </a:r>
            <a:r>
              <a:rPr lang="en-US" sz="1100" i="1" dirty="0">
                <a:solidFill>
                  <a:srgbClr val="8F5902"/>
                </a:solidFill>
                <a:latin typeface="Consolas"/>
                <a:cs typeface="Calibri"/>
              </a:rPr>
              <a:t># easy to match operators with operands</a:t>
            </a:r>
            <a:r>
              <a:rPr lang="en-US" sz="1100" dirty="0">
                <a:solidFill>
                  <a:srgbClr val="333333"/>
                </a:solidFill>
                <a:latin typeface="Consolas"/>
                <a:cs typeface="Calibri"/>
              </a:rPr>
              <a:t>
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alibri"/>
              </a:rPr>
              <a:t>income</a:t>
            </a:r>
            <a:r>
              <a:rPr lang="en-US" sz="1100" dirty="0">
                <a:solidFill>
                  <a:srgbClr val="333333"/>
                </a:solidFill>
                <a:latin typeface="Consolas"/>
                <a:cs typeface="Calibri"/>
              </a:rPr>
              <a:t> </a:t>
            </a:r>
            <a:r>
              <a:rPr lang="en-US" sz="1100" b="1" dirty="0">
                <a:solidFill>
                  <a:srgbClr val="CE5C00"/>
                </a:solidFill>
                <a:latin typeface="Consolas"/>
                <a:cs typeface="Calibri"/>
              </a:rPr>
              <a:t>=</a:t>
            </a:r>
            <a:r>
              <a:rPr lang="en-US" sz="1100" dirty="0">
                <a:solidFill>
                  <a:srgbClr val="333333"/>
                </a:solidFill>
                <a:latin typeface="Consolas"/>
                <a:cs typeface="Calibri"/>
              </a:rPr>
              <a:t> </a:t>
            </a:r>
            <a:r>
              <a:rPr lang="en-US" sz="1100" b="1" dirty="0">
                <a:solidFill>
                  <a:srgbClr val="000000"/>
                </a:solidFill>
                <a:latin typeface="Consolas"/>
                <a:cs typeface="Calibri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  <a:cs typeface="Calibri"/>
              </a:rPr>
              <a:t>gross_wages</a:t>
            </a:r>
            <a:r>
              <a:rPr lang="en-US" sz="1100" dirty="0">
                <a:solidFill>
                  <a:srgbClr val="333333"/>
                </a:solidFill>
                <a:latin typeface="Consolas"/>
                <a:cs typeface="Calibri"/>
              </a:rPr>
              <a:t>
          </a:t>
            </a:r>
            <a:r>
              <a:rPr lang="en-US" sz="1100" b="1" dirty="0">
                <a:solidFill>
                  <a:srgbClr val="CE5C00"/>
                </a:solidFill>
                <a:latin typeface="Consolas"/>
                <a:cs typeface="Calibri"/>
              </a:rPr>
              <a:t>+</a:t>
            </a:r>
            <a:r>
              <a:rPr lang="en-US" sz="1100" dirty="0">
                <a:solidFill>
                  <a:srgbClr val="333333"/>
                </a:solidFill>
                <a:latin typeface="Consolas"/>
                <a:cs typeface="Calibri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  <a:cs typeface="Calibri"/>
              </a:rPr>
              <a:t>taxable_interest</a:t>
            </a:r>
            <a:r>
              <a:rPr lang="en-US" sz="1100" dirty="0">
                <a:solidFill>
                  <a:srgbClr val="333333"/>
                </a:solidFill>
                <a:latin typeface="Consolas"/>
                <a:cs typeface="Calibri"/>
              </a:rPr>
              <a:t>
          </a:t>
            </a:r>
            <a:r>
              <a:rPr lang="en-US" sz="1100" b="1" dirty="0">
                <a:solidFill>
                  <a:srgbClr val="CE5C00"/>
                </a:solidFill>
                <a:latin typeface="Consolas"/>
                <a:cs typeface="Calibri"/>
              </a:rPr>
              <a:t>+</a:t>
            </a:r>
            <a:r>
              <a:rPr lang="en-US" sz="1100" dirty="0">
                <a:solidFill>
                  <a:srgbClr val="333333"/>
                </a:solidFill>
                <a:latin typeface="Consolas"/>
                <a:cs typeface="Calibri"/>
              </a:rPr>
              <a:t> </a:t>
            </a:r>
            <a:r>
              <a:rPr lang="en-US" sz="1100" b="1" dirty="0">
                <a:solidFill>
                  <a:srgbClr val="000000"/>
                </a:solidFill>
                <a:latin typeface="Consolas"/>
                <a:cs typeface="Calibri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Consolas"/>
                <a:cs typeface="Calibri"/>
              </a:rPr>
              <a:t>dividends</a:t>
            </a:r>
            <a:r>
              <a:rPr lang="en-US" sz="1100" dirty="0">
                <a:solidFill>
                  <a:srgbClr val="333333"/>
                </a:solidFill>
                <a:latin typeface="Consolas"/>
                <a:cs typeface="Calibri"/>
              </a:rPr>
              <a:t> </a:t>
            </a:r>
            <a:r>
              <a:rPr lang="en-US" sz="1100" b="1" dirty="0">
                <a:solidFill>
                  <a:srgbClr val="CE5C00"/>
                </a:solidFill>
                <a:latin typeface="Consolas"/>
                <a:cs typeface="Calibri"/>
              </a:rPr>
              <a:t>-</a:t>
            </a:r>
            <a:r>
              <a:rPr lang="en-US" sz="1100" dirty="0">
                <a:solidFill>
                  <a:srgbClr val="333333"/>
                </a:solidFill>
                <a:latin typeface="Consolas"/>
                <a:cs typeface="Calibri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  <a:cs typeface="Calibri"/>
              </a:rPr>
              <a:t>qualified_dividends</a:t>
            </a:r>
            <a:r>
              <a:rPr lang="en-US" sz="1100" b="1" dirty="0">
                <a:solidFill>
                  <a:srgbClr val="000000"/>
                </a:solidFill>
                <a:latin typeface="Consolas"/>
                <a:cs typeface="Calibri"/>
              </a:rPr>
              <a:t>)</a:t>
            </a:r>
            <a:r>
              <a:rPr lang="en-US" sz="1100" dirty="0">
                <a:solidFill>
                  <a:srgbClr val="333333"/>
                </a:solidFill>
                <a:latin typeface="Consolas"/>
                <a:cs typeface="Calibri"/>
              </a:rPr>
              <a:t>
          </a:t>
            </a:r>
            <a:r>
              <a:rPr lang="en-US" sz="1100" b="1" dirty="0">
                <a:solidFill>
                  <a:srgbClr val="CE5C00"/>
                </a:solidFill>
                <a:latin typeface="Consolas"/>
                <a:cs typeface="Calibri"/>
              </a:rPr>
              <a:t>-</a:t>
            </a:r>
            <a:r>
              <a:rPr lang="en-US" sz="1100" dirty="0">
                <a:solidFill>
                  <a:srgbClr val="333333"/>
                </a:solidFill>
                <a:latin typeface="Consolas"/>
                <a:cs typeface="Calibri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  <a:cs typeface="Calibri"/>
              </a:rPr>
              <a:t>ira_deduction</a:t>
            </a:r>
            <a:r>
              <a:rPr lang="en-US" sz="1100" dirty="0">
                <a:solidFill>
                  <a:srgbClr val="333333"/>
                </a:solidFill>
                <a:latin typeface="Consolas"/>
                <a:cs typeface="Calibri"/>
              </a:rPr>
              <a:t>
          </a:t>
            </a:r>
            <a:r>
              <a:rPr lang="en-US" sz="1100" b="1" dirty="0">
                <a:solidFill>
                  <a:srgbClr val="CE5C00"/>
                </a:solidFill>
                <a:latin typeface="Consolas"/>
                <a:cs typeface="Calibri"/>
              </a:rPr>
              <a:t>-</a:t>
            </a:r>
            <a:r>
              <a:rPr lang="en-US" sz="1100" dirty="0">
                <a:solidFill>
                  <a:srgbClr val="333333"/>
                </a:solidFill>
                <a:latin typeface="Consolas"/>
                <a:cs typeface="Calibri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  <a:cs typeface="Calibri"/>
              </a:rPr>
              <a:t>student_loan_interest</a:t>
            </a:r>
            <a:r>
              <a:rPr lang="en-US" sz="1100" b="1" dirty="0">
                <a:solidFill>
                  <a:srgbClr val="000000"/>
                </a:solidFill>
                <a:latin typeface="Consolas"/>
                <a:cs typeface="Calibri"/>
              </a:rPr>
              <a:t>)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Robot Ethics Dilemmas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/>
              <a:t>39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E7032D-9EB6-4C29-5B5E-40205110CF95}"/>
              </a:ext>
            </a:extLst>
          </p:cNvPr>
          <p:cNvSpPr txBox="1"/>
          <p:nvPr/>
        </p:nvSpPr>
        <p:spPr>
          <a:xfrm>
            <a:off x="2110915" y="1047591"/>
            <a:ext cx="4309533" cy="1277273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i="1" dirty="0">
                <a:solidFill>
                  <a:srgbClr val="8F5902"/>
                </a:solidFill>
                <a:latin typeface="Consolas"/>
              </a:rPr>
              <a:t># Wrong: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100" i="1" dirty="0">
                <a:solidFill>
                  <a:srgbClr val="8F5902"/>
                </a:solidFill>
                <a:latin typeface="Consolas"/>
              </a:rPr>
              <a:t># operators sit far away from their operands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income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100" b="1" dirty="0">
                <a:solidFill>
                  <a:srgbClr val="CE5C00"/>
                </a:solidFill>
                <a:latin typeface="Consolas"/>
              </a:rPr>
              <a:t>=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1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gross_wages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100" b="1" dirty="0">
                <a:solidFill>
                  <a:srgbClr val="CE5C00"/>
                </a:solidFill>
                <a:latin typeface="Consolas"/>
              </a:rPr>
              <a:t>+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
         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taxable_interest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100" b="1" dirty="0">
                <a:solidFill>
                  <a:srgbClr val="CE5C00"/>
                </a:solidFill>
                <a:latin typeface="Consolas"/>
              </a:rPr>
              <a:t>+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
          </a:t>
            </a:r>
            <a:r>
              <a:rPr lang="en-US" sz="11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dividends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100" b="1" dirty="0">
                <a:solidFill>
                  <a:srgbClr val="CE5C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qualified_dividends</a:t>
            </a:r>
            <a:r>
              <a:rPr lang="en-US" sz="1100" b="1" dirty="0">
                <a:solidFill>
                  <a:srgbClr val="000000"/>
                </a:solidFill>
                <a:latin typeface="Consolas"/>
              </a:rPr>
              <a:t>)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100" b="1" dirty="0">
                <a:solidFill>
                  <a:srgbClr val="CE5C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
         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ira_deduction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100" b="1" dirty="0">
                <a:solidFill>
                  <a:srgbClr val="CE5C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
         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student_loan_interest</a:t>
            </a:r>
            <a:r>
              <a:rPr lang="en-US" sz="1100" b="1" dirty="0">
                <a:solidFill>
                  <a:srgbClr val="000000"/>
                </a:solidFill>
                <a:latin typeface="Consolas"/>
              </a:rPr>
              <a:t>)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C4FA08-9485-8879-AF6E-B0705708A940}"/>
              </a:ext>
            </a:extLst>
          </p:cNvPr>
          <p:cNvSpPr txBox="1"/>
          <p:nvPr/>
        </p:nvSpPr>
        <p:spPr>
          <a:xfrm>
            <a:off x="4549588" y="4930588"/>
            <a:ext cx="1154205" cy="156882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345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Code Layout contd...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Robot Ethics Dilemmas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/>
              <a:t>39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CABB5E3-4A8E-317E-29B7-73ABE7A00D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lvl="0" indent="-285750" rtl="0">
              <a:buFont typeface=""/>
              <a:buChar char="•"/>
            </a:pPr>
            <a:r>
              <a:rPr lang="en-US" sz="1400" baseline="0" dirty="0">
                <a:solidFill>
                  <a:srgbClr val="333333"/>
                </a:solidFill>
                <a:latin typeface="Calibri"/>
                <a:ea typeface="Arial"/>
                <a:cs typeface="Arial"/>
              </a:rPr>
              <a:t>Imports are always put at the top of the file, just after any module comments and docstrings, and before module </a:t>
            </a:r>
            <a:r>
              <a:rPr lang="en-US" sz="1400" baseline="0" dirty="0" err="1">
                <a:solidFill>
                  <a:srgbClr val="333333"/>
                </a:solidFill>
                <a:latin typeface="Calibri"/>
                <a:ea typeface="Arial"/>
                <a:cs typeface="Arial"/>
              </a:rPr>
              <a:t>globals</a:t>
            </a:r>
            <a:r>
              <a:rPr lang="en-US" sz="1400" baseline="0" dirty="0">
                <a:solidFill>
                  <a:srgbClr val="333333"/>
                </a:solidFill>
                <a:latin typeface="Calibri"/>
                <a:ea typeface="Arial"/>
                <a:cs typeface="Arial"/>
              </a:rPr>
              <a:t> and </a:t>
            </a:r>
            <a:r>
              <a:rPr lang="en-US" sz="1400" baseline="0" dirty="0" err="1">
                <a:solidFill>
                  <a:srgbClr val="333333"/>
                </a:solidFill>
                <a:latin typeface="Calibri"/>
                <a:ea typeface="Arial"/>
                <a:cs typeface="Arial"/>
              </a:rPr>
              <a:t>constants.Imports</a:t>
            </a:r>
            <a:r>
              <a:rPr lang="en-US" sz="1400" baseline="0" dirty="0">
                <a:solidFill>
                  <a:srgbClr val="333333"/>
                </a:solidFill>
                <a:latin typeface="Calibri"/>
                <a:ea typeface="Arial"/>
                <a:cs typeface="Arial"/>
              </a:rPr>
              <a:t> should be grouped in the following order:</a:t>
            </a:r>
            <a:r>
              <a:rPr lang="en-US" sz="1400" baseline="0" dirty="0">
                <a:latin typeface="Calibri"/>
                <a:ea typeface="Arial"/>
                <a:cs typeface="Arial"/>
              </a:rPr>
              <a:t> </a:t>
            </a:r>
            <a:r>
              <a:rPr lang="en-US" sz="1400" dirty="0">
                <a:latin typeface="Calibri"/>
                <a:ea typeface="Arial"/>
                <a:cs typeface="Arial"/>
              </a:rPr>
              <a:t>​</a:t>
            </a:r>
          </a:p>
          <a:p>
            <a:pPr marL="436245" lvl="2" indent="-228600" rtl="0">
              <a:buFont typeface="Wingdings,Sans-Serif"/>
              <a:buChar char="§"/>
            </a:pPr>
            <a:r>
              <a:rPr lang="en-US" sz="1400" baseline="0" dirty="0">
                <a:solidFill>
                  <a:srgbClr val="333333"/>
                </a:solidFill>
                <a:latin typeface="Calibri"/>
                <a:ea typeface="Arial"/>
                <a:cs typeface="Arial"/>
              </a:rPr>
              <a:t>Standard library imports.</a:t>
            </a:r>
            <a:endParaRPr lang="en-US" sz="1400" dirty="0">
              <a:latin typeface="Calibri"/>
              <a:ea typeface="Arial"/>
              <a:cs typeface="Arial"/>
            </a:endParaRPr>
          </a:p>
          <a:p>
            <a:pPr marL="436245" lvl="2" indent="-228600" rtl="0">
              <a:buFont typeface="Wingdings,Sans-Serif"/>
              <a:buChar char="§"/>
            </a:pPr>
            <a:r>
              <a:rPr lang="en-US" sz="1400" baseline="0" dirty="0">
                <a:solidFill>
                  <a:srgbClr val="333333"/>
                </a:solidFill>
                <a:latin typeface="Calibri"/>
                <a:ea typeface="Arial"/>
                <a:cs typeface="Arial"/>
              </a:rPr>
              <a:t>Related third party imports.</a:t>
            </a:r>
            <a:r>
              <a:rPr lang="en-US" sz="1400" baseline="0" dirty="0">
                <a:latin typeface="Calibri"/>
                <a:ea typeface="Arial"/>
                <a:cs typeface="Arial"/>
              </a:rPr>
              <a:t> </a:t>
            </a:r>
            <a:endParaRPr lang="en-US" sz="1400" dirty="0">
              <a:latin typeface="Calibri"/>
              <a:ea typeface="Arial"/>
              <a:cs typeface="Arial"/>
            </a:endParaRPr>
          </a:p>
          <a:p>
            <a:pPr marL="436245" lvl="2" indent="-228600" rtl="0">
              <a:buFont typeface="Wingdings,Sans-Serif"/>
              <a:buChar char="§"/>
            </a:pPr>
            <a:r>
              <a:rPr lang="en-US" sz="1400" baseline="0">
                <a:solidFill>
                  <a:srgbClr val="333333"/>
                </a:solidFill>
                <a:latin typeface="Calibri"/>
                <a:ea typeface="Arial"/>
                <a:cs typeface="Arial"/>
              </a:rPr>
              <a:t>Local application/library specific imports.</a:t>
            </a:r>
            <a:r>
              <a:rPr lang="en-US" sz="1400" baseline="0" dirty="0">
                <a:latin typeface="Calibri"/>
                <a:ea typeface="Arial"/>
                <a:cs typeface="Arial"/>
              </a:rPr>
              <a:t> </a:t>
            </a:r>
            <a:endParaRPr lang="en-US" sz="1400" dirty="0">
              <a:latin typeface="Calibri"/>
              <a:ea typeface="Arial"/>
              <a:cs typeface="Arial"/>
            </a:endParaRPr>
          </a:p>
          <a:p>
            <a:pPr marL="285750" lvl="0" indent="-285750" rtl="0">
              <a:buFont typeface=""/>
              <a:buChar char="•"/>
            </a:pPr>
            <a:r>
              <a:rPr lang="en-US" sz="1400" baseline="0" dirty="0">
                <a:solidFill>
                  <a:srgbClr val="333333"/>
                </a:solidFill>
                <a:latin typeface="Calibri"/>
                <a:ea typeface="Arial"/>
                <a:cs typeface="Arial"/>
              </a:rPr>
              <a:t>Wildcard imports (from &lt;module&gt; import *) should be avoided, as they make it unclear which names are present in the namespace, confusing both readers and many automated tools.</a:t>
            </a:r>
            <a:endParaRPr lang="en-US" sz="1400" dirty="0">
              <a:cs typeface="Arial"/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861B4E9-DC5A-FCCD-9EF3-41654B8384C4}"/>
              </a:ext>
            </a:extLst>
          </p:cNvPr>
          <p:cNvSpPr txBox="1">
            <a:spLocks/>
          </p:cNvSpPr>
          <p:nvPr/>
        </p:nvSpPr>
        <p:spPr>
          <a:xfrm>
            <a:off x="662949" y="2650084"/>
            <a:ext cx="2946573" cy="558095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marL="171450" indent="-171450" eaLnBrk="1" hangingPunct="1">
              <a:buClr>
                <a:srgbClr val="F03782"/>
              </a:buClr>
              <a:buFont typeface="Arial" panose="020B0604020202020204" pitchFamily="34" charset="0"/>
              <a:buChar char="•"/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79372" indent="-171450" eaLnBrk="1" hangingPunct="1">
              <a:buClr>
                <a:srgbClr val="F03782"/>
              </a:buClr>
              <a:buFont typeface="Symbol" panose="05050102010706020507" pitchFamily="18" charset="2"/>
              <a:buChar char="-"/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87294" indent="-171450" eaLnBrk="1" hangingPunct="1">
              <a:buClr>
                <a:srgbClr val="F03782"/>
              </a:buClr>
              <a:buFont typeface="Arial" panose="020B0604020202020204" pitchFamily="34" charset="0"/>
              <a:buChar char="•"/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95216" indent="-171450" eaLnBrk="1" hangingPunct="1">
              <a:buClr>
                <a:srgbClr val="F03782"/>
              </a:buClr>
              <a:buFont typeface="Courier New" panose="02070309020205020404" pitchFamily="49" charset="0"/>
              <a:buChar char="o"/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3138" indent="-171450" eaLnBrk="1" hangingPunct="1">
              <a:buClr>
                <a:srgbClr val="F03782"/>
              </a:buClr>
              <a:buFont typeface="Arial" panose="020B0604020202020204" pitchFamily="34" charset="0"/>
              <a:buChar char="•"/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39611" eaLnBrk="1" hangingPunct="1">
              <a:defRPr>
                <a:latin typeface="+mn-lt"/>
                <a:ea typeface="+mn-ea"/>
                <a:cs typeface="+mn-cs"/>
              </a:defRPr>
            </a:lvl6pPr>
            <a:lvl7pPr marL="1247533" eaLnBrk="1" hangingPunct="1">
              <a:defRPr>
                <a:latin typeface="+mn-lt"/>
                <a:ea typeface="+mn-ea"/>
                <a:cs typeface="+mn-cs"/>
              </a:defRPr>
            </a:lvl7pPr>
            <a:lvl8pPr marL="1455454" eaLnBrk="1" hangingPunct="1">
              <a:defRPr>
                <a:latin typeface="+mn-lt"/>
                <a:ea typeface="+mn-ea"/>
                <a:cs typeface="+mn-cs"/>
              </a:defRPr>
            </a:lvl8pPr>
            <a:lvl9pPr marL="166337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914400">
              <a:buNone/>
            </a:pPr>
            <a:r>
              <a:rPr lang="en-US" sz="1100" i="1" kern="0" dirty="0">
                <a:solidFill>
                  <a:srgbClr val="8F5902"/>
                </a:solidFill>
                <a:latin typeface="Consolas"/>
                <a:cs typeface="Calibri"/>
              </a:rPr>
              <a:t># Wrong:</a:t>
            </a:r>
            <a:endParaRPr lang="en-US" dirty="0" err="1">
              <a:solidFill>
                <a:srgbClr val="404040"/>
              </a:solidFill>
              <a:latin typeface="Calibri" panose="020F0502020204030204"/>
              <a:cs typeface="Calibri"/>
            </a:endParaRPr>
          </a:p>
          <a:p>
            <a:pPr defTabSz="914400">
              <a:buNone/>
            </a:pPr>
            <a:r>
              <a:rPr lang="en-US" sz="1100" b="1" kern="0" dirty="0">
                <a:solidFill>
                  <a:srgbClr val="204A87"/>
                </a:solidFill>
                <a:latin typeface="Consolas"/>
                <a:cs typeface="Calibri"/>
              </a:rPr>
              <a:t>import</a:t>
            </a:r>
            <a:r>
              <a:rPr lang="en-US" sz="1100" kern="0" dirty="0">
                <a:solidFill>
                  <a:srgbClr val="333333"/>
                </a:solidFill>
                <a:latin typeface="Consolas"/>
                <a:cs typeface="Calibri"/>
              </a:rPr>
              <a:t> </a:t>
            </a:r>
            <a:r>
              <a:rPr lang="en-US" sz="1100" kern="0" dirty="0">
                <a:solidFill>
                  <a:srgbClr val="000000"/>
                </a:solidFill>
                <a:latin typeface="Consolas"/>
                <a:cs typeface="Calibri"/>
              </a:rPr>
              <a:t>sys</a:t>
            </a:r>
            <a:r>
              <a:rPr lang="en-US" sz="1100" b="1" kern="0" dirty="0">
                <a:solidFill>
                  <a:srgbClr val="CE5C00"/>
                </a:solidFill>
                <a:latin typeface="Consolas"/>
                <a:cs typeface="Calibri"/>
              </a:rPr>
              <a:t>,</a:t>
            </a:r>
            <a:r>
              <a:rPr lang="en-US" sz="1100" kern="0" dirty="0">
                <a:solidFill>
                  <a:srgbClr val="333333"/>
                </a:solidFill>
                <a:latin typeface="Consolas"/>
                <a:cs typeface="Calibri"/>
              </a:rPr>
              <a:t> </a:t>
            </a:r>
            <a:r>
              <a:rPr lang="en-US" sz="1100" kern="0" dirty="0" err="1">
                <a:solidFill>
                  <a:srgbClr val="000000"/>
                </a:solidFill>
                <a:latin typeface="Consolas"/>
                <a:cs typeface="Calibri"/>
              </a:rPr>
              <a:t>os</a:t>
            </a:r>
            <a:endParaRPr lang="en-US"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C7CAA8-1760-2127-BED0-3CC7F52BAC1F}"/>
              </a:ext>
            </a:extLst>
          </p:cNvPr>
          <p:cNvSpPr txBox="1"/>
          <p:nvPr/>
        </p:nvSpPr>
        <p:spPr>
          <a:xfrm>
            <a:off x="658602" y="3269693"/>
            <a:ext cx="2944283" cy="553998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 dirty="0">
                <a:solidFill>
                  <a:srgbClr val="8F5902"/>
                </a:solidFill>
                <a:latin typeface="Consolas"/>
              </a:rPr>
              <a:t># Correct: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import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os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import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sys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1132D7-4E97-52BE-0E8C-1A4B06F0F6BA}"/>
              </a:ext>
            </a:extLst>
          </p:cNvPr>
          <p:cNvSpPr txBox="1"/>
          <p:nvPr/>
        </p:nvSpPr>
        <p:spPr>
          <a:xfrm>
            <a:off x="4269317" y="2650067"/>
            <a:ext cx="3917950" cy="400110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 dirty="0">
                <a:solidFill>
                  <a:srgbClr val="8F5902"/>
                </a:solidFill>
                <a:latin typeface="Consolas"/>
              </a:rPr>
              <a:t># Correct: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from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subprocess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import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Popen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PIPE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23A62F-0D08-0369-383C-638CBA54D18E}"/>
              </a:ext>
            </a:extLst>
          </p:cNvPr>
          <p:cNvSpPr txBox="1"/>
          <p:nvPr/>
        </p:nvSpPr>
        <p:spPr>
          <a:xfrm>
            <a:off x="4269316" y="3274484"/>
            <a:ext cx="3917950" cy="553998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1" dirty="0">
                <a:solidFill>
                  <a:srgbClr val="204A87"/>
                </a:solidFill>
                <a:latin typeface="Consolas"/>
              </a:rPr>
              <a:t>import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mypkg.sibling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from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mypkg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import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sibling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from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mypkg.sibling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import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example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22FE45-2FE0-8AF3-8048-A615CF2D22A1}"/>
              </a:ext>
            </a:extLst>
          </p:cNvPr>
          <p:cNvSpPr txBox="1"/>
          <p:nvPr/>
        </p:nvSpPr>
        <p:spPr>
          <a:xfrm>
            <a:off x="4549588" y="4930588"/>
            <a:ext cx="1154205" cy="156882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180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String Quotes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Robot Ethics Dilemmas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/>
              <a:t>39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AC516AC-5986-F3FD-A274-8D6E908968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333333"/>
                </a:solidFill>
                <a:ea typeface="+mn-lt"/>
                <a:cs typeface="+mn-lt"/>
              </a:rPr>
              <a:t>In Python, single-quoted strings and double-quoted strings are the same.</a:t>
            </a:r>
            <a:endParaRPr lang="en-US" dirty="0">
              <a:solidFill>
                <a:srgbClr val="404040"/>
              </a:solidFill>
              <a:ea typeface="+mn-lt"/>
              <a:cs typeface="+mn-lt"/>
            </a:endParaRPr>
          </a:p>
          <a:p>
            <a:endParaRPr lang="en-US" dirty="0">
              <a:solidFill>
                <a:srgbClr val="333333"/>
              </a:solidFill>
              <a:ea typeface="+mn-lt"/>
              <a:cs typeface="+mn-lt"/>
            </a:endParaRPr>
          </a:p>
          <a:p>
            <a:r>
              <a:rPr lang="en-US" dirty="0">
                <a:solidFill>
                  <a:srgbClr val="333333"/>
                </a:solidFill>
                <a:ea typeface="+mn-lt"/>
                <a:cs typeface="+mn-lt"/>
              </a:rPr>
              <a:t>Pick a rule and stick to it. </a:t>
            </a:r>
            <a:endParaRPr lang="en-US" dirty="0"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27DF86-79D9-2B5E-5658-562A1F095DEB}"/>
              </a:ext>
            </a:extLst>
          </p:cNvPr>
          <p:cNvSpPr txBox="1"/>
          <p:nvPr/>
        </p:nvSpPr>
        <p:spPr>
          <a:xfrm>
            <a:off x="4549588" y="4930588"/>
            <a:ext cx="1154205" cy="156882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585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/>
              <a:t>WhiteSpace</a:t>
            </a:r>
            <a:r>
              <a:rPr lang="en-US" dirty="0"/>
              <a:t> in Expressions &amp; Statements</a:t>
            </a:r>
            <a:endParaRPr dirty="0"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/>
              <a:t>39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833756-0907-C017-38AC-CC049628BFC1}"/>
              </a:ext>
            </a:extLst>
          </p:cNvPr>
          <p:cNvSpPr txBox="1"/>
          <p:nvPr/>
        </p:nvSpPr>
        <p:spPr>
          <a:xfrm>
            <a:off x="975505" y="1467329"/>
            <a:ext cx="3018367" cy="938719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i="1" dirty="0">
                <a:solidFill>
                  <a:srgbClr val="8F5902"/>
                </a:solidFill>
                <a:latin typeface="Consolas"/>
              </a:rPr>
              <a:t># Correct: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spam</a:t>
            </a:r>
            <a:r>
              <a:rPr lang="en-US" sz="11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ham</a:t>
            </a:r>
            <a:r>
              <a:rPr lang="en-US" sz="1100" b="1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100" b="1" dirty="0">
                <a:solidFill>
                  <a:srgbClr val="0000CF"/>
                </a:solidFill>
                <a:latin typeface="Consolas"/>
              </a:rPr>
              <a:t>1</a:t>
            </a:r>
            <a:r>
              <a:rPr lang="en-US" sz="1100" b="1" dirty="0">
                <a:solidFill>
                  <a:srgbClr val="000000"/>
                </a:solidFill>
                <a:latin typeface="Consolas"/>
              </a:rPr>
              <a:t>],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100" b="1" dirty="0">
                <a:solidFill>
                  <a:srgbClr val="000000"/>
                </a:solidFill>
                <a:latin typeface="Consolas"/>
              </a:rPr>
              <a:t>{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eggs</a:t>
            </a:r>
            <a:r>
              <a:rPr lang="en-US" sz="1100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100" b="1" dirty="0">
                <a:solidFill>
                  <a:srgbClr val="0000CF"/>
                </a:solidFill>
                <a:latin typeface="Consolas"/>
              </a:rPr>
              <a:t>2</a:t>
            </a:r>
            <a:r>
              <a:rPr lang="en-US" sz="1100" b="1" dirty="0">
                <a:solidFill>
                  <a:srgbClr val="000000"/>
                </a:solidFill>
                <a:latin typeface="Consolas"/>
              </a:rPr>
              <a:t>})</a:t>
            </a:r>
          </a:p>
          <a:p>
            <a:endParaRPr lang="en-US" sz="1100" b="1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i="1" dirty="0">
                <a:solidFill>
                  <a:srgbClr val="8F5902"/>
                </a:solidFill>
                <a:latin typeface="Consolas"/>
              </a:rPr>
              <a:t># Wrong: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100" dirty="0">
                <a:latin typeface="Consolas"/>
              </a:rPr>
              <a:t>spam</a:t>
            </a:r>
            <a:r>
              <a:rPr lang="en-US" sz="1100" b="1" dirty="0">
                <a:latin typeface="Consolas"/>
              </a:rPr>
              <a:t>(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100" dirty="0">
                <a:latin typeface="Consolas"/>
              </a:rPr>
              <a:t>ham</a:t>
            </a:r>
            <a:r>
              <a:rPr lang="en-US" sz="1100" b="1" dirty="0">
                <a:latin typeface="Consolas"/>
              </a:rPr>
              <a:t>[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100" b="1" dirty="0">
                <a:solidFill>
                  <a:srgbClr val="0000CF"/>
                </a:solidFill>
                <a:latin typeface="Consolas"/>
              </a:rPr>
              <a:t>1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100" b="1" dirty="0">
                <a:latin typeface="Consolas"/>
              </a:rPr>
              <a:t>],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100" b="1" dirty="0">
                <a:latin typeface="Consolas"/>
              </a:rPr>
              <a:t>{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100" dirty="0">
                <a:latin typeface="Consolas"/>
              </a:rPr>
              <a:t>eggs</a:t>
            </a:r>
            <a:r>
              <a:rPr lang="en-US" sz="1100" b="1" dirty="0">
                <a:latin typeface="Consolas"/>
              </a:rPr>
              <a:t>: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100" b="1" dirty="0">
                <a:solidFill>
                  <a:srgbClr val="0000CF"/>
                </a:solidFill>
                <a:latin typeface="Consolas"/>
              </a:rPr>
              <a:t>2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100" b="1" dirty="0">
                <a:latin typeface="Consolas"/>
              </a:rPr>
              <a:t>}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100" b="1" dirty="0">
                <a:latin typeface="Consolas"/>
              </a:rPr>
              <a:t>)</a:t>
            </a:r>
            <a:endParaRPr lang="en-US" sz="1100"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B4D575-3CB5-7E25-35D4-F96E8E3E9334}"/>
              </a:ext>
            </a:extLst>
          </p:cNvPr>
          <p:cNvSpPr txBox="1"/>
          <p:nvPr/>
        </p:nvSpPr>
        <p:spPr>
          <a:xfrm>
            <a:off x="4749561" y="1474717"/>
            <a:ext cx="3018366" cy="1077218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i="1" dirty="0">
                <a:solidFill>
                  <a:srgbClr val="8F5902"/>
                </a:solidFill>
                <a:latin typeface="Consolas"/>
              </a:rPr>
              <a:t># Correct: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foo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100" b="1" dirty="0">
                <a:solidFill>
                  <a:srgbClr val="CE5C00"/>
                </a:solidFill>
                <a:latin typeface="Consolas"/>
              </a:rPr>
              <a:t>=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1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b="1" dirty="0">
                <a:solidFill>
                  <a:srgbClr val="0000CF"/>
                </a:solidFill>
                <a:latin typeface="Consolas"/>
              </a:rPr>
              <a:t>0</a:t>
            </a:r>
            <a:r>
              <a:rPr lang="en-US" sz="1100" b="1" dirty="0">
                <a:solidFill>
                  <a:srgbClr val="000000"/>
                </a:solidFill>
                <a:latin typeface="Consolas"/>
              </a:rPr>
              <a:t>,)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
</a:t>
            </a:r>
            <a:endParaRPr lang="en-US" sz="1100">
              <a:cs typeface="Calibri"/>
            </a:endParaRPr>
          </a:p>
          <a:p>
            <a:r>
              <a:rPr lang="en-US" sz="1100" i="1" dirty="0">
                <a:solidFill>
                  <a:srgbClr val="8F5902"/>
                </a:solidFill>
                <a:latin typeface="Consolas"/>
              </a:rPr>
              <a:t># Wrong: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bar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100" b="1" dirty="0">
                <a:solidFill>
                  <a:srgbClr val="CE5C00"/>
                </a:solidFill>
                <a:latin typeface="Consolas"/>
              </a:rPr>
              <a:t>=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1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b="1" dirty="0">
                <a:solidFill>
                  <a:srgbClr val="0000CF"/>
                </a:solidFill>
                <a:latin typeface="Consolas"/>
              </a:rPr>
              <a:t>0</a:t>
            </a:r>
            <a:r>
              <a:rPr lang="en-US" sz="11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100" b="1" dirty="0">
                <a:solidFill>
                  <a:srgbClr val="000000"/>
                </a:solidFill>
                <a:latin typeface="Consolas"/>
              </a:rPr>
              <a:t>)</a:t>
            </a:r>
            <a:endParaRPr lang="en-US" sz="1100" b="1">
              <a:solidFill>
                <a:srgbClr val="000000"/>
              </a:solidFill>
              <a:cs typeface="Calibri"/>
            </a:endParaRPr>
          </a:p>
          <a:p>
            <a:endParaRPr lang="en-US" sz="900" dirty="0">
              <a:solidFill>
                <a:srgbClr val="6A9955"/>
              </a:solidFill>
              <a:latin typeface="Consola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53714B-BE0E-9511-C751-F134EEEFA6AA}"/>
              </a:ext>
            </a:extLst>
          </p:cNvPr>
          <p:cNvSpPr txBox="1"/>
          <p:nvPr/>
        </p:nvSpPr>
        <p:spPr>
          <a:xfrm>
            <a:off x="975505" y="2872716"/>
            <a:ext cx="3018366" cy="861774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 dirty="0">
                <a:solidFill>
                  <a:srgbClr val="8F5902"/>
                </a:solidFill>
                <a:latin typeface="Consolas"/>
              </a:rPr>
              <a:t># Correct: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if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x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==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4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204A87"/>
                </a:solidFill>
                <a:latin typeface="Consolas"/>
              </a:rPr>
              <a:t>print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x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y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);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x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y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=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y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x</a:t>
            </a:r>
          </a:p>
          <a:p>
            <a:endParaRPr lang="en-US" sz="1000" dirty="0">
              <a:solidFill>
                <a:srgbClr val="000000"/>
              </a:solidFill>
              <a:latin typeface="Consolas"/>
            </a:endParaRPr>
          </a:p>
          <a:p>
            <a:r>
              <a:rPr lang="en-US" sz="1000" i="1" dirty="0">
                <a:solidFill>
                  <a:srgbClr val="8F5902"/>
                </a:solidFill>
                <a:latin typeface="Consolas"/>
              </a:rPr>
              <a:t># Wrong: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if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x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==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4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204A87"/>
                </a:solidFill>
                <a:latin typeface="Consolas"/>
              </a:rPr>
              <a:t>print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x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y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;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x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y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=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y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x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D4A9EC-60F9-178A-49A4-6014EF146BDA}"/>
              </a:ext>
            </a:extLst>
          </p:cNvPr>
          <p:cNvSpPr txBox="1"/>
          <p:nvPr/>
        </p:nvSpPr>
        <p:spPr>
          <a:xfrm>
            <a:off x="4749560" y="2869122"/>
            <a:ext cx="3018366" cy="938719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i="1" dirty="0">
                <a:solidFill>
                  <a:srgbClr val="8F5902"/>
                </a:solidFill>
                <a:latin typeface="Consolas"/>
              </a:rPr>
              <a:t># Correct: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spam</a:t>
            </a:r>
            <a:r>
              <a:rPr lang="en-US" sz="11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b="1" dirty="0">
                <a:solidFill>
                  <a:srgbClr val="0000CF"/>
                </a:solidFill>
                <a:latin typeface="Consolas"/>
              </a:rPr>
              <a:t>1</a:t>
            </a:r>
            <a:r>
              <a:rPr lang="en-US" sz="1100" b="1" dirty="0">
                <a:solidFill>
                  <a:srgbClr val="000000"/>
                </a:solidFill>
                <a:latin typeface="Consolas"/>
              </a:rPr>
              <a:t>)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
</a:t>
            </a:r>
            <a:endParaRPr lang="en-US" sz="1100" dirty="0">
              <a:cs typeface="Calibri"/>
            </a:endParaRPr>
          </a:p>
          <a:p>
            <a:r>
              <a:rPr lang="en-US" sz="1100" i="1" dirty="0">
                <a:solidFill>
                  <a:srgbClr val="8F5902"/>
                </a:solidFill>
                <a:latin typeface="Consolas"/>
              </a:rPr>
              <a:t># Wrong: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spam</a:t>
            </a:r>
            <a:r>
              <a:rPr lang="en-US" sz="11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1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b="1" dirty="0">
                <a:solidFill>
                  <a:srgbClr val="0000CF"/>
                </a:solidFill>
                <a:latin typeface="Consolas"/>
              </a:rPr>
              <a:t>1</a:t>
            </a:r>
            <a:r>
              <a:rPr lang="en-US" sz="1100" b="1" dirty="0">
                <a:solidFill>
                  <a:srgbClr val="000000"/>
                </a:solidFill>
                <a:latin typeface="Consolas"/>
              </a:rPr>
              <a:t>)</a:t>
            </a:r>
            <a:endParaRPr lang="en-US" sz="1100" b="1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25C168-922B-9C95-05F8-3195DE52D134}"/>
              </a:ext>
            </a:extLst>
          </p:cNvPr>
          <p:cNvSpPr txBox="1"/>
          <p:nvPr/>
        </p:nvSpPr>
        <p:spPr>
          <a:xfrm>
            <a:off x="4549588" y="4930588"/>
            <a:ext cx="1154205" cy="156882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137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/>
              <a:t>WhiteSpace</a:t>
            </a:r>
            <a:r>
              <a:rPr lang="en-US" dirty="0"/>
              <a:t> in Expressions &amp; Statements contd...</a:t>
            </a:r>
            <a:endParaRPr dirty="0"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/>
              <a:t>39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0E733D-591A-F451-2034-C70D799C9D2F}"/>
              </a:ext>
            </a:extLst>
          </p:cNvPr>
          <p:cNvSpPr txBox="1"/>
          <p:nvPr/>
        </p:nvSpPr>
        <p:spPr>
          <a:xfrm>
            <a:off x="798183" y="1521243"/>
            <a:ext cx="4129617" cy="2092881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 dirty="0">
                <a:solidFill>
                  <a:srgbClr val="8F5902"/>
                </a:solidFill>
                <a:latin typeface="Consolas"/>
              </a:rPr>
              <a:t># Correct: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ham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1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9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],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ham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1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9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3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],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ham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[: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9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3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],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ham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1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3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],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ham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1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9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:]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ham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lower</a:t>
            </a:r>
            <a:r>
              <a:rPr lang="en-US" sz="1000" b="1" dirty="0" err="1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upper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],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ham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lower</a:t>
            </a:r>
            <a:r>
              <a:rPr lang="en-US" sz="1000" b="1" dirty="0" err="1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upper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:],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ham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lower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step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ham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lower</a:t>
            </a:r>
            <a:r>
              <a:rPr lang="en-US" sz="1000" b="1" dirty="0" err="1">
                <a:solidFill>
                  <a:srgbClr val="CE5C00"/>
                </a:solidFill>
                <a:latin typeface="Consolas"/>
              </a:rPr>
              <a:t>+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offset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upper</a:t>
            </a:r>
            <a:r>
              <a:rPr lang="en-US" sz="1000" b="1" dirty="0" err="1">
                <a:solidFill>
                  <a:srgbClr val="CE5C00"/>
                </a:solidFill>
                <a:latin typeface="Consolas"/>
              </a:rPr>
              <a:t>+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offset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ham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[: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upper_fn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x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step_fn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x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)],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ham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[::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step_fn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x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)]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ham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lower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+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offset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upper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+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offset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]</a:t>
            </a:r>
            <a:endParaRPr lang="en-US" b="1" dirty="0">
              <a:solidFill>
                <a:srgbClr val="000000"/>
              </a:solidFill>
            </a:endParaRPr>
          </a:p>
          <a:p>
            <a:endParaRPr lang="en-US" sz="1000" dirty="0">
              <a:solidFill>
                <a:srgbClr val="CCCCCC"/>
              </a:solidFill>
              <a:latin typeface="Consolas"/>
            </a:endParaRPr>
          </a:p>
          <a:p>
            <a:r>
              <a:rPr lang="en-US" sz="1000" i="1" dirty="0">
                <a:solidFill>
                  <a:srgbClr val="8F5902"/>
                </a:solidFill>
                <a:latin typeface="Consolas"/>
              </a:rPr>
              <a:t># Wrong: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ham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lower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+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offset</a:t>
            </a:r>
            <a:r>
              <a:rPr lang="en-US" sz="1000" b="1" dirty="0" err="1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upper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+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offset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ham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1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9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],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ham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1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9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],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ham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1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9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3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ham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lower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step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ham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upper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]</a:t>
            </a:r>
            <a:endParaRPr lang="en-US" b="1" dirty="0">
              <a:solidFill>
                <a:srgbClr val="000000"/>
              </a:solidFill>
            </a:endParaRPr>
          </a:p>
          <a:p>
            <a:endParaRPr lang="en-US" sz="1000" dirty="0">
              <a:solidFill>
                <a:srgbClr val="CCCCCC"/>
              </a:solidFill>
              <a:latin typeface="Consola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0D2F78-402E-40A3-A950-56105BA99DB1}"/>
              </a:ext>
            </a:extLst>
          </p:cNvPr>
          <p:cNvSpPr txBox="1"/>
          <p:nvPr/>
        </p:nvSpPr>
        <p:spPr>
          <a:xfrm>
            <a:off x="5887767" y="1371879"/>
            <a:ext cx="1885950" cy="1477328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 dirty="0">
                <a:solidFill>
                  <a:srgbClr val="8F5902"/>
                </a:solidFill>
                <a:latin typeface="Consolas"/>
                <a:ea typeface="Consolas"/>
                <a:cs typeface="Consolas"/>
              </a:rPr>
              <a:t># Correct:</a:t>
            </a:r>
            <a:r>
              <a:rPr lang="en-US" sz="1000" dirty="0">
                <a:solidFill>
                  <a:srgbClr val="333333"/>
                </a:solidFill>
                <a:latin typeface="Consolas"/>
                <a:ea typeface="Consolas"/>
                <a:cs typeface="Consolas"/>
              </a:rPr>
              <a:t>
</a:t>
            </a:r>
            <a:r>
              <a:rPr lang="en-US" sz="1000" dirty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x</a:t>
            </a:r>
            <a:r>
              <a:rPr lang="en-US" sz="1000" dirty="0">
                <a:solidFill>
                  <a:srgbClr val="333333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  <a:ea typeface="Consolas"/>
                <a:cs typeface="Consolas"/>
              </a:rPr>
              <a:t>=</a:t>
            </a:r>
            <a:r>
              <a:rPr lang="en-US" sz="1000" dirty="0">
                <a:solidFill>
                  <a:srgbClr val="333333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000" b="1" dirty="0">
                <a:solidFill>
                  <a:srgbClr val="0000CF"/>
                </a:solidFill>
                <a:latin typeface="Consolas"/>
                <a:ea typeface="Consolas"/>
                <a:cs typeface="Consolas"/>
              </a:rPr>
              <a:t>1</a:t>
            </a:r>
            <a:r>
              <a:rPr lang="en-US" sz="1000" dirty="0">
                <a:solidFill>
                  <a:srgbClr val="333333"/>
                </a:solidFill>
                <a:latin typeface="Consolas"/>
                <a:ea typeface="Consolas"/>
                <a:cs typeface="Consolas"/>
              </a:rPr>
              <a:t>
</a:t>
            </a:r>
            <a:r>
              <a:rPr lang="en-US" sz="1000" dirty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y</a:t>
            </a:r>
            <a:r>
              <a:rPr lang="en-US" sz="1000" dirty="0">
                <a:solidFill>
                  <a:srgbClr val="333333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  <a:ea typeface="Consolas"/>
                <a:cs typeface="Consolas"/>
              </a:rPr>
              <a:t>=</a:t>
            </a:r>
            <a:r>
              <a:rPr lang="en-US" sz="1000" dirty="0">
                <a:solidFill>
                  <a:srgbClr val="333333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000" b="1" dirty="0">
                <a:solidFill>
                  <a:srgbClr val="0000CF"/>
                </a:solidFill>
                <a:latin typeface="Consolas"/>
                <a:ea typeface="Consolas"/>
                <a:cs typeface="Consolas"/>
              </a:rPr>
              <a:t>2</a:t>
            </a:r>
            <a:r>
              <a:rPr lang="en-US" sz="1000" dirty="0">
                <a:solidFill>
                  <a:srgbClr val="333333"/>
                </a:solidFill>
                <a:latin typeface="Consolas"/>
                <a:ea typeface="Consolas"/>
                <a:cs typeface="Consolas"/>
              </a:rPr>
              <a:t>
</a:t>
            </a:r>
            <a:r>
              <a:rPr lang="en-US" sz="1000" dirty="0" err="1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long_variable</a:t>
            </a:r>
            <a:r>
              <a:rPr lang="en-US" sz="1000" dirty="0">
                <a:solidFill>
                  <a:srgbClr val="333333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  <a:ea typeface="Consolas"/>
                <a:cs typeface="Consolas"/>
              </a:rPr>
              <a:t>=</a:t>
            </a:r>
            <a:r>
              <a:rPr lang="en-US" sz="1000" dirty="0">
                <a:solidFill>
                  <a:srgbClr val="333333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000" b="1" dirty="0">
                <a:solidFill>
                  <a:srgbClr val="0000CF"/>
                </a:solidFill>
                <a:latin typeface="Consolas"/>
                <a:ea typeface="Consolas"/>
                <a:cs typeface="Consolas"/>
              </a:rPr>
              <a:t>3</a:t>
            </a:r>
            <a:endParaRPr lang="en-US" b="1" dirty="0">
              <a:solidFill>
                <a:srgbClr val="0000CF"/>
              </a:solidFill>
            </a:endParaRPr>
          </a:p>
          <a:p>
            <a:endParaRPr lang="en-US" sz="1000" b="1" dirty="0">
              <a:solidFill>
                <a:srgbClr val="0000CF"/>
              </a:solidFill>
              <a:latin typeface="Consolas"/>
              <a:ea typeface="Consolas"/>
              <a:cs typeface="Consolas"/>
            </a:endParaRPr>
          </a:p>
          <a:p>
            <a:r>
              <a:rPr lang="en-US" sz="1000" i="1" dirty="0">
                <a:solidFill>
                  <a:srgbClr val="8F5902"/>
                </a:solidFill>
                <a:latin typeface="Consolas"/>
                <a:ea typeface="Consolas"/>
                <a:cs typeface="Consolas"/>
              </a:rPr>
              <a:t># Wrong:</a:t>
            </a:r>
            <a:r>
              <a:rPr lang="en-US" sz="1000" dirty="0">
                <a:solidFill>
                  <a:srgbClr val="333333"/>
                </a:solidFill>
                <a:latin typeface="Consolas"/>
                <a:ea typeface="Consolas"/>
                <a:cs typeface="Consolas"/>
              </a:rPr>
              <a:t>
</a:t>
            </a:r>
            <a:r>
              <a:rPr lang="en-US" sz="1000" dirty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x</a:t>
            </a:r>
            <a:r>
              <a:rPr lang="en-US" sz="1000" dirty="0">
                <a:solidFill>
                  <a:srgbClr val="333333"/>
                </a:solidFill>
                <a:latin typeface="Consolas"/>
                <a:ea typeface="Consolas"/>
                <a:cs typeface="Consolas"/>
              </a:rPr>
              <a:t>             </a:t>
            </a:r>
            <a:r>
              <a:rPr lang="en-US" sz="1000" b="1" dirty="0">
                <a:solidFill>
                  <a:srgbClr val="CE5C00"/>
                </a:solidFill>
                <a:latin typeface="Consolas"/>
                <a:ea typeface="Consolas"/>
                <a:cs typeface="Consolas"/>
              </a:rPr>
              <a:t>=</a:t>
            </a:r>
            <a:r>
              <a:rPr lang="en-US" sz="1000" dirty="0">
                <a:solidFill>
                  <a:srgbClr val="333333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000" b="1" dirty="0">
                <a:solidFill>
                  <a:srgbClr val="0000CF"/>
                </a:solidFill>
                <a:latin typeface="Consolas"/>
                <a:ea typeface="Consolas"/>
                <a:cs typeface="Consolas"/>
              </a:rPr>
              <a:t>1</a:t>
            </a:r>
            <a:r>
              <a:rPr lang="en-US" sz="1000" dirty="0">
                <a:solidFill>
                  <a:srgbClr val="333333"/>
                </a:solidFill>
                <a:latin typeface="Consolas"/>
                <a:ea typeface="Consolas"/>
                <a:cs typeface="Consolas"/>
              </a:rPr>
              <a:t>
</a:t>
            </a:r>
            <a:r>
              <a:rPr lang="en-US" sz="1000" dirty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y</a:t>
            </a:r>
            <a:r>
              <a:rPr lang="en-US" sz="1000" dirty="0">
                <a:solidFill>
                  <a:srgbClr val="333333"/>
                </a:solidFill>
                <a:latin typeface="Consolas"/>
                <a:ea typeface="Consolas"/>
                <a:cs typeface="Consolas"/>
              </a:rPr>
              <a:t>             </a:t>
            </a:r>
            <a:r>
              <a:rPr lang="en-US" sz="1000" b="1" dirty="0">
                <a:solidFill>
                  <a:srgbClr val="CE5C00"/>
                </a:solidFill>
                <a:latin typeface="Consolas"/>
                <a:ea typeface="Consolas"/>
                <a:cs typeface="Consolas"/>
              </a:rPr>
              <a:t>=</a:t>
            </a:r>
            <a:r>
              <a:rPr lang="en-US" sz="1000" dirty="0">
                <a:solidFill>
                  <a:srgbClr val="333333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000" b="1" dirty="0">
                <a:solidFill>
                  <a:srgbClr val="0000CF"/>
                </a:solidFill>
                <a:latin typeface="Consolas"/>
                <a:ea typeface="Consolas"/>
                <a:cs typeface="Consolas"/>
              </a:rPr>
              <a:t>2</a:t>
            </a:r>
            <a:r>
              <a:rPr lang="en-US" sz="1000" dirty="0">
                <a:solidFill>
                  <a:srgbClr val="333333"/>
                </a:solidFill>
                <a:latin typeface="Consolas"/>
                <a:ea typeface="Consolas"/>
                <a:cs typeface="Consolas"/>
              </a:rPr>
              <a:t>
</a:t>
            </a:r>
            <a:r>
              <a:rPr lang="en-US" sz="1000" dirty="0" err="1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long_variable</a:t>
            </a:r>
            <a:r>
              <a:rPr lang="en-US" sz="1000" dirty="0">
                <a:solidFill>
                  <a:srgbClr val="333333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  <a:ea typeface="Consolas"/>
                <a:cs typeface="Consolas"/>
              </a:rPr>
              <a:t>=</a:t>
            </a:r>
            <a:r>
              <a:rPr lang="en-US" sz="1000" dirty="0">
                <a:solidFill>
                  <a:srgbClr val="333333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000" b="1" dirty="0">
                <a:solidFill>
                  <a:srgbClr val="0000CF"/>
                </a:solidFill>
                <a:latin typeface="Consolas"/>
                <a:ea typeface="Consolas"/>
                <a:cs typeface="Consolas"/>
              </a:rPr>
              <a:t>3</a:t>
            </a:r>
            <a:endParaRPr lang="en-US" b="1" dirty="0">
              <a:solidFill>
                <a:srgbClr val="0000C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DB7307-90F3-7663-68CC-A125C81C799D}"/>
              </a:ext>
            </a:extLst>
          </p:cNvPr>
          <p:cNvSpPr txBox="1"/>
          <p:nvPr/>
        </p:nvSpPr>
        <p:spPr>
          <a:xfrm>
            <a:off x="5783931" y="2946200"/>
            <a:ext cx="2087034" cy="861774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 dirty="0">
                <a:solidFill>
                  <a:srgbClr val="8F5902"/>
                </a:solidFill>
                <a:latin typeface="Consolas"/>
              </a:rPr>
              <a:t># Correct: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dct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4E9A06"/>
                </a:solidFill>
                <a:latin typeface="Consolas"/>
              </a:rPr>
              <a:t>'key'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=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lst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index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]</a:t>
            </a:r>
            <a:endParaRPr lang="en-US" b="1" dirty="0">
              <a:solidFill>
                <a:srgbClr val="000000"/>
              </a:solidFill>
            </a:endParaRPr>
          </a:p>
          <a:p>
            <a:r>
              <a:rPr lang="en-US" sz="1000" i="1" dirty="0">
                <a:solidFill>
                  <a:srgbClr val="8F5902"/>
                </a:solidFill>
                <a:latin typeface="Consolas"/>
              </a:rPr>
              <a:t># Wrong: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dct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4E9A06"/>
                </a:solidFill>
                <a:latin typeface="Consolas"/>
              </a:rPr>
              <a:t>'key'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=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lst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index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]</a:t>
            </a:r>
            <a:endParaRPr lang="en-US" b="1" dirty="0">
              <a:solidFill>
                <a:srgbClr val="000000"/>
              </a:solidFill>
            </a:endParaRPr>
          </a:p>
          <a:p>
            <a:endParaRPr lang="en-US" sz="1000" dirty="0">
              <a:solidFill>
                <a:srgbClr val="CCCCCC"/>
              </a:solidFill>
              <a:latin typeface="Consola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629170-0B62-599E-B115-1995A4021BA0}"/>
              </a:ext>
            </a:extLst>
          </p:cNvPr>
          <p:cNvSpPr txBox="1"/>
          <p:nvPr/>
        </p:nvSpPr>
        <p:spPr>
          <a:xfrm>
            <a:off x="4549588" y="4930588"/>
            <a:ext cx="1154205" cy="156882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233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/>
              <a:t>WhiteSpace</a:t>
            </a:r>
            <a:r>
              <a:rPr lang="en-US" dirty="0"/>
              <a:t> in Expressions &amp; Statements contd...</a:t>
            </a:r>
            <a:endParaRPr lang="en-US" dirty="0">
              <a:solidFill>
                <a:srgbClr val="000000"/>
              </a:solidFill>
            </a:endParaRPr>
          </a:p>
          <a:p>
            <a:pPr algn="l"/>
            <a:endParaRPr dirty="0"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Robot Ethics Dilemmas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/>
              <a:t>39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AC516AC-5986-F3FD-A274-8D6E908968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78" y="732103"/>
            <a:ext cx="7886195" cy="326303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Avoid trailing whitespace anywhere</a:t>
            </a:r>
          </a:p>
          <a:p>
            <a:r>
              <a:rPr lang="en-US" dirty="0">
                <a:ea typeface="+mn-lt"/>
                <a:cs typeface="+mn-lt"/>
              </a:rPr>
              <a:t>Always surround these binary operators with a single space on either side: assignment (=), augmented assignment (+=, -= etc.), comparisons (==, &lt;, &gt;, !=, &lt;&gt;, &lt;=, &gt;=, in, not in, is, is not), Booleans (and, or, not).</a:t>
            </a:r>
          </a:p>
          <a:p>
            <a:r>
              <a:rPr lang="en-US" dirty="0">
                <a:solidFill>
                  <a:srgbClr val="404040"/>
                </a:solidFill>
                <a:ea typeface="+mn-lt"/>
                <a:cs typeface="+mn-lt"/>
              </a:rPr>
              <a:t>If operators with different priorities are used, consider adding whitespace around the operators with the lowest priority(</a:t>
            </a:r>
            <a:r>
              <a:rPr lang="en-US" err="1">
                <a:solidFill>
                  <a:srgbClr val="404040"/>
                </a:solidFill>
                <a:ea typeface="+mn-lt"/>
                <a:cs typeface="+mn-lt"/>
              </a:rPr>
              <a:t>ies</a:t>
            </a:r>
            <a:r>
              <a:rPr lang="en-US" dirty="0">
                <a:solidFill>
                  <a:srgbClr val="404040"/>
                </a:solidFill>
                <a:ea typeface="+mn-lt"/>
                <a:cs typeface="+mn-lt"/>
              </a:rPr>
              <a:t>).</a:t>
            </a:r>
          </a:p>
          <a:p>
            <a:r>
              <a:rPr lang="en-US" dirty="0">
                <a:solidFill>
                  <a:srgbClr val="404040"/>
                </a:solidFill>
                <a:ea typeface="+mn-lt"/>
                <a:cs typeface="+mn-lt"/>
              </a:rPr>
              <a:t>Function annotations should use the normal rules for colons and always have spaces around the </a:t>
            </a:r>
            <a:r>
              <a:rPr lang="en-US" dirty="0">
                <a:solidFill>
                  <a:srgbClr val="404040"/>
                </a:solidFill>
                <a:latin typeface="Calibri"/>
                <a:ea typeface="+mn-lt"/>
                <a:cs typeface="+mn-lt"/>
              </a:rPr>
              <a:t>-&gt;</a:t>
            </a:r>
            <a:r>
              <a:rPr lang="en-US" dirty="0">
                <a:solidFill>
                  <a:srgbClr val="404040"/>
                </a:solidFill>
                <a:ea typeface="+mn-lt"/>
                <a:cs typeface="+mn-lt"/>
              </a:rPr>
              <a:t> arrow if present</a:t>
            </a:r>
          </a:p>
          <a:p>
            <a:r>
              <a:rPr lang="en-US" dirty="0">
                <a:solidFill>
                  <a:srgbClr val="333333"/>
                </a:solidFill>
                <a:ea typeface="+mn-lt"/>
                <a:cs typeface="+mn-lt"/>
              </a:rPr>
              <a:t>Don’t use spaces around the </a:t>
            </a:r>
            <a:r>
              <a:rPr lang="en-US" dirty="0">
                <a:solidFill>
                  <a:srgbClr val="404040"/>
                </a:solidFill>
                <a:latin typeface="Consolas"/>
                <a:ea typeface="+mn-lt"/>
                <a:cs typeface="+mn-lt"/>
              </a:rPr>
              <a:t>=</a:t>
            </a:r>
            <a:r>
              <a:rPr lang="en-US" dirty="0">
                <a:solidFill>
                  <a:srgbClr val="333333"/>
                </a:solidFill>
                <a:ea typeface="+mn-lt"/>
                <a:cs typeface="+mn-lt"/>
              </a:rPr>
              <a:t> sign when used to indicate a keyword argument, or when used to indicate a default value for an </a:t>
            </a:r>
            <a:r>
              <a:rPr lang="en-US" i="1" dirty="0">
                <a:solidFill>
                  <a:srgbClr val="333333"/>
                </a:solidFill>
                <a:ea typeface="+mn-lt"/>
                <a:cs typeface="+mn-lt"/>
              </a:rPr>
              <a:t>unannotated</a:t>
            </a:r>
            <a:r>
              <a:rPr lang="en-US" dirty="0">
                <a:solidFill>
                  <a:srgbClr val="333333"/>
                </a:solidFill>
                <a:ea typeface="+mn-lt"/>
                <a:cs typeface="+mn-lt"/>
              </a:rPr>
              <a:t> function parameter</a:t>
            </a:r>
            <a:endParaRPr lang="en-US" dirty="0">
              <a:solidFill>
                <a:srgbClr val="404040"/>
              </a:solidFill>
              <a:ea typeface="+mn-lt"/>
              <a:cs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7977EB-6F51-2404-EEC8-DDF8CA122245}"/>
              </a:ext>
            </a:extLst>
          </p:cNvPr>
          <p:cNvSpPr txBox="1"/>
          <p:nvPr/>
        </p:nvSpPr>
        <p:spPr>
          <a:xfrm>
            <a:off x="547777" y="2472546"/>
            <a:ext cx="2268748" cy="2092881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 dirty="0">
                <a:solidFill>
                  <a:srgbClr val="8F5902"/>
                </a:solidFill>
                <a:latin typeface="Consolas"/>
              </a:rPr>
              <a:t># Correct: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=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+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1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submitted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+=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1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x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=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x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*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2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1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hypot2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=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x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*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x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+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y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*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y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c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=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a</a:t>
            </a:r>
            <a:r>
              <a:rPr lang="en-US" sz="1000" b="1" dirty="0" err="1">
                <a:solidFill>
                  <a:srgbClr val="CE5C00"/>
                </a:solidFill>
                <a:latin typeface="Consolas"/>
              </a:rPr>
              <a:t>+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b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*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a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b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</a:t>
            </a:r>
            <a:endParaRPr lang="en-US" b="1" dirty="0">
              <a:solidFill>
                <a:srgbClr val="000000"/>
              </a:solidFill>
            </a:endParaRPr>
          </a:p>
          <a:p>
            <a:r>
              <a:rPr lang="en-US" sz="1000" i="1" dirty="0">
                <a:solidFill>
                  <a:srgbClr val="8F5902"/>
                </a:solidFill>
                <a:latin typeface="Consolas"/>
              </a:rPr>
              <a:t># Wrong: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=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+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1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submitted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+=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1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x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=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x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*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2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1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hypot2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=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x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*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x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+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y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*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y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c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=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a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+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b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*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a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-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b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</a:t>
            </a:r>
            <a:endParaRPr lang="en-US" b="1" dirty="0">
              <a:solidFill>
                <a:srgbClr val="000000"/>
              </a:solidFill>
            </a:endParaRPr>
          </a:p>
          <a:p>
            <a:endParaRPr lang="en-US" sz="1000" dirty="0">
              <a:solidFill>
                <a:srgbClr val="CCCCCC"/>
              </a:solidFill>
              <a:latin typeface="Consola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09EDB2-C730-43FE-A04A-A7680EA21991}"/>
              </a:ext>
            </a:extLst>
          </p:cNvPr>
          <p:cNvSpPr txBox="1"/>
          <p:nvPr/>
        </p:nvSpPr>
        <p:spPr>
          <a:xfrm>
            <a:off x="3200401" y="2375499"/>
            <a:ext cx="2743200" cy="1169551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 dirty="0">
                <a:solidFill>
                  <a:srgbClr val="8F5902"/>
                </a:solidFill>
                <a:latin typeface="Consolas"/>
              </a:rPr>
              <a:t># Correct: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def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munge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204A87"/>
                </a:solidFill>
                <a:latin typeface="Consolas"/>
              </a:rPr>
              <a:t>input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AnyStr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...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def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munge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()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-&gt;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PosInt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...</a:t>
            </a:r>
            <a:endParaRPr lang="en-US" b="1" dirty="0">
              <a:solidFill>
                <a:srgbClr val="CE5C00"/>
              </a:solidFill>
            </a:endParaRPr>
          </a:p>
          <a:p>
            <a:r>
              <a:rPr lang="en-US" sz="1000" i="1" dirty="0">
                <a:solidFill>
                  <a:srgbClr val="8F5902"/>
                </a:solidFill>
                <a:latin typeface="Consolas"/>
              </a:rPr>
              <a:t># Wrong: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def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munge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 err="1">
                <a:solidFill>
                  <a:srgbClr val="204A87"/>
                </a:solidFill>
                <a:latin typeface="Consolas"/>
              </a:rPr>
              <a:t>input</a:t>
            </a:r>
            <a:r>
              <a:rPr lang="en-US" sz="1000" b="1" dirty="0" err="1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AnyStr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...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def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munge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()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-&gt;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PosInt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...</a:t>
            </a:r>
            <a:endParaRPr lang="en-US" b="1" dirty="0">
              <a:solidFill>
                <a:srgbClr val="CE5C00"/>
              </a:solidFill>
            </a:endParaRPr>
          </a:p>
          <a:p>
            <a:endParaRPr lang="en-US" sz="1000" dirty="0">
              <a:solidFill>
                <a:srgbClr val="CCCCCC"/>
              </a:solidFill>
              <a:latin typeface="Consola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6A82B-4F67-3331-DCC3-3461EA1A4E62}"/>
              </a:ext>
            </a:extLst>
          </p:cNvPr>
          <p:cNvSpPr txBox="1"/>
          <p:nvPr/>
        </p:nvSpPr>
        <p:spPr>
          <a:xfrm>
            <a:off x="3200400" y="3604764"/>
            <a:ext cx="2743200" cy="1169551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 dirty="0">
                <a:solidFill>
                  <a:srgbClr val="8F5902"/>
                </a:solidFill>
                <a:latin typeface="Consolas"/>
              </a:rPr>
              <a:t># Correct: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def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complex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real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imag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=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0.0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    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return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magic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r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=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real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=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imag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</a:t>
            </a:r>
            <a:endParaRPr lang="en-US" b="1" dirty="0">
              <a:solidFill>
                <a:srgbClr val="000000"/>
              </a:solidFill>
            </a:endParaRPr>
          </a:p>
          <a:p>
            <a:r>
              <a:rPr lang="en-US" sz="1000" i="1" dirty="0">
                <a:solidFill>
                  <a:srgbClr val="8F5902"/>
                </a:solidFill>
                <a:latin typeface="Consolas"/>
              </a:rPr>
              <a:t># Wrong: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def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complex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real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imag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=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0.0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    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return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magic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r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=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real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=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imag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</a:t>
            </a:r>
            <a:endParaRPr lang="en-US" b="1" dirty="0">
              <a:solidFill>
                <a:srgbClr val="000000"/>
              </a:solidFill>
            </a:endParaRPr>
          </a:p>
          <a:p>
            <a:endParaRPr lang="en-US" sz="1000" dirty="0">
              <a:solidFill>
                <a:srgbClr val="CCCCCC"/>
              </a:solidFill>
              <a:latin typeface="Consola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B0F2E-E7F7-13D1-FFC6-2F7B4EE5150C}"/>
              </a:ext>
            </a:extLst>
          </p:cNvPr>
          <p:cNvSpPr txBox="1"/>
          <p:nvPr/>
        </p:nvSpPr>
        <p:spPr>
          <a:xfrm>
            <a:off x="6187297" y="2634292"/>
            <a:ext cx="2743200" cy="1477328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 dirty="0">
                <a:solidFill>
                  <a:srgbClr val="8F5902"/>
                </a:solidFill>
                <a:latin typeface="Consolas"/>
              </a:rPr>
              <a:t># Correct: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def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munge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sep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AnyStr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=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None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...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def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munge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204A87"/>
                </a:solidFill>
                <a:latin typeface="Consolas"/>
              </a:rPr>
              <a:t>input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AnyStr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sep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AnyStr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=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None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limit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=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1000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...</a:t>
            </a:r>
            <a:endParaRPr lang="en-US" b="1" dirty="0">
              <a:solidFill>
                <a:srgbClr val="CE5C00"/>
              </a:solidFill>
            </a:endParaRPr>
          </a:p>
          <a:p>
            <a:r>
              <a:rPr lang="en-US" sz="1000" i="1" dirty="0">
                <a:solidFill>
                  <a:srgbClr val="8F5902"/>
                </a:solidFill>
                <a:latin typeface="Consolas"/>
              </a:rPr>
              <a:t># Wrong: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def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munge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204A87"/>
                </a:solidFill>
                <a:latin typeface="Consolas"/>
              </a:rPr>
              <a:t>input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AnyStr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=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None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...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def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munge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204A87"/>
                </a:solidFill>
                <a:latin typeface="Consolas"/>
              </a:rPr>
              <a:t>input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AnyStr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limit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=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1000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...</a:t>
            </a:r>
            <a:endParaRPr lang="en-US" b="1" dirty="0">
              <a:solidFill>
                <a:srgbClr val="CE5C00"/>
              </a:solidFill>
            </a:endParaRPr>
          </a:p>
          <a:p>
            <a:endParaRPr lang="en-US" sz="1000" dirty="0">
              <a:solidFill>
                <a:srgbClr val="CCCCCC"/>
              </a:solidFill>
              <a:latin typeface="Consola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B70203-FA1F-21B8-6FDA-E6FAC83EFDA3}"/>
              </a:ext>
            </a:extLst>
          </p:cNvPr>
          <p:cNvSpPr txBox="1"/>
          <p:nvPr/>
        </p:nvSpPr>
        <p:spPr>
          <a:xfrm>
            <a:off x="4549588" y="4930588"/>
            <a:ext cx="1154205" cy="156882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40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When to use trailing commas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Robot Ethics Dilemmas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/>
              <a:t>39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AC516AC-5986-F3FD-A274-8D6E908968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404040"/>
                </a:solidFill>
                <a:ea typeface="+mn-lt"/>
                <a:cs typeface="+mn-lt"/>
              </a:rPr>
              <a:t>When trailing commas are redundant, they are often helpful when a version control system is used, when a list of values, arguments or imported items is expected to be extended over time.</a:t>
            </a:r>
            <a:endParaRPr lang="en-US" dirty="0">
              <a:solidFill>
                <a:srgbClr val="40404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7586EB-7179-1B5B-3A54-EB63C2BBBB1E}"/>
              </a:ext>
            </a:extLst>
          </p:cNvPr>
          <p:cNvSpPr txBox="1"/>
          <p:nvPr/>
        </p:nvSpPr>
        <p:spPr>
          <a:xfrm>
            <a:off x="795787" y="1739301"/>
            <a:ext cx="2743200" cy="1938992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 dirty="0">
                <a:solidFill>
                  <a:srgbClr val="8F5902"/>
                </a:solidFill>
                <a:latin typeface="Consolas"/>
              </a:rPr>
              <a:t># Correct: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FILES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=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    </a:t>
            </a:r>
            <a:r>
              <a:rPr lang="en-US" sz="1000" dirty="0">
                <a:solidFill>
                  <a:srgbClr val="4E9A06"/>
                </a:solidFill>
                <a:latin typeface="Consolas"/>
              </a:rPr>
              <a:t>'</a:t>
            </a:r>
            <a:r>
              <a:rPr lang="en-US" sz="1000" dirty="0" err="1">
                <a:solidFill>
                  <a:srgbClr val="4E9A06"/>
                </a:solidFill>
                <a:latin typeface="Consolas"/>
              </a:rPr>
              <a:t>setup.cfg</a:t>
            </a:r>
            <a:r>
              <a:rPr lang="en-US" sz="1000" dirty="0">
                <a:solidFill>
                  <a:srgbClr val="4E9A06"/>
                </a:solidFill>
                <a:latin typeface="Consolas"/>
              </a:rPr>
              <a:t>'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    </a:t>
            </a:r>
            <a:r>
              <a:rPr lang="en-US" sz="1000" dirty="0">
                <a:solidFill>
                  <a:srgbClr val="4E9A06"/>
                </a:solidFill>
                <a:latin typeface="Consolas"/>
              </a:rPr>
              <a:t>'tox.ini'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    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initialize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FILES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          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error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=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True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           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</a:t>
            </a:r>
            <a:endParaRPr lang="en-US" b="1" dirty="0">
              <a:solidFill>
                <a:srgbClr val="000000"/>
              </a:solidFill>
            </a:endParaRPr>
          </a:p>
          <a:p>
            <a:r>
              <a:rPr lang="en-US" sz="1000" i="1" dirty="0">
                <a:solidFill>
                  <a:srgbClr val="8F5902"/>
                </a:solidFill>
                <a:latin typeface="Consolas"/>
              </a:rPr>
              <a:t># Wrong: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FILES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=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4E9A06"/>
                </a:solidFill>
                <a:latin typeface="Consolas"/>
              </a:rPr>
              <a:t>'</a:t>
            </a:r>
            <a:r>
              <a:rPr lang="en-US" sz="1000" dirty="0" err="1">
                <a:solidFill>
                  <a:srgbClr val="4E9A06"/>
                </a:solidFill>
                <a:latin typeface="Consolas"/>
              </a:rPr>
              <a:t>setup.cfg</a:t>
            </a:r>
            <a:r>
              <a:rPr lang="en-US" sz="1000" dirty="0">
                <a:solidFill>
                  <a:srgbClr val="4E9A06"/>
                </a:solidFill>
                <a:latin typeface="Consolas"/>
              </a:rPr>
              <a:t>'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4E9A06"/>
                </a:solidFill>
                <a:latin typeface="Consolas"/>
              </a:rPr>
              <a:t>'tox.ini'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,]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initialize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FILES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error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=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True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,)</a:t>
            </a:r>
            <a:endParaRPr lang="en-US" b="1" dirty="0">
              <a:solidFill>
                <a:srgbClr val="000000"/>
              </a:solidFill>
            </a:endParaRPr>
          </a:p>
          <a:p>
            <a:endParaRPr lang="en-US" sz="1000" dirty="0">
              <a:solidFill>
                <a:srgbClr val="CCCCCC"/>
              </a:solidFill>
              <a:latin typeface="Consola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190614-857E-CD32-887B-145E6FCD516C}"/>
              </a:ext>
            </a:extLst>
          </p:cNvPr>
          <p:cNvSpPr txBox="1"/>
          <p:nvPr/>
        </p:nvSpPr>
        <p:spPr>
          <a:xfrm>
            <a:off x="4549588" y="4930588"/>
            <a:ext cx="1154205" cy="156882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551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Comments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Robot Ethics Dilemmas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/>
              <a:t>39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AC516AC-5986-F3FD-A274-8D6E908968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404040"/>
                </a:solidFill>
                <a:ea typeface="+mn-lt"/>
                <a:cs typeface="+mn-lt"/>
              </a:rPr>
              <a:t>Always make a priority of keeping the comments up-to-date when the code changes!</a:t>
            </a:r>
          </a:p>
          <a:p>
            <a:r>
              <a:rPr lang="en-US" dirty="0">
                <a:solidFill>
                  <a:srgbClr val="404040"/>
                </a:solidFill>
                <a:ea typeface="+mn-lt"/>
                <a:cs typeface="+mn-lt"/>
              </a:rPr>
              <a:t>An inline comment is a comment on the same line as a statement. Inline comments should be separated by at least two spaces from the statement. They should start with a # and a single space.</a:t>
            </a:r>
          </a:p>
          <a:p>
            <a:r>
              <a:rPr lang="en-US">
                <a:solidFill>
                  <a:srgbClr val="404040"/>
                </a:solidFill>
                <a:ea typeface="+mn-lt"/>
                <a:cs typeface="+mn-lt"/>
              </a:rPr>
              <a:t>Write docstrings for all public modules, functions, classes, and methods. Docstrings are not necessary for non-public methods, but you should have a comment that describes what the method does. This comment should appear after the </a:t>
            </a:r>
            <a:r>
              <a:rPr lang="en-US">
                <a:solidFill>
                  <a:srgbClr val="404040"/>
                </a:solidFill>
                <a:latin typeface="Calibri"/>
                <a:cs typeface="Calibri" panose="020F0502020204030204"/>
              </a:rPr>
              <a:t>def</a:t>
            </a:r>
            <a:r>
              <a:rPr lang="en-US">
                <a:solidFill>
                  <a:srgbClr val="404040"/>
                </a:solidFill>
                <a:ea typeface="+mn-lt"/>
                <a:cs typeface="+mn-lt"/>
              </a:rPr>
              <a:t> line.</a:t>
            </a:r>
            <a:endParaRPr lang="en-US" dirty="0">
              <a:solidFill>
                <a:srgbClr val="404040"/>
              </a:solidFill>
              <a:cs typeface="Calibri" panose="020F0502020204030204"/>
            </a:endParaRPr>
          </a:p>
          <a:p>
            <a:endParaRPr lang="en-US" dirty="0">
              <a:solidFill>
                <a:srgbClr val="404040"/>
              </a:solidFill>
              <a:cs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EDC24F-0516-9FC1-8FDF-D596746900E6}"/>
              </a:ext>
            </a:extLst>
          </p:cNvPr>
          <p:cNvSpPr txBox="1"/>
          <p:nvPr/>
        </p:nvSpPr>
        <p:spPr>
          <a:xfrm>
            <a:off x="623258" y="2127490"/>
            <a:ext cx="5287992" cy="1954381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solidFill>
                  <a:srgbClr val="6A9955"/>
                </a:solidFill>
                <a:latin typeface="Consolas"/>
              </a:rPr>
              <a:t># Comments that contradict the code are worse than no comments.</a:t>
            </a:r>
            <a:endParaRPr lang="en-US" sz="1100" dirty="0">
              <a:solidFill>
                <a:srgbClr val="6A9955"/>
              </a:solidFill>
            </a:endParaRPr>
          </a:p>
          <a:p>
            <a:endParaRPr lang="en-US" sz="1000" dirty="0">
              <a:solidFill>
                <a:srgbClr val="CE9178"/>
              </a:solidFill>
              <a:latin typeface="Consolas"/>
            </a:endParaRPr>
          </a:p>
          <a:p>
            <a:r>
              <a:rPr lang="en-US" sz="1000" dirty="0">
                <a:solidFill>
                  <a:srgbClr val="CE9178"/>
                </a:solidFill>
                <a:latin typeface="Consolas"/>
              </a:rPr>
              <a:t>"""Comments should be complete sentences. The first word should be </a:t>
            </a:r>
          </a:p>
          <a:p>
            <a:r>
              <a:rPr lang="en-US" sz="1000" dirty="0">
                <a:solidFill>
                  <a:srgbClr val="CE9178"/>
                </a:solidFill>
                <a:latin typeface="Consolas"/>
              </a:rPr>
              <a:t>capitalized, unless it is an identifier that begins with a lower case</a:t>
            </a:r>
          </a:p>
          <a:p>
            <a:r>
              <a:rPr lang="en-US" sz="1000" dirty="0">
                <a:solidFill>
                  <a:srgbClr val="CE9178"/>
                </a:solidFill>
                <a:latin typeface="Consolas"/>
              </a:rPr>
              <a:t>letter (never alter the case of identifiers!).</a:t>
            </a:r>
          </a:p>
          <a:p>
            <a:r>
              <a:rPr lang="en-US" sz="1000" dirty="0">
                <a:solidFill>
                  <a:srgbClr val="CE9178"/>
                </a:solidFill>
                <a:latin typeface="Consolas"/>
              </a:rPr>
              <a:t>"""</a:t>
            </a:r>
          </a:p>
          <a:p>
            <a:r>
              <a:rPr lang="en-US" sz="1000" dirty="0">
                <a:solidFill>
                  <a:srgbClr val="CE9178"/>
                </a:solidFill>
                <a:latin typeface="Consolas"/>
              </a:rPr>
              <a:t>"""Block comments generally consist of one or more paragraphs built out</a:t>
            </a:r>
          </a:p>
          <a:p>
            <a:r>
              <a:rPr lang="en-US" sz="1000" dirty="0">
                <a:solidFill>
                  <a:srgbClr val="CE9178"/>
                </a:solidFill>
                <a:latin typeface="Consolas"/>
              </a:rPr>
              <a:t>of complete sentences, with each sentence ending in a period. You should use one or two spaces after a sentence-ending period in </a:t>
            </a:r>
          </a:p>
          <a:p>
            <a:r>
              <a:rPr lang="en-US" sz="1000" dirty="0">
                <a:solidFill>
                  <a:srgbClr val="CE9178"/>
                </a:solidFill>
                <a:latin typeface="Consolas"/>
              </a:rPr>
              <a:t>multi-sentence comments, except after the final sentence.</a:t>
            </a:r>
          </a:p>
          <a:p>
            <a:r>
              <a:rPr lang="en-US" sz="1000" dirty="0">
                <a:solidFill>
                  <a:srgbClr val="CE9178"/>
                </a:solidFill>
                <a:latin typeface="Consolas"/>
              </a:rPr>
              <a:t>"""</a:t>
            </a:r>
          </a:p>
          <a:p>
            <a:endParaRPr lang="en-US" sz="1000" dirty="0">
              <a:solidFill>
                <a:srgbClr val="CCCCCC"/>
              </a:solidFill>
              <a:latin typeface="Consola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A6E41F-EE6A-3BB5-45C4-A83DFB1BD682}"/>
              </a:ext>
            </a:extLst>
          </p:cNvPr>
          <p:cNvSpPr txBox="1"/>
          <p:nvPr/>
        </p:nvSpPr>
        <p:spPr>
          <a:xfrm>
            <a:off x="6036334" y="2073575"/>
            <a:ext cx="2743200" cy="400110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solidFill>
                  <a:srgbClr val="6A9955"/>
                </a:solidFill>
                <a:latin typeface="Consolas"/>
              </a:rPr>
              <a:t># Not required</a:t>
            </a:r>
            <a:endParaRPr lang="en-US" sz="1000">
              <a:cs typeface="Calibri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x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=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x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+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1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          </a:t>
            </a:r>
            <a:r>
              <a:rPr lang="en-US" sz="1000" i="1" dirty="0">
                <a:solidFill>
                  <a:srgbClr val="8F5902"/>
                </a:solidFill>
                <a:latin typeface="Consolas"/>
              </a:rPr>
              <a:t># Increment x</a:t>
            </a:r>
            <a:endParaRPr lang="en-US" i="1" dirty="0">
              <a:solidFill>
                <a:srgbClr val="8F590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7BE7D4-65B3-0296-6091-498E5D30564D}"/>
              </a:ext>
            </a:extLst>
          </p:cNvPr>
          <p:cNvSpPr txBox="1"/>
          <p:nvPr/>
        </p:nvSpPr>
        <p:spPr>
          <a:xfrm>
            <a:off x="6036334" y="2569593"/>
            <a:ext cx="2743200" cy="246221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  <a:latin typeface="Consolas"/>
              </a:rPr>
              <a:t>x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=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x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+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1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    </a:t>
            </a:r>
            <a:r>
              <a:rPr lang="en-US" sz="1000" i="1" dirty="0">
                <a:solidFill>
                  <a:srgbClr val="8F5902"/>
                </a:solidFill>
                <a:latin typeface="Consolas"/>
              </a:rPr>
              <a:t># Compensate for border</a:t>
            </a:r>
            <a:endParaRPr lang="en-US" i="1" dirty="0">
              <a:solidFill>
                <a:srgbClr val="8F590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F103A6-F1DC-9D7E-0555-D9CD0003F13D}"/>
              </a:ext>
            </a:extLst>
          </p:cNvPr>
          <p:cNvSpPr txBox="1"/>
          <p:nvPr/>
        </p:nvSpPr>
        <p:spPr>
          <a:xfrm>
            <a:off x="6036334" y="3108744"/>
            <a:ext cx="2743200" cy="246221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solidFill>
                  <a:srgbClr val="CE9178"/>
                </a:solidFill>
                <a:latin typeface="Consolas"/>
              </a:rPr>
              <a:t>"""Return an ex-parrot."""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FBE5DD-9314-D1E8-D715-8663CD69E52B}"/>
              </a:ext>
            </a:extLst>
          </p:cNvPr>
          <p:cNvSpPr txBox="1"/>
          <p:nvPr/>
        </p:nvSpPr>
        <p:spPr>
          <a:xfrm>
            <a:off x="4549588" y="4930588"/>
            <a:ext cx="1154205" cy="156882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690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Naming Conventions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Robot Ethics Dilemmas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/>
              <a:t>39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AC516AC-5986-F3FD-A274-8D6E908968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cs typeface="Calibri"/>
              </a:rPr>
              <a:t>Naming Styles:</a:t>
            </a:r>
          </a:p>
          <a:p>
            <a:pPr algn="l"/>
            <a:r>
              <a:rPr lang="en-US" dirty="0">
                <a:cs typeface="Calibri"/>
              </a:rPr>
              <a:t>b (single lowercase letter)</a:t>
            </a:r>
            <a:endParaRPr lang="en-US">
              <a:cs typeface="Calibri"/>
            </a:endParaRPr>
          </a:p>
          <a:p>
            <a:pPr algn="l"/>
            <a:r>
              <a:rPr lang="en-US" dirty="0">
                <a:cs typeface="Calibri"/>
              </a:rPr>
              <a:t>B (single uppercase letter)</a:t>
            </a:r>
            <a:endParaRPr lang="en-US" dirty="0"/>
          </a:p>
          <a:p>
            <a:pPr algn="l"/>
            <a:r>
              <a:rPr lang="en-US" dirty="0">
                <a:cs typeface="Calibri"/>
              </a:rPr>
              <a:t>lowercase</a:t>
            </a:r>
            <a:endParaRPr lang="en-US" dirty="0"/>
          </a:p>
          <a:p>
            <a:pPr algn="l"/>
            <a:r>
              <a:rPr lang="en-US" dirty="0" err="1">
                <a:cs typeface="Calibri"/>
              </a:rPr>
              <a:t>lower_case_with_underscores</a:t>
            </a:r>
            <a:endParaRPr lang="en-US" dirty="0" err="1"/>
          </a:p>
          <a:p>
            <a:pPr algn="l"/>
            <a:r>
              <a:rPr lang="en-US" dirty="0">
                <a:cs typeface="Calibri"/>
              </a:rPr>
              <a:t>UPPERCASE</a:t>
            </a:r>
            <a:endParaRPr lang="en-US" dirty="0"/>
          </a:p>
          <a:p>
            <a:pPr algn="l"/>
            <a:r>
              <a:rPr lang="en-US" dirty="0">
                <a:cs typeface="Calibri"/>
              </a:rPr>
              <a:t>UPPER_CASE_WITH_UNDERSCORES</a:t>
            </a:r>
            <a:endParaRPr lang="en-US" dirty="0"/>
          </a:p>
          <a:p>
            <a:pPr algn="l"/>
            <a:r>
              <a:rPr lang="en-US" dirty="0" err="1">
                <a:cs typeface="Calibri"/>
              </a:rPr>
              <a:t>CapitalizedWords</a:t>
            </a:r>
            <a:r>
              <a:rPr lang="en-US" dirty="0">
                <a:cs typeface="Calibri"/>
              </a:rPr>
              <a:t> (or </a:t>
            </a:r>
            <a:r>
              <a:rPr lang="en-US" dirty="0" err="1">
                <a:cs typeface="Calibri"/>
              </a:rPr>
              <a:t>CapWords</a:t>
            </a:r>
            <a:r>
              <a:rPr lang="en-US" dirty="0">
                <a:cs typeface="Calibri"/>
              </a:rPr>
              <a:t>, or CamelCase – so named because of the bumpy look of its letters [4]). This is also sometimes known as </a:t>
            </a:r>
            <a:r>
              <a:rPr lang="en-US" dirty="0" err="1">
                <a:cs typeface="Calibri"/>
              </a:rPr>
              <a:t>StudlyCaps</a:t>
            </a:r>
            <a:r>
              <a:rPr lang="en-US" dirty="0">
                <a:cs typeface="Calibri"/>
              </a:rPr>
              <a:t>.</a:t>
            </a:r>
            <a:endParaRPr lang="en-US" dirty="0"/>
          </a:p>
          <a:p>
            <a:pPr algn="l"/>
            <a:r>
              <a:rPr lang="en-US" dirty="0">
                <a:cs typeface="Calibri"/>
              </a:rPr>
              <a:t>Note: When using acronyms in </a:t>
            </a:r>
            <a:r>
              <a:rPr lang="en-US" dirty="0" err="1">
                <a:cs typeface="Calibri"/>
              </a:rPr>
              <a:t>CapWords</a:t>
            </a:r>
            <a:r>
              <a:rPr lang="en-US" dirty="0">
                <a:cs typeface="Calibri"/>
              </a:rPr>
              <a:t>, capitalize all the letters of the acronym. Thus HTTPServerError is better than HttpServerError.</a:t>
            </a:r>
            <a:endParaRPr lang="en-US" dirty="0"/>
          </a:p>
          <a:p>
            <a:pPr algn="l"/>
            <a:r>
              <a:rPr lang="en-US" dirty="0" err="1">
                <a:cs typeface="Calibri"/>
              </a:rPr>
              <a:t>mixedCase</a:t>
            </a:r>
            <a:r>
              <a:rPr lang="en-US" dirty="0">
                <a:cs typeface="Calibri"/>
              </a:rPr>
              <a:t> (differs from </a:t>
            </a:r>
            <a:r>
              <a:rPr lang="en-US" dirty="0" err="1">
                <a:cs typeface="Calibri"/>
              </a:rPr>
              <a:t>CapitalizedWords</a:t>
            </a:r>
            <a:r>
              <a:rPr lang="en-US" dirty="0">
                <a:cs typeface="Calibri"/>
              </a:rPr>
              <a:t> by initial lowercase character!)</a:t>
            </a:r>
            <a:endParaRPr lang="en-US" dirty="0"/>
          </a:p>
          <a:p>
            <a:pPr algn="l"/>
            <a:r>
              <a:rPr lang="en-US" dirty="0" err="1">
                <a:cs typeface="Calibri"/>
              </a:rPr>
              <a:t>Capitalized_Words_With_Underscores</a:t>
            </a:r>
            <a:r>
              <a:rPr lang="en-US" dirty="0">
                <a:cs typeface="Calibri"/>
              </a:rPr>
              <a:t> (ugly!)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382644-50CC-C1EB-36B6-2ACEF6D18133}"/>
              </a:ext>
            </a:extLst>
          </p:cNvPr>
          <p:cNvSpPr txBox="1"/>
          <p:nvPr/>
        </p:nvSpPr>
        <p:spPr>
          <a:xfrm>
            <a:off x="4549588" y="4930588"/>
            <a:ext cx="1154205" cy="156882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556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Naming Conventions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Robot Ethics Dilemmas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/>
              <a:t>39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AC516AC-5986-F3FD-A274-8D6E908968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dirty="0">
                <a:solidFill>
                  <a:srgbClr val="333333"/>
                </a:solidFill>
                <a:ea typeface="+mn-lt"/>
                <a:cs typeface="+mn-lt"/>
              </a:rPr>
              <a:t>Never use the characters ‘l’ (lowercase letter </a:t>
            </a:r>
            <a:r>
              <a:rPr lang="en-US" dirty="0" err="1">
                <a:solidFill>
                  <a:srgbClr val="333333"/>
                </a:solidFill>
                <a:ea typeface="+mn-lt"/>
                <a:cs typeface="+mn-lt"/>
              </a:rPr>
              <a:t>el</a:t>
            </a:r>
            <a:r>
              <a:rPr lang="en-US" dirty="0">
                <a:solidFill>
                  <a:srgbClr val="333333"/>
                </a:solidFill>
                <a:ea typeface="+mn-lt"/>
                <a:cs typeface="+mn-lt"/>
              </a:rPr>
              <a:t>), ‘O’ (uppercase letter oh), or ‘I’ (uppercase letter eye) as single character variable names</a:t>
            </a:r>
            <a:endParaRPr lang="en-US" dirty="0">
              <a:cs typeface="Calibri"/>
            </a:endParaRPr>
          </a:p>
          <a:p>
            <a:pPr algn="l"/>
            <a:r>
              <a:rPr lang="en-US" dirty="0">
                <a:solidFill>
                  <a:srgbClr val="333333"/>
                </a:solidFill>
                <a:ea typeface="+mn-lt"/>
                <a:cs typeface="+mn-lt"/>
              </a:rPr>
              <a:t>When tempted to use ‘l’, use ‘L’ instead</a:t>
            </a:r>
            <a:endParaRPr lang="en-US" dirty="0"/>
          </a:p>
          <a:p>
            <a:pPr algn="l"/>
            <a:r>
              <a:rPr lang="en-US" dirty="0">
                <a:solidFill>
                  <a:srgbClr val="404040"/>
                </a:solidFill>
                <a:ea typeface="+mn-lt"/>
                <a:cs typeface="+mn-lt"/>
              </a:rPr>
              <a:t>Modules should have short, all-lowercase names. Underscores can be used in the module name if it improves readability</a:t>
            </a:r>
          </a:p>
          <a:p>
            <a:pPr algn="l"/>
            <a:r>
              <a:rPr lang="en-US" dirty="0">
                <a:solidFill>
                  <a:srgbClr val="404040"/>
                </a:solidFill>
                <a:ea typeface="+mn-lt"/>
                <a:cs typeface="+mn-lt"/>
              </a:rPr>
              <a:t>Class names should normally use the </a:t>
            </a:r>
            <a:r>
              <a:rPr lang="en-US" dirty="0" err="1">
                <a:solidFill>
                  <a:srgbClr val="404040"/>
                </a:solidFill>
                <a:ea typeface="+mn-lt"/>
                <a:cs typeface="+mn-lt"/>
              </a:rPr>
              <a:t>CapWords</a:t>
            </a:r>
            <a:r>
              <a:rPr lang="en-US" dirty="0">
                <a:solidFill>
                  <a:srgbClr val="404040"/>
                </a:solidFill>
                <a:ea typeface="+mn-lt"/>
                <a:cs typeface="+mn-lt"/>
              </a:rPr>
              <a:t> convention</a:t>
            </a:r>
          </a:p>
          <a:p>
            <a:pPr algn="l"/>
            <a:r>
              <a:rPr lang="en-US" dirty="0">
                <a:solidFill>
                  <a:srgbClr val="404040"/>
                </a:solidFill>
                <a:ea typeface="+mn-lt"/>
                <a:cs typeface="+mn-lt"/>
              </a:rPr>
              <a:t>Function names should be lowercase, with words separated by underscores as necessary to improve readability</a:t>
            </a:r>
          </a:p>
          <a:p>
            <a:pPr algn="l"/>
            <a:r>
              <a:rPr lang="en-US" dirty="0">
                <a:solidFill>
                  <a:srgbClr val="404040"/>
                </a:solidFill>
                <a:ea typeface="+mn-lt"/>
                <a:cs typeface="+mn-lt"/>
              </a:rPr>
              <a:t>Variable names follow the same convention as function names</a:t>
            </a:r>
            <a:endParaRPr lang="en-US" dirty="0"/>
          </a:p>
          <a:p>
            <a:pPr algn="l"/>
            <a:r>
              <a:rPr lang="en-US" dirty="0">
                <a:solidFill>
                  <a:srgbClr val="404040"/>
                </a:solidFill>
                <a:ea typeface="+mn-lt"/>
                <a:cs typeface="+mn-lt"/>
              </a:rPr>
              <a:t>Always use </a:t>
            </a:r>
            <a:r>
              <a:rPr lang="en-US" i="1" dirty="0">
                <a:solidFill>
                  <a:srgbClr val="404040"/>
                </a:solidFill>
                <a:latin typeface="Calibri" panose="020F0502020204030204"/>
                <a:ea typeface="+mn-lt"/>
                <a:cs typeface="+mn-lt"/>
              </a:rPr>
              <a:t>self</a:t>
            </a:r>
            <a:r>
              <a:rPr lang="en-US" dirty="0">
                <a:solidFill>
                  <a:srgbClr val="404040"/>
                </a:solidFill>
                <a:ea typeface="+mn-lt"/>
                <a:cs typeface="+mn-lt"/>
              </a:rPr>
              <a:t> for the first argument to instance methods</a:t>
            </a:r>
          </a:p>
          <a:p>
            <a:pPr algn="l"/>
            <a:r>
              <a:rPr lang="en-US" dirty="0">
                <a:solidFill>
                  <a:srgbClr val="404040"/>
                </a:solidFill>
                <a:ea typeface="+mn-lt"/>
                <a:cs typeface="+mn-lt"/>
              </a:rPr>
              <a:t>If a function argument’s name clashes with a reserved keyword, it is generally better to append a single trailing underscore rather than use an abbreviation or spelling corruption. Thus </a:t>
            </a:r>
            <a:r>
              <a:rPr lang="en-US" dirty="0">
                <a:solidFill>
                  <a:srgbClr val="404040"/>
                </a:solidFill>
                <a:latin typeface="Calibri"/>
                <a:ea typeface="+mn-lt"/>
                <a:cs typeface="+mn-lt"/>
              </a:rPr>
              <a:t>class_</a:t>
            </a:r>
            <a:r>
              <a:rPr lang="en-US" dirty="0">
                <a:solidFill>
                  <a:srgbClr val="404040"/>
                </a:solidFill>
                <a:ea typeface="+mn-lt"/>
                <a:cs typeface="+mn-lt"/>
              </a:rPr>
              <a:t> is better than </a:t>
            </a:r>
            <a:r>
              <a:rPr lang="en-US" dirty="0" err="1">
                <a:solidFill>
                  <a:srgbClr val="404040"/>
                </a:solidFill>
                <a:latin typeface="Calibri"/>
                <a:ea typeface="+mn-lt"/>
                <a:cs typeface="+mn-lt"/>
              </a:rPr>
              <a:t>clss</a:t>
            </a:r>
            <a:r>
              <a:rPr lang="en-US" dirty="0">
                <a:solidFill>
                  <a:srgbClr val="404040"/>
                </a:solidFill>
                <a:latin typeface="Calibri"/>
                <a:ea typeface="+mn-lt"/>
                <a:cs typeface="+mn-lt"/>
              </a:rPr>
              <a:t>.</a:t>
            </a:r>
            <a:endParaRPr lang="en-US" dirty="0"/>
          </a:p>
          <a:p>
            <a:pPr algn="l"/>
            <a:r>
              <a:rPr lang="en-US" dirty="0">
                <a:solidFill>
                  <a:srgbClr val="404040"/>
                </a:solidFill>
                <a:ea typeface="+mn-lt"/>
                <a:cs typeface="+mn-lt"/>
              </a:rPr>
              <a:t>Constants are usually defined on a module level and written in all capital letters with underscores separating words. Examples include </a:t>
            </a:r>
            <a:r>
              <a:rPr lang="en-US" dirty="0">
                <a:solidFill>
                  <a:srgbClr val="404040"/>
                </a:solidFill>
                <a:latin typeface="Calibri"/>
                <a:ea typeface="+mn-lt"/>
                <a:cs typeface="+mn-lt"/>
              </a:rPr>
              <a:t>MAX_OVERFLOW</a:t>
            </a:r>
            <a:r>
              <a:rPr lang="en-US" dirty="0">
                <a:solidFill>
                  <a:srgbClr val="404040"/>
                </a:solidFill>
                <a:ea typeface="+mn-lt"/>
                <a:cs typeface="+mn-lt"/>
              </a:rPr>
              <a:t> and </a:t>
            </a:r>
            <a:r>
              <a:rPr lang="en-US" dirty="0">
                <a:solidFill>
                  <a:srgbClr val="404040"/>
                </a:solidFill>
                <a:latin typeface="Calibri"/>
                <a:ea typeface="+mn-lt"/>
                <a:cs typeface="+mn-lt"/>
              </a:rPr>
              <a:t>TOTAL</a:t>
            </a:r>
            <a:r>
              <a:rPr lang="en-US" dirty="0">
                <a:solidFill>
                  <a:srgbClr val="404040"/>
                </a:solidFill>
                <a:ea typeface="+mn-lt"/>
                <a:cs typeface="+mn-lt"/>
              </a:rPr>
              <a:t>.</a:t>
            </a:r>
          </a:p>
          <a:p>
            <a:pPr algn="l"/>
            <a:endParaRPr lang="en-US" dirty="0">
              <a:solidFill>
                <a:srgbClr val="404040"/>
              </a:solidFill>
              <a:ea typeface="+mn-lt"/>
              <a:cs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7E4439-9FDD-ABF0-EB22-6C25B4413841}"/>
              </a:ext>
            </a:extLst>
          </p:cNvPr>
          <p:cNvSpPr txBox="1"/>
          <p:nvPr/>
        </p:nvSpPr>
        <p:spPr>
          <a:xfrm>
            <a:off x="4549588" y="4930588"/>
            <a:ext cx="1154205" cy="156882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355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cs typeface="Calibri"/>
              </a:rPr>
              <a:t>Programming Recommendations</a:t>
            </a:r>
            <a:endParaRPr dirty="0"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Robot Ethics Dilemmas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/>
              <a:t>39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AC516AC-5986-F3FD-A274-8D6E908968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dirty="0">
                <a:solidFill>
                  <a:srgbClr val="333333"/>
                </a:solidFill>
                <a:ea typeface="+mn-lt"/>
                <a:cs typeface="+mn-lt"/>
              </a:rPr>
              <a:t>Comparisons to singletons like None should always be done with </a:t>
            </a:r>
            <a:r>
              <a:rPr lang="en-US" dirty="0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is</a:t>
            </a:r>
            <a:r>
              <a:rPr lang="en-US" dirty="0">
                <a:solidFill>
                  <a:srgbClr val="333333"/>
                </a:solidFill>
                <a:ea typeface="+mn-lt"/>
                <a:cs typeface="+mn-lt"/>
              </a:rPr>
              <a:t> or </a:t>
            </a:r>
            <a:r>
              <a:rPr lang="en-US" dirty="0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is not</a:t>
            </a:r>
            <a:r>
              <a:rPr lang="en-US" dirty="0">
                <a:solidFill>
                  <a:srgbClr val="333333"/>
                </a:solidFill>
                <a:ea typeface="+mn-lt"/>
                <a:cs typeface="+mn-lt"/>
              </a:rPr>
              <a:t>, never the equality operators</a:t>
            </a:r>
          </a:p>
          <a:p>
            <a:pPr algn="l"/>
            <a:r>
              <a:rPr lang="en-US" dirty="0">
                <a:solidFill>
                  <a:srgbClr val="333333"/>
                </a:solidFill>
                <a:ea typeface="+mn-lt"/>
                <a:cs typeface="+mn-lt"/>
              </a:rPr>
              <a:t>Use </a:t>
            </a:r>
            <a:r>
              <a:rPr lang="en-US" dirty="0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is not</a:t>
            </a:r>
            <a:r>
              <a:rPr lang="en-US" dirty="0">
                <a:solidFill>
                  <a:srgbClr val="333333"/>
                </a:solidFill>
                <a:ea typeface="+mn-lt"/>
                <a:cs typeface="+mn-lt"/>
              </a:rPr>
              <a:t> operator rather than </a:t>
            </a:r>
            <a:r>
              <a:rPr lang="en-US" dirty="0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not ... Is</a:t>
            </a:r>
          </a:p>
          <a:p>
            <a:pPr algn="l"/>
            <a:r>
              <a:rPr lang="en-US" dirty="0">
                <a:solidFill>
                  <a:srgbClr val="333333"/>
                </a:solidFill>
                <a:ea typeface="+mn-lt"/>
                <a:cs typeface="+mn-lt"/>
              </a:rPr>
              <a:t>When implementing ordering operations with rich comparisons, it is best to implement all six operations (</a:t>
            </a:r>
            <a:r>
              <a:rPr lang="en-US" dirty="0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__eq__</a:t>
            </a:r>
            <a:r>
              <a:rPr lang="en-US" dirty="0">
                <a:solidFill>
                  <a:srgbClr val="333333"/>
                </a:solidFill>
                <a:ea typeface="+mn-lt"/>
                <a:cs typeface="+mn-lt"/>
              </a:rPr>
              <a:t>, </a:t>
            </a:r>
            <a:r>
              <a:rPr lang="en-US" dirty="0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__ne__</a:t>
            </a:r>
            <a:r>
              <a:rPr lang="en-US" dirty="0">
                <a:solidFill>
                  <a:srgbClr val="333333"/>
                </a:solidFill>
                <a:ea typeface="+mn-lt"/>
                <a:cs typeface="+mn-lt"/>
              </a:rPr>
              <a:t>, </a:t>
            </a:r>
            <a:r>
              <a:rPr lang="en-US" dirty="0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__</a:t>
            </a:r>
            <a:r>
              <a:rPr lang="en-US" dirty="0" err="1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lt</a:t>
            </a:r>
            <a:r>
              <a:rPr lang="en-US" dirty="0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__</a:t>
            </a:r>
            <a:r>
              <a:rPr lang="en-US" dirty="0">
                <a:solidFill>
                  <a:srgbClr val="333333"/>
                </a:solidFill>
                <a:ea typeface="+mn-lt"/>
                <a:cs typeface="+mn-lt"/>
              </a:rPr>
              <a:t>, </a:t>
            </a:r>
            <a:r>
              <a:rPr lang="en-US" dirty="0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__le__</a:t>
            </a:r>
            <a:r>
              <a:rPr lang="en-US" dirty="0">
                <a:solidFill>
                  <a:srgbClr val="333333"/>
                </a:solidFill>
                <a:ea typeface="+mn-lt"/>
                <a:cs typeface="+mn-lt"/>
              </a:rPr>
              <a:t>, </a:t>
            </a:r>
            <a:r>
              <a:rPr lang="en-US" dirty="0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__</a:t>
            </a:r>
            <a:r>
              <a:rPr lang="en-US" dirty="0" err="1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gt</a:t>
            </a:r>
            <a:r>
              <a:rPr lang="en-US" dirty="0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__</a:t>
            </a:r>
            <a:r>
              <a:rPr lang="en-US" dirty="0">
                <a:solidFill>
                  <a:srgbClr val="333333"/>
                </a:solidFill>
                <a:ea typeface="+mn-lt"/>
                <a:cs typeface="+mn-lt"/>
              </a:rPr>
              <a:t>, </a:t>
            </a:r>
            <a:r>
              <a:rPr lang="en-US" dirty="0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__</a:t>
            </a:r>
            <a:r>
              <a:rPr lang="en-US" dirty="0" err="1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ge</a:t>
            </a:r>
            <a:r>
              <a:rPr lang="en-US" dirty="0">
                <a:solidFill>
                  <a:srgbClr val="333333"/>
                </a:solidFill>
                <a:latin typeface="Calibri"/>
                <a:ea typeface="+mn-lt"/>
                <a:cs typeface="+mn-lt"/>
              </a:rPr>
              <a:t>__</a:t>
            </a:r>
            <a:r>
              <a:rPr lang="en-US" dirty="0">
                <a:solidFill>
                  <a:srgbClr val="333333"/>
                </a:solidFill>
                <a:ea typeface="+mn-lt"/>
                <a:cs typeface="+mn-lt"/>
              </a:rPr>
              <a:t>) rather than relying on other code to only exercise a particular comparison.</a:t>
            </a:r>
          </a:p>
          <a:p>
            <a:pPr algn="l"/>
            <a:r>
              <a:rPr lang="en-US" dirty="0">
                <a:solidFill>
                  <a:srgbClr val="333333"/>
                </a:solidFill>
                <a:ea typeface="+mn-lt"/>
                <a:cs typeface="+mn-lt"/>
              </a:rPr>
              <a:t>When catching exceptions, mention specific exceptions whenever possible instead of using a bare </a:t>
            </a:r>
            <a:r>
              <a:rPr lang="en-US" dirty="0">
                <a:solidFill>
                  <a:srgbClr val="333333"/>
                </a:solidFill>
                <a:latin typeface="Consolas"/>
                <a:ea typeface="+mn-lt"/>
                <a:cs typeface="+mn-lt"/>
              </a:rPr>
              <a:t>except:</a:t>
            </a:r>
            <a:r>
              <a:rPr lang="en-US" dirty="0">
                <a:solidFill>
                  <a:srgbClr val="333333"/>
                </a:solidFill>
                <a:ea typeface="+mn-lt"/>
                <a:cs typeface="+mn-lt"/>
              </a:rPr>
              <a:t> clause</a:t>
            </a:r>
          </a:p>
          <a:p>
            <a:pPr algn="l"/>
            <a:endParaRPr lang="en-US" dirty="0">
              <a:solidFill>
                <a:srgbClr val="333333"/>
              </a:solidFill>
              <a:ea typeface="+mn-lt"/>
              <a:cs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EC14FC-05D8-C22B-3DCA-B84760B9BAB9}"/>
              </a:ext>
            </a:extLst>
          </p:cNvPr>
          <p:cNvSpPr txBox="1"/>
          <p:nvPr/>
        </p:nvSpPr>
        <p:spPr>
          <a:xfrm>
            <a:off x="148806" y="2192188"/>
            <a:ext cx="1826644" cy="861774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 dirty="0">
                <a:solidFill>
                  <a:srgbClr val="8F5902"/>
                </a:solidFill>
                <a:latin typeface="Consolas"/>
              </a:rPr>
              <a:t># Correct: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if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foo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is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not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None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endParaRPr lang="en-US" b="1" dirty="0">
              <a:solidFill>
                <a:srgbClr val="000000"/>
              </a:solidFill>
            </a:endParaRPr>
          </a:p>
          <a:p>
            <a:r>
              <a:rPr lang="en-US" sz="1000" i="1" dirty="0">
                <a:solidFill>
                  <a:srgbClr val="8F5902"/>
                </a:solidFill>
                <a:latin typeface="Consolas"/>
              </a:rPr>
              <a:t># Wrong: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if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not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foo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is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None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endParaRPr lang="en-US" b="1" dirty="0">
              <a:solidFill>
                <a:srgbClr val="000000"/>
              </a:solidFill>
            </a:endParaRPr>
          </a:p>
          <a:p>
            <a:endParaRPr lang="en-US" sz="1000" dirty="0">
              <a:solidFill>
                <a:srgbClr val="CCCCCC"/>
              </a:solidFill>
              <a:latin typeface="Consola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C801F0-2DC6-2D58-9800-524FAF88C3DD}"/>
              </a:ext>
            </a:extLst>
          </p:cNvPr>
          <p:cNvSpPr txBox="1"/>
          <p:nvPr/>
        </p:nvSpPr>
        <p:spPr>
          <a:xfrm>
            <a:off x="148806" y="3205792"/>
            <a:ext cx="1837427" cy="861774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 dirty="0">
                <a:solidFill>
                  <a:srgbClr val="8F5902"/>
                </a:solidFill>
                <a:latin typeface="Consolas"/>
              </a:rPr>
              <a:t># Correct: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def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f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x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return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2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*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x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sz="1000" i="1" dirty="0">
                <a:solidFill>
                  <a:srgbClr val="8F5902"/>
                </a:solidFill>
                <a:latin typeface="Consolas"/>
              </a:rPr>
              <a:t># Wrong: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f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=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lambda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x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2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*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x</a:t>
            </a:r>
            <a:endParaRPr lang="en-US" dirty="0">
              <a:solidFill>
                <a:srgbClr val="000000"/>
              </a:solidFill>
            </a:endParaRPr>
          </a:p>
          <a:p>
            <a:endParaRPr lang="en-US" sz="1000" dirty="0">
              <a:solidFill>
                <a:srgbClr val="CCCCCC"/>
              </a:solidFill>
              <a:latin typeface="Consola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457689-5E08-CB6D-D3F0-CF2B022F63EE}"/>
              </a:ext>
            </a:extLst>
          </p:cNvPr>
          <p:cNvSpPr txBox="1"/>
          <p:nvPr/>
        </p:nvSpPr>
        <p:spPr>
          <a:xfrm>
            <a:off x="2046618" y="2623509"/>
            <a:ext cx="2829464" cy="861774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1" dirty="0">
                <a:solidFill>
                  <a:srgbClr val="204A87"/>
                </a:solidFill>
                <a:latin typeface="Consolas"/>
              </a:rPr>
              <a:t>try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    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import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platform_specific_module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except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 err="1">
                <a:solidFill>
                  <a:srgbClr val="CC0000"/>
                </a:solidFill>
                <a:latin typeface="Consolas"/>
              </a:rPr>
              <a:t>ImportError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   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platform_specific_module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=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None</a:t>
            </a:r>
            <a:endParaRPr lang="en-US" b="1" dirty="0">
              <a:solidFill>
                <a:srgbClr val="204A87"/>
              </a:solidFill>
            </a:endParaRPr>
          </a:p>
          <a:p>
            <a:endParaRPr lang="en-US" sz="1000" dirty="0">
              <a:solidFill>
                <a:srgbClr val="CCCCCC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CA4FB7-B980-2468-0769-B6A664954F9A}"/>
              </a:ext>
            </a:extLst>
          </p:cNvPr>
          <p:cNvSpPr txBox="1"/>
          <p:nvPr/>
        </p:nvSpPr>
        <p:spPr>
          <a:xfrm>
            <a:off x="4936466" y="2073575"/>
            <a:ext cx="4080294" cy="2400657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 dirty="0">
                <a:solidFill>
                  <a:srgbClr val="8F5902"/>
                </a:solidFill>
                <a:latin typeface="Consolas"/>
              </a:rPr>
              <a:t># Correct: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try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   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value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=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collection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key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except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 err="1">
                <a:solidFill>
                  <a:srgbClr val="CC0000"/>
                </a:solidFill>
                <a:latin typeface="Consolas"/>
              </a:rPr>
              <a:t>KeyError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    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return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key_not_found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key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else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    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return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handle_value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value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</a:t>
            </a:r>
            <a:endParaRPr lang="en-US" b="1" dirty="0">
              <a:solidFill>
                <a:srgbClr val="000000"/>
              </a:solidFill>
            </a:endParaRPr>
          </a:p>
          <a:p>
            <a:r>
              <a:rPr lang="en-US" sz="1000" i="1" dirty="0">
                <a:solidFill>
                  <a:srgbClr val="8F5902"/>
                </a:solidFill>
                <a:latin typeface="Consolas"/>
              </a:rPr>
              <a:t># Wrong: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try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    </a:t>
            </a:r>
            <a:r>
              <a:rPr lang="en-US" sz="1000" i="1" dirty="0">
                <a:solidFill>
                  <a:srgbClr val="8F5902"/>
                </a:solidFill>
                <a:latin typeface="Consolas"/>
              </a:rPr>
              <a:t># Too broad!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    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return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handle_value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collection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key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])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except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 err="1">
                <a:solidFill>
                  <a:srgbClr val="CC0000"/>
                </a:solidFill>
                <a:latin typeface="Consolas"/>
              </a:rPr>
              <a:t>KeyError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    </a:t>
            </a:r>
            <a:r>
              <a:rPr lang="en-US" sz="1000" i="1" dirty="0">
                <a:solidFill>
                  <a:srgbClr val="8F5902"/>
                </a:solidFill>
                <a:latin typeface="Consolas"/>
              </a:rPr>
              <a:t># Will also catch </a:t>
            </a:r>
            <a:r>
              <a:rPr lang="en-US" sz="1000" i="1" dirty="0" err="1">
                <a:solidFill>
                  <a:srgbClr val="8F5902"/>
                </a:solidFill>
                <a:latin typeface="Consolas"/>
              </a:rPr>
              <a:t>KeyError</a:t>
            </a:r>
            <a:r>
              <a:rPr lang="en-US" sz="1000" i="1" dirty="0">
                <a:solidFill>
                  <a:srgbClr val="8F5902"/>
                </a:solidFill>
                <a:latin typeface="Consolas"/>
              </a:rPr>
              <a:t> raised by </a:t>
            </a:r>
            <a:r>
              <a:rPr lang="en-US" sz="1000" i="1" dirty="0" err="1">
                <a:solidFill>
                  <a:srgbClr val="8F5902"/>
                </a:solidFill>
                <a:latin typeface="Consolas"/>
              </a:rPr>
              <a:t>handle_value</a:t>
            </a:r>
            <a:r>
              <a:rPr lang="en-US" sz="1000" i="1" dirty="0">
                <a:solidFill>
                  <a:srgbClr val="8F5902"/>
                </a:solidFill>
                <a:latin typeface="Consolas"/>
              </a:rPr>
              <a:t>()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    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return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key_not_found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key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</a:t>
            </a:r>
            <a:endParaRPr lang="en-US" b="1" dirty="0">
              <a:solidFill>
                <a:srgbClr val="000000"/>
              </a:solidFill>
            </a:endParaRPr>
          </a:p>
          <a:p>
            <a:endParaRPr lang="en-US" sz="1000" dirty="0">
              <a:solidFill>
                <a:srgbClr val="CCCCCC"/>
              </a:solidFill>
              <a:latin typeface="Consola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D686AF-34F7-98E4-CB65-A6410405D8E6}"/>
              </a:ext>
            </a:extLst>
          </p:cNvPr>
          <p:cNvSpPr txBox="1"/>
          <p:nvPr/>
        </p:nvSpPr>
        <p:spPr>
          <a:xfrm>
            <a:off x="4549588" y="4930588"/>
            <a:ext cx="1154205" cy="156882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577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cs typeface="Calibri"/>
              </a:rPr>
              <a:t>Programming Recommendations</a:t>
            </a:r>
            <a:endParaRPr dirty="0"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Robot Ethics Dilemmas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/>
              <a:t>39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AC516AC-5986-F3FD-A274-8D6E908968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78" y="656622"/>
            <a:ext cx="7886195" cy="32630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dirty="0">
                <a:solidFill>
                  <a:srgbClr val="333333"/>
                </a:solidFill>
                <a:ea typeface="+mn-lt"/>
                <a:cs typeface="+mn-lt"/>
              </a:rPr>
              <a:t>Be consistent in return statements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9503F4-D40B-2502-6E85-839FAFCAB138}"/>
              </a:ext>
            </a:extLst>
          </p:cNvPr>
          <p:cNvSpPr txBox="1"/>
          <p:nvPr/>
        </p:nvSpPr>
        <p:spPr>
          <a:xfrm>
            <a:off x="1561382" y="952141"/>
            <a:ext cx="2570672" cy="3785652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 dirty="0">
                <a:solidFill>
                  <a:srgbClr val="8F5902"/>
                </a:solidFill>
                <a:latin typeface="Consolas"/>
              </a:rPr>
              <a:t># Correct: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def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foo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x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    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if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x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&gt;=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0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        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return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math</a:t>
            </a:r>
            <a:r>
              <a:rPr lang="en-US" sz="1000" b="1" dirty="0" err="1">
                <a:solidFill>
                  <a:srgbClr val="CE5C00"/>
                </a:solidFill>
                <a:latin typeface="Consolas"/>
              </a:rPr>
              <a:t>.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sqrt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x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    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else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        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return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None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def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bar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x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    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if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x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&lt;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0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        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return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None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    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return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math</a:t>
            </a:r>
            <a:r>
              <a:rPr lang="en-US" sz="1000" b="1" dirty="0" err="1">
                <a:solidFill>
                  <a:srgbClr val="CE5C00"/>
                </a:solidFill>
                <a:latin typeface="Consolas"/>
              </a:rPr>
              <a:t>.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sqrt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x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</a:t>
            </a:r>
            <a:endParaRPr lang="en-US" b="1" dirty="0">
              <a:solidFill>
                <a:srgbClr val="000000"/>
              </a:solidFill>
            </a:endParaRPr>
          </a:p>
          <a:p>
            <a:endParaRPr lang="en-US" sz="1000" dirty="0">
              <a:solidFill>
                <a:srgbClr val="CCCCCC"/>
              </a:solidFill>
              <a:latin typeface="Consolas"/>
            </a:endParaRPr>
          </a:p>
          <a:p>
            <a:r>
              <a:rPr lang="en-US" sz="1000" i="1" dirty="0">
                <a:solidFill>
                  <a:srgbClr val="8F5902"/>
                </a:solidFill>
                <a:latin typeface="Consolas"/>
              </a:rPr>
              <a:t># Wrong: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def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foo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x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    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if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x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&gt;=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0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        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return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math</a:t>
            </a:r>
            <a:r>
              <a:rPr lang="en-US" sz="1000" b="1" dirty="0" err="1">
                <a:solidFill>
                  <a:srgbClr val="CE5C00"/>
                </a:solidFill>
                <a:latin typeface="Consolas"/>
              </a:rPr>
              <a:t>.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sqrt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x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def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bar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x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    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if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x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&lt;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0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        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return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    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return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math</a:t>
            </a:r>
            <a:r>
              <a:rPr lang="en-US" sz="1000" b="1" dirty="0" err="1">
                <a:solidFill>
                  <a:srgbClr val="CE5C00"/>
                </a:solidFill>
                <a:latin typeface="Consolas"/>
              </a:rPr>
              <a:t>.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sqrt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x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</a:t>
            </a:r>
            <a:endParaRPr lang="en-US" b="1" dirty="0">
              <a:solidFill>
                <a:srgbClr val="000000"/>
              </a:solidFill>
            </a:endParaRPr>
          </a:p>
          <a:p>
            <a:endParaRPr lang="en-US" sz="1000" dirty="0">
              <a:solidFill>
                <a:srgbClr val="CCCCCC"/>
              </a:solidFill>
              <a:latin typeface="Consola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455D3E-3431-F37A-EA5D-8EF47537833C}"/>
              </a:ext>
            </a:extLst>
          </p:cNvPr>
          <p:cNvSpPr txBox="1"/>
          <p:nvPr/>
        </p:nvSpPr>
        <p:spPr>
          <a:xfrm>
            <a:off x="4742371" y="1167801"/>
            <a:ext cx="2743200" cy="861774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 dirty="0">
                <a:solidFill>
                  <a:srgbClr val="8F5902"/>
                </a:solidFill>
                <a:latin typeface="Consolas"/>
              </a:rPr>
              <a:t># Correct: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if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foo</a:t>
            </a:r>
            <a:r>
              <a:rPr lang="en-US" sz="1000" b="1" dirty="0" err="1">
                <a:solidFill>
                  <a:srgbClr val="CE5C00"/>
                </a:solidFill>
                <a:latin typeface="Consolas"/>
              </a:rPr>
              <a:t>.</a:t>
            </a:r>
            <a:r>
              <a:rPr lang="en-US" sz="1000" dirty="0" err="1">
                <a:solidFill>
                  <a:srgbClr val="000000"/>
                </a:solidFill>
                <a:latin typeface="Consolas"/>
              </a:rPr>
              <a:t>startswith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4E9A06"/>
                </a:solidFill>
                <a:latin typeface="Consolas"/>
              </a:rPr>
              <a:t>'bar'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):</a:t>
            </a:r>
            <a:endParaRPr lang="en-US" b="1" dirty="0">
              <a:solidFill>
                <a:srgbClr val="000000"/>
              </a:solidFill>
            </a:endParaRPr>
          </a:p>
          <a:p>
            <a:r>
              <a:rPr lang="en-US" sz="1000" i="1" dirty="0">
                <a:solidFill>
                  <a:srgbClr val="8F5902"/>
                </a:solidFill>
                <a:latin typeface="Consolas"/>
              </a:rPr>
              <a:t># Wrong: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if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foo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[: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3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]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==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4E9A06"/>
                </a:solidFill>
                <a:latin typeface="Consolas"/>
              </a:rPr>
              <a:t>'bar'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endParaRPr lang="en-US" b="1" dirty="0">
              <a:solidFill>
                <a:srgbClr val="000000"/>
              </a:solidFill>
            </a:endParaRPr>
          </a:p>
          <a:p>
            <a:endParaRPr lang="en-US" sz="1000" dirty="0">
              <a:solidFill>
                <a:srgbClr val="CCCCCC"/>
              </a:solidFill>
              <a:latin typeface="Consola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CB16F9-133C-03AC-90F4-76089620FF13}"/>
              </a:ext>
            </a:extLst>
          </p:cNvPr>
          <p:cNvSpPr txBox="1"/>
          <p:nvPr/>
        </p:nvSpPr>
        <p:spPr>
          <a:xfrm>
            <a:off x="4742371" y="2127490"/>
            <a:ext cx="2743200" cy="861774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 dirty="0">
                <a:solidFill>
                  <a:srgbClr val="8F5902"/>
                </a:solidFill>
                <a:latin typeface="Consolas"/>
              </a:rPr>
              <a:t># Correct: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if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204A87"/>
                </a:solidFill>
                <a:latin typeface="Consolas"/>
              </a:rPr>
              <a:t>isinstance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obj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204A87"/>
                </a:solidFill>
                <a:latin typeface="Consolas"/>
              </a:rPr>
              <a:t>int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):</a:t>
            </a:r>
            <a:endParaRPr lang="en-US" b="1" dirty="0">
              <a:solidFill>
                <a:srgbClr val="000000"/>
              </a:solidFill>
            </a:endParaRPr>
          </a:p>
          <a:p>
            <a:r>
              <a:rPr lang="en-US" sz="1000" i="1" dirty="0">
                <a:solidFill>
                  <a:srgbClr val="8F5902"/>
                </a:solidFill>
                <a:latin typeface="Consolas"/>
              </a:rPr>
              <a:t># Wrong: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if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204A87"/>
                </a:solidFill>
                <a:latin typeface="Consolas"/>
              </a:rPr>
              <a:t>type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obj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is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204A87"/>
                </a:solidFill>
                <a:latin typeface="Consolas"/>
              </a:rPr>
              <a:t>type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00" b="1" dirty="0">
                <a:solidFill>
                  <a:srgbClr val="0000CF"/>
                </a:solidFill>
                <a:latin typeface="Consolas"/>
              </a:rPr>
              <a:t>1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):</a:t>
            </a:r>
            <a:endParaRPr lang="en-US" b="1" dirty="0">
              <a:solidFill>
                <a:srgbClr val="000000"/>
              </a:solidFill>
            </a:endParaRPr>
          </a:p>
          <a:p>
            <a:endParaRPr lang="en-US" sz="1000" dirty="0">
              <a:solidFill>
                <a:srgbClr val="CCCCCC"/>
              </a:solidFill>
              <a:latin typeface="Consola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F0BB87-6248-8318-BB7D-FB6ED5DA69C9}"/>
              </a:ext>
            </a:extLst>
          </p:cNvPr>
          <p:cNvSpPr txBox="1"/>
          <p:nvPr/>
        </p:nvSpPr>
        <p:spPr>
          <a:xfrm>
            <a:off x="4742371" y="3054829"/>
            <a:ext cx="2743200" cy="861774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 dirty="0">
                <a:solidFill>
                  <a:srgbClr val="8F5902"/>
                </a:solidFill>
                <a:latin typeface="Consolas"/>
              </a:rPr>
              <a:t># Correct: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if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greeting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endParaRPr lang="en-US" b="1" dirty="0">
              <a:solidFill>
                <a:srgbClr val="000000"/>
              </a:solidFill>
            </a:endParaRPr>
          </a:p>
          <a:p>
            <a:r>
              <a:rPr lang="en-US" sz="1000" i="1" dirty="0">
                <a:solidFill>
                  <a:srgbClr val="8F5902"/>
                </a:solidFill>
                <a:latin typeface="Consolas"/>
              </a:rPr>
              <a:t># Wrong: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
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if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000000"/>
                </a:solidFill>
                <a:latin typeface="Consolas"/>
              </a:rPr>
              <a:t>greeting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CE5C00"/>
                </a:solidFill>
                <a:latin typeface="Consolas"/>
              </a:rPr>
              <a:t>==</a:t>
            </a:r>
            <a:r>
              <a:rPr lang="en-US" sz="1000" dirty="0">
                <a:solidFill>
                  <a:srgbClr val="333333"/>
                </a:solidFill>
                <a:latin typeface="Consolas"/>
              </a:rPr>
              <a:t> </a:t>
            </a:r>
            <a:r>
              <a:rPr lang="en-US" sz="1000" b="1" dirty="0">
                <a:solidFill>
                  <a:srgbClr val="204A87"/>
                </a:solidFill>
                <a:latin typeface="Consolas"/>
              </a:rPr>
              <a:t>True</a:t>
            </a:r>
            <a:r>
              <a:rPr lang="en-US" sz="1000" b="1" dirty="0">
                <a:solidFill>
                  <a:srgbClr val="000000"/>
                </a:solidFill>
                <a:latin typeface="Consolas"/>
              </a:rPr>
              <a:t>:</a:t>
            </a:r>
            <a:endParaRPr lang="en-US" b="1" dirty="0">
              <a:solidFill>
                <a:srgbClr val="000000"/>
              </a:solidFill>
            </a:endParaRPr>
          </a:p>
          <a:p>
            <a:endParaRPr lang="en-US" sz="1000" dirty="0">
              <a:solidFill>
                <a:srgbClr val="CCCCCC"/>
              </a:solidFill>
              <a:latin typeface="Consola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7DBE13-E259-F7FB-8A7B-7BAA0B441438}"/>
              </a:ext>
            </a:extLst>
          </p:cNvPr>
          <p:cNvSpPr txBox="1"/>
          <p:nvPr/>
        </p:nvSpPr>
        <p:spPr>
          <a:xfrm>
            <a:off x="4549588" y="4930588"/>
            <a:ext cx="1154205" cy="156882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629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55782" y="837289"/>
            <a:ext cx="6774085" cy="940642"/>
          </a:xfrm>
        </p:spPr>
        <p:txBody>
          <a:bodyPr vert="horz" wrap="square" lIns="0" tIns="17145" rIns="0" bIns="0" rtlCol="0" anchor="t">
            <a:spAutoFit/>
          </a:bodyPr>
          <a:lstStyle/>
          <a:p>
            <a:r>
              <a:rPr lang="en-US">
                <a:cs typeface="Calibri"/>
              </a:rPr>
              <a:t>Print factors of a number</a:t>
            </a:r>
            <a:endParaRPr lang="en-US">
              <a:solidFill>
                <a:srgbClr val="000000"/>
              </a:solidFill>
              <a:cs typeface="Calibri"/>
            </a:endParaRPr>
          </a:p>
          <a:p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Find the largest of three numbers</a:t>
            </a:r>
          </a:p>
          <a:p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Bubble Sort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9562" y="164980"/>
            <a:ext cx="3659131" cy="335348"/>
          </a:xfrm>
        </p:spPr>
        <p:txBody>
          <a:bodyPr/>
          <a:lstStyle/>
          <a:p>
            <a:r>
              <a:rPr lang="en-US"/>
              <a:t>Try it now!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7F3A9C-3E53-59E0-2A25-B5CB62895249}"/>
              </a:ext>
            </a:extLst>
          </p:cNvPr>
          <p:cNvSpPr txBox="1"/>
          <p:nvPr/>
        </p:nvSpPr>
        <p:spPr>
          <a:xfrm>
            <a:off x="4549588" y="4930588"/>
            <a:ext cx="1154205" cy="156882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55782" y="837289"/>
            <a:ext cx="6774085" cy="571310"/>
          </a:xfrm>
        </p:spPr>
        <p:txBody>
          <a:bodyPr vert="horz" wrap="square" lIns="0" tIns="17145" rIns="0" bIns="0" rtlCol="0" anchor="t">
            <a:spAutoFit/>
          </a:bodyPr>
          <a:lstStyle/>
          <a:p>
            <a:r>
              <a:rPr lang="en-US">
                <a:cs typeface="Calibri"/>
              </a:rPr>
              <a:t>pycodestyle</a:t>
            </a:r>
            <a:endParaRPr lang="en-US"/>
          </a:p>
          <a:p>
            <a:endParaRPr lang="en-US" dirty="0">
              <a:cs typeface="Calibri"/>
            </a:endParaRPr>
          </a:p>
          <a:p>
            <a:r>
              <a:rPr lang="en-US" dirty="0" err="1">
                <a:cs typeface="Calibri"/>
              </a:rPr>
              <a:t>pylint</a:t>
            </a:r>
            <a:endParaRPr>
              <a:cs typeface="Calibri" panose="020F0502020204030204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9562" y="164980"/>
            <a:ext cx="3659131" cy="335348"/>
          </a:xfrm>
        </p:spPr>
        <p:txBody>
          <a:bodyPr/>
          <a:lstStyle/>
          <a:p>
            <a:r>
              <a:rPr lang="en-US"/>
              <a:t>Linters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3449EC-C748-FDD3-08F5-6C3063471344}"/>
              </a:ext>
            </a:extLst>
          </p:cNvPr>
          <p:cNvSpPr txBox="1"/>
          <p:nvPr/>
        </p:nvSpPr>
        <p:spPr>
          <a:xfrm>
            <a:off x="4549588" y="4930588"/>
            <a:ext cx="1154205" cy="156882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614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55782" y="837289"/>
            <a:ext cx="6774085" cy="201978"/>
          </a:xfrm>
        </p:spPr>
        <p:txBody>
          <a:bodyPr vert="horz" wrap="square" lIns="0" tIns="17145" rIns="0" bIns="0" rtlCol="0" anchor="t"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https://peps.python.org/pep-0008/</a:t>
            </a:r>
            <a:endParaRPr dirty="0">
              <a:cs typeface="Calibri" panose="020F0502020204030204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9562" y="164980"/>
            <a:ext cx="3659131" cy="335348"/>
          </a:xfrm>
        </p:spPr>
        <p:txBody>
          <a:bodyPr/>
          <a:lstStyle/>
          <a:p>
            <a:r>
              <a:rPr lang="en-US"/>
              <a:t>References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3449EC-C748-FDD3-08F5-6C3063471344}"/>
              </a:ext>
            </a:extLst>
          </p:cNvPr>
          <p:cNvSpPr txBox="1"/>
          <p:nvPr/>
        </p:nvSpPr>
        <p:spPr>
          <a:xfrm>
            <a:off x="4549588" y="4930588"/>
            <a:ext cx="1154205" cy="156882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144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467935-2245-BB31-4CC5-D7803247D4D9}"/>
              </a:ext>
            </a:extLst>
          </p:cNvPr>
          <p:cNvSpPr txBox="1"/>
          <p:nvPr/>
        </p:nvSpPr>
        <p:spPr>
          <a:xfrm>
            <a:off x="4549588" y="4930588"/>
            <a:ext cx="1154205" cy="156882"/>
          </a:xfrm>
          <a:prstGeom prst="rect">
            <a:avLst/>
          </a:prstGeom>
          <a:solidFill>
            <a:srgbClr val="F8F8F8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702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theme/theme1.xml><?xml version="1.0" encoding="utf-8"?>
<a:theme xmlns:a="http://schemas.openxmlformats.org/drawingml/2006/main" name="2_Content Slides">
  <a:themeElements>
    <a:clrScheme name="TCS New Color Palette">
      <a:dk1>
        <a:sysClr val="windowText" lastClr="000000"/>
      </a:dk1>
      <a:lt1>
        <a:sysClr val="window" lastClr="FFFFFF"/>
      </a:lt1>
      <a:dk2>
        <a:srgbClr val="1E2323"/>
      </a:dk2>
      <a:lt2>
        <a:srgbClr val="F4F3F9"/>
      </a:lt2>
      <a:accent1>
        <a:srgbClr val="64E6E1"/>
      </a:accent1>
      <a:accent2>
        <a:srgbClr val="007DC5"/>
      </a:accent2>
      <a:accent3>
        <a:srgbClr val="4D2F9E"/>
      </a:accent3>
      <a:accent4>
        <a:srgbClr val="BE0046"/>
      </a:accent4>
      <a:accent5>
        <a:srgbClr val="EB5000"/>
      </a:accent5>
      <a:accent6>
        <a:srgbClr val="FFE600"/>
      </a:accent6>
      <a:hlink>
        <a:srgbClr val="007DC5"/>
      </a:hlink>
      <a:folHlink>
        <a:srgbClr val="005B9C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TCS White">
      <a:srgbClr val="F4F3F9"/>
    </a:custClr>
    <a:custClr name="TCS Black">
      <a:srgbClr val="1E2323"/>
    </a:custClr>
    <a:custClr name="TCS Pink">
      <a:srgbClr val="F03782"/>
    </a:custClr>
    <a:custClr name="TCS Green 1">
      <a:srgbClr val="00ACAC"/>
    </a:custClr>
    <a:custClr name="TCS Green 2">
      <a:srgbClr val="1ACFCF"/>
    </a:custClr>
    <a:custClr name="TCS Green 3">
      <a:srgbClr val="64E6E1"/>
    </a:custClr>
    <a:custClr name="TCS Green 4">
      <a:srgbClr val="83EBE7"/>
    </a:custClr>
    <a:custClr name="TCS Green 5">
      <a:srgbClr val="A2F0ED"/>
    </a:custClr>
    <a:custClr name="TCS Green 6">
      <a:srgbClr val="C1F5F3"/>
    </a:custClr>
    <a:custClr name="TCS Blue 1">
      <a:srgbClr val="154B8C"/>
    </a:custClr>
    <a:custClr name="TCS Blue 2">
      <a:srgbClr val="005B9C"/>
    </a:custClr>
    <a:custClr name="TCS Blue 3">
      <a:srgbClr val="007DC5"/>
    </a:custClr>
    <a:custClr name="TCS Blue 4">
      <a:srgbClr val="47A3EB"/>
    </a:custClr>
    <a:custClr name="TCS Blue 5">
      <a:srgbClr val="75BAF0"/>
    </a:custClr>
    <a:custClr name="TCS Blue 6">
      <a:srgbClr val="A3D1F5"/>
    </a:custClr>
    <a:custClr name="TCS Purple 1">
      <a:srgbClr val="4D0092"/>
    </a:custClr>
    <a:custClr name="TCS Purple 2">
      <a:srgbClr val="4D129E"/>
    </a:custClr>
    <a:custClr name="TCS Purple 3">
      <a:srgbClr val="4D2F9E"/>
    </a:custClr>
    <a:custClr name="TCS Purple 4">
      <a:srgbClr val="7159B1"/>
    </a:custClr>
    <a:custClr name="TCS Purple 5">
      <a:srgbClr val="9482C5"/>
    </a:custClr>
    <a:custClr name="TCS Purple 6">
      <a:srgbClr val="B8ACD8"/>
    </a:custClr>
    <a:custClr name="TCS Magenta 1">
      <a:srgbClr val="8F0035"/>
    </a:custClr>
    <a:custClr name="TCS Magenta 2">
      <a:srgbClr val="A30046"/>
    </a:custClr>
    <a:custClr name="TCS Magenta 3">
      <a:srgbClr val="BE0046"/>
    </a:custClr>
    <a:custClr name="TCS Magenta 4">
      <a:srgbClr val="CB336B"/>
    </a:custClr>
    <a:custClr name="TCS Magenta 5">
      <a:srgbClr val="D86690"/>
    </a:custClr>
    <a:custClr name="TCS Magenta 6">
      <a:srgbClr val="E599B5"/>
    </a:custClr>
    <a:custClr name="TCS Orange 1">
      <a:srgbClr val="B03C00"/>
    </a:custClr>
    <a:custClr name="TCS Orange 2">
      <a:srgbClr val="CD5000"/>
    </a:custClr>
    <a:custClr name="TCS Orange 3">
      <a:srgbClr val="EB5000"/>
    </a:custClr>
    <a:custClr name="TCS Orange 4">
      <a:srgbClr val="EF7333"/>
    </a:custClr>
    <a:custClr name="TCS Orange 5">
      <a:srgbClr val="F39666"/>
    </a:custClr>
    <a:custClr name="TCS Orange 6">
      <a:srgbClr val="F7B999"/>
    </a:custClr>
    <a:custClr name="TCS Yellow 1">
      <a:srgbClr val="FFBC00"/>
    </a:custClr>
    <a:custClr name="TCS Yellow 2">
      <a:srgbClr val="FFD300"/>
    </a:custClr>
    <a:custClr name="TCS Yellow 3">
      <a:srgbClr val="FFE600"/>
    </a:custClr>
    <a:custClr name="TCS Yellow 4">
      <a:srgbClr val="FFEB33"/>
    </a:custClr>
    <a:custClr name="TCS Yellow 5">
      <a:srgbClr val="FFF066"/>
    </a:custClr>
    <a:custClr name="TCS Yellow 6">
      <a:srgbClr val="FFF599"/>
    </a:custClr>
  </a:custClrLst>
  <a:extLst>
    <a:ext uri="{05A4C25C-085E-4340-85A3-A5531E510DB2}">
      <thm15:themeFamily xmlns:thm15="http://schemas.microsoft.com/office/thememl/2012/main" name="TCS Building on belief PPT template" id="{DDDA585A-DC68-4F4F-89CC-C3A7FEEEEAA5}" vid="{088422CC-BB39-473A-8192-AA507A799B38}"/>
    </a:ext>
  </a:extLst>
</a:theme>
</file>

<file path=ppt/theme/theme2.xml><?xml version="1.0" encoding="utf-8"?>
<a:theme xmlns:a="http://schemas.openxmlformats.org/drawingml/2006/main" name="5_Divider Slide">
  <a:themeElements>
    <a:clrScheme name="TCS New Color Palette">
      <a:dk1>
        <a:sysClr val="windowText" lastClr="000000"/>
      </a:dk1>
      <a:lt1>
        <a:sysClr val="window" lastClr="FFFFFF"/>
      </a:lt1>
      <a:dk2>
        <a:srgbClr val="1E2323"/>
      </a:dk2>
      <a:lt2>
        <a:srgbClr val="F4F3F9"/>
      </a:lt2>
      <a:accent1>
        <a:srgbClr val="64E6E1"/>
      </a:accent1>
      <a:accent2>
        <a:srgbClr val="007DC5"/>
      </a:accent2>
      <a:accent3>
        <a:srgbClr val="4D2F9E"/>
      </a:accent3>
      <a:accent4>
        <a:srgbClr val="BE0046"/>
      </a:accent4>
      <a:accent5>
        <a:srgbClr val="EB5000"/>
      </a:accent5>
      <a:accent6>
        <a:srgbClr val="FFE600"/>
      </a:accent6>
      <a:hlink>
        <a:srgbClr val="007DC5"/>
      </a:hlink>
      <a:folHlink>
        <a:srgbClr val="005B9C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TCS White">
      <a:srgbClr val="F4F3F9"/>
    </a:custClr>
    <a:custClr name="TCS Black">
      <a:srgbClr val="1E2323"/>
    </a:custClr>
    <a:custClr name="TCS Pink">
      <a:srgbClr val="F03782"/>
    </a:custClr>
    <a:custClr name="TCS Green 1">
      <a:srgbClr val="00ACAC"/>
    </a:custClr>
    <a:custClr name="TCS Green 2">
      <a:srgbClr val="1ACFCF"/>
    </a:custClr>
    <a:custClr name="TCS Green 3">
      <a:srgbClr val="64E6E1"/>
    </a:custClr>
    <a:custClr name="TCS Green 4">
      <a:srgbClr val="83EBE7"/>
    </a:custClr>
    <a:custClr name="TCS Green 5">
      <a:srgbClr val="A2F0ED"/>
    </a:custClr>
    <a:custClr name="TCS Green 6">
      <a:srgbClr val="C1F5F3"/>
    </a:custClr>
    <a:custClr name="TCS Blue 1">
      <a:srgbClr val="154B8C"/>
    </a:custClr>
    <a:custClr name="TCS Blue 2">
      <a:srgbClr val="005B9C"/>
    </a:custClr>
    <a:custClr name="TCS Blue 3">
      <a:srgbClr val="007DC5"/>
    </a:custClr>
    <a:custClr name="TCS Blue 4">
      <a:srgbClr val="47A3EB"/>
    </a:custClr>
    <a:custClr name="TCS Blue 5">
      <a:srgbClr val="75BAF0"/>
    </a:custClr>
    <a:custClr name="TCS Blue 6">
      <a:srgbClr val="A3D1F5"/>
    </a:custClr>
    <a:custClr name="TCS Purple 1">
      <a:srgbClr val="4D0092"/>
    </a:custClr>
    <a:custClr name="TCS Purple 2">
      <a:srgbClr val="4D129E"/>
    </a:custClr>
    <a:custClr name="TCS Purple 3">
      <a:srgbClr val="4D2F9E"/>
    </a:custClr>
    <a:custClr name="TCS Purple 4">
      <a:srgbClr val="7159B1"/>
    </a:custClr>
    <a:custClr name="TCS Purple 5">
      <a:srgbClr val="9482C5"/>
    </a:custClr>
    <a:custClr name="TCS Purple 6">
      <a:srgbClr val="B8ACD8"/>
    </a:custClr>
    <a:custClr name="TCS Magenta 1">
      <a:srgbClr val="8F0035"/>
    </a:custClr>
    <a:custClr name="TCS Magenta 2">
      <a:srgbClr val="A30046"/>
    </a:custClr>
    <a:custClr name="TCS Magenta 3">
      <a:srgbClr val="BE0046"/>
    </a:custClr>
    <a:custClr name="TCS Magenta 4">
      <a:srgbClr val="CB336B"/>
    </a:custClr>
    <a:custClr name="TCS Magenta 5">
      <a:srgbClr val="D86690"/>
    </a:custClr>
    <a:custClr name="TCS Magenta 6">
      <a:srgbClr val="E599B5"/>
    </a:custClr>
    <a:custClr name="TCS Orange 1">
      <a:srgbClr val="B03C00"/>
    </a:custClr>
    <a:custClr name="TCS Orange 2">
      <a:srgbClr val="CD5000"/>
    </a:custClr>
    <a:custClr name="TCS Orange 3">
      <a:srgbClr val="EB5000"/>
    </a:custClr>
    <a:custClr name="TCS Orange 4">
      <a:srgbClr val="EF7333"/>
    </a:custClr>
    <a:custClr name="TCS Orange 5">
      <a:srgbClr val="F39666"/>
    </a:custClr>
    <a:custClr name="TCS Orange 6">
      <a:srgbClr val="F7B999"/>
    </a:custClr>
    <a:custClr name="TCS Yellow 1">
      <a:srgbClr val="FFBC00"/>
    </a:custClr>
    <a:custClr name="TCS Yellow 2">
      <a:srgbClr val="FFD300"/>
    </a:custClr>
    <a:custClr name="TCS Yellow 3">
      <a:srgbClr val="FFE600"/>
    </a:custClr>
    <a:custClr name="TCS Yellow 4">
      <a:srgbClr val="FFEB33"/>
    </a:custClr>
    <a:custClr name="TCS Yellow 5">
      <a:srgbClr val="FFF066"/>
    </a:custClr>
    <a:custClr name="TCS Yellow 6">
      <a:srgbClr val="FFF599"/>
    </a:custClr>
  </a:custClrLst>
  <a:extLst>
    <a:ext uri="{05A4C25C-085E-4340-85A3-A5531E510DB2}">
      <thm15:themeFamily xmlns:thm15="http://schemas.microsoft.com/office/thememl/2012/main" name="TCS Building on belief PPT template" id="{DDDA585A-DC68-4F4F-89CC-C3A7FEEEEAA5}" vid="{088422CC-BB39-473A-8192-AA507A799B38}"/>
    </a:ext>
  </a:extLst>
</a:theme>
</file>

<file path=ppt/theme/theme3.xml><?xml version="1.0" encoding="utf-8"?>
<a:theme xmlns:a="http://schemas.openxmlformats.org/drawingml/2006/main" name="3_Black no copy">
  <a:themeElements>
    <a:clrScheme name="TCS New Color Palette">
      <a:dk1>
        <a:sysClr val="windowText" lastClr="000000"/>
      </a:dk1>
      <a:lt1>
        <a:sysClr val="window" lastClr="FFFFFF"/>
      </a:lt1>
      <a:dk2>
        <a:srgbClr val="1E2323"/>
      </a:dk2>
      <a:lt2>
        <a:srgbClr val="F4F3F9"/>
      </a:lt2>
      <a:accent1>
        <a:srgbClr val="64E6E1"/>
      </a:accent1>
      <a:accent2>
        <a:srgbClr val="007DC5"/>
      </a:accent2>
      <a:accent3>
        <a:srgbClr val="4D2F9E"/>
      </a:accent3>
      <a:accent4>
        <a:srgbClr val="BE0046"/>
      </a:accent4>
      <a:accent5>
        <a:srgbClr val="EB5000"/>
      </a:accent5>
      <a:accent6>
        <a:srgbClr val="FFE600"/>
      </a:accent6>
      <a:hlink>
        <a:srgbClr val="007DC5"/>
      </a:hlink>
      <a:folHlink>
        <a:srgbClr val="005B9C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TCS White">
      <a:srgbClr val="F4F3F9"/>
    </a:custClr>
    <a:custClr name="TCS Black">
      <a:srgbClr val="1E2323"/>
    </a:custClr>
    <a:custClr name="TCS Pink">
      <a:srgbClr val="F03782"/>
    </a:custClr>
    <a:custClr name="TCS Green 1">
      <a:srgbClr val="00ACAC"/>
    </a:custClr>
    <a:custClr name="TCS Green 2">
      <a:srgbClr val="1ACFCF"/>
    </a:custClr>
    <a:custClr name="TCS Green 3">
      <a:srgbClr val="64E6E1"/>
    </a:custClr>
    <a:custClr name="TCS Green 4">
      <a:srgbClr val="83EBE7"/>
    </a:custClr>
    <a:custClr name="TCS Green 5">
      <a:srgbClr val="A2F0ED"/>
    </a:custClr>
    <a:custClr name="TCS Green 6">
      <a:srgbClr val="C1F5F3"/>
    </a:custClr>
    <a:custClr name="TCS Blue 1">
      <a:srgbClr val="154B8C"/>
    </a:custClr>
    <a:custClr name="TCS Blue 2">
      <a:srgbClr val="005B9C"/>
    </a:custClr>
    <a:custClr name="TCS Blue 3">
      <a:srgbClr val="007DC5"/>
    </a:custClr>
    <a:custClr name="TCS Blue 4">
      <a:srgbClr val="47A3EB"/>
    </a:custClr>
    <a:custClr name="TCS Blue 5">
      <a:srgbClr val="75BAF0"/>
    </a:custClr>
    <a:custClr name="TCS Blue 6">
      <a:srgbClr val="A3D1F5"/>
    </a:custClr>
    <a:custClr name="TCS Purple 1">
      <a:srgbClr val="4D0092"/>
    </a:custClr>
    <a:custClr name="TCS Purple 2">
      <a:srgbClr val="4D129E"/>
    </a:custClr>
    <a:custClr name="TCS Purple 3">
      <a:srgbClr val="4D2F9E"/>
    </a:custClr>
    <a:custClr name="TCS Purple 4">
      <a:srgbClr val="7159B1"/>
    </a:custClr>
    <a:custClr name="TCS Purple 5">
      <a:srgbClr val="9482C5"/>
    </a:custClr>
    <a:custClr name="TCS Purple 6">
      <a:srgbClr val="B8ACD8"/>
    </a:custClr>
    <a:custClr name="TCS Magenta 1">
      <a:srgbClr val="8F0035"/>
    </a:custClr>
    <a:custClr name="TCS Magenta 2">
      <a:srgbClr val="A30046"/>
    </a:custClr>
    <a:custClr name="TCS Magenta 3">
      <a:srgbClr val="BE0046"/>
    </a:custClr>
    <a:custClr name="TCS Magenta 4">
      <a:srgbClr val="CB336B"/>
    </a:custClr>
    <a:custClr name="TCS Magenta 5">
      <a:srgbClr val="D86690"/>
    </a:custClr>
    <a:custClr name="TCS Magenta 6">
      <a:srgbClr val="E599B5"/>
    </a:custClr>
    <a:custClr name="TCS Orange 1">
      <a:srgbClr val="B03C00"/>
    </a:custClr>
    <a:custClr name="TCS Orange 2">
      <a:srgbClr val="CD5000"/>
    </a:custClr>
    <a:custClr name="TCS Orange 3">
      <a:srgbClr val="EB5000"/>
    </a:custClr>
    <a:custClr name="TCS Orange 4">
      <a:srgbClr val="EF7333"/>
    </a:custClr>
    <a:custClr name="TCS Orange 5">
      <a:srgbClr val="F39666"/>
    </a:custClr>
    <a:custClr name="TCS Orange 6">
      <a:srgbClr val="F7B999"/>
    </a:custClr>
    <a:custClr name="TCS Yellow 1">
      <a:srgbClr val="FFBC00"/>
    </a:custClr>
    <a:custClr name="TCS Yellow 2">
      <a:srgbClr val="FFD300"/>
    </a:custClr>
    <a:custClr name="TCS Yellow 3">
      <a:srgbClr val="FFE600"/>
    </a:custClr>
    <a:custClr name="TCS Yellow 4">
      <a:srgbClr val="FFEB33"/>
    </a:custClr>
    <a:custClr name="TCS Yellow 5">
      <a:srgbClr val="FFF066"/>
    </a:custClr>
    <a:custClr name="TCS Yellow 6">
      <a:srgbClr val="FFF599"/>
    </a:custClr>
  </a:custClrLst>
  <a:extLst>
    <a:ext uri="{05A4C25C-085E-4340-85A3-A5531E510DB2}">
      <thm15:themeFamily xmlns:thm15="http://schemas.microsoft.com/office/thememl/2012/main" name="TCS Building on belief PPT template" id="{DDDA585A-DC68-4F4F-89CC-C3A7FEEEEAA5}" vid="{088422CC-BB39-473A-8192-AA507A799B38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D1DB3D4-06BA-F942-80A9-8CBBB6E245F2}">
  <we:reference id="wa200005566" version="3.0.0.2" store="en-GB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247CF1232A8E4982CD7DC7C0EBFFE3" ma:contentTypeVersion="8" ma:contentTypeDescription="Create a new document." ma:contentTypeScope="" ma:versionID="c9f1d6afc89fd2b56c0298e0769e145a">
  <xsd:schema xmlns:xsd="http://www.w3.org/2001/XMLSchema" xmlns:xs="http://www.w3.org/2001/XMLSchema" xmlns:p="http://schemas.microsoft.com/office/2006/metadata/properties" xmlns:ns2="44f045db-b4d6-499d-a91d-050512997c54" targetNamespace="http://schemas.microsoft.com/office/2006/metadata/properties" ma:root="true" ma:fieldsID="0cb28846aaa6f1f4033919bfab92da26" ns2:_="">
    <xsd:import namespace="44f045db-b4d6-499d-a91d-050512997c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f045db-b4d6-499d-a91d-050512997c5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477E1B8-A717-45E5-AA96-8C3239FEDFC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13E66B4-70F6-42D5-98E3-946D8E3D6893}">
  <ds:schemaRefs>
    <ds:schemaRef ds:uri="http://purl.org/dc/elements/1.1/"/>
    <ds:schemaRef ds:uri="http://schemas.microsoft.com/office/2006/documentManagement/types"/>
    <ds:schemaRef ds:uri="670e8559-a7ef-4293-a43a-abdb3b2d807a"/>
    <ds:schemaRef ds:uri="http://schemas.microsoft.com/office/2006/metadata/properties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555d49c2-4700-4ceb-94fc-4f737d553bf1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F42ACCC-CBC7-447E-9B63-A1EAE7DC3303}"/>
</file>

<file path=docMetadata/LabelInfo.xml><?xml version="1.0" encoding="utf-8"?>
<clbl:labelList xmlns:clbl="http://schemas.microsoft.com/office/2020/mipLabelMetadata">
  <clbl:label id="{404b1967-6507-45ab-8a6d-7374a3f478be}" enabled="0" method="" siteId="{404b1967-6507-45ab-8a6d-7374a3f478b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461</TotalTime>
  <Words>36453</Words>
  <Application>Microsoft Office PowerPoint</Application>
  <PresentationFormat>On-screen Show (16:9)</PresentationFormat>
  <Paragraphs>6797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2_Content Slides</vt:lpstr>
      <vt:lpstr>5_Divider Slide</vt:lpstr>
      <vt:lpstr>3_Black no copy</vt:lpstr>
      <vt:lpstr>PEP 8 (Python Enhancement Proposals)</vt:lpstr>
      <vt:lpstr>Rules</vt:lpstr>
      <vt:lpstr>Code Layout</vt:lpstr>
      <vt:lpstr>Code Layout contd...</vt:lpstr>
      <vt:lpstr>Code Layout contd...</vt:lpstr>
      <vt:lpstr>Code Layout contd... </vt:lpstr>
      <vt:lpstr>Code Layout contd...</vt:lpstr>
      <vt:lpstr>String Quotes</vt:lpstr>
      <vt:lpstr>WhiteSpace in Expressions &amp; Statements</vt:lpstr>
      <vt:lpstr>WhiteSpace in Expressions &amp; Statements contd...</vt:lpstr>
      <vt:lpstr>WhiteSpace in Expressions &amp; Statements contd... </vt:lpstr>
      <vt:lpstr>When to use trailing commas</vt:lpstr>
      <vt:lpstr>Comments</vt:lpstr>
      <vt:lpstr>Naming Conventions</vt:lpstr>
      <vt:lpstr>Naming Conventions</vt:lpstr>
      <vt:lpstr>Programming Recommendations</vt:lpstr>
      <vt:lpstr>Programming Recommendations</vt:lpstr>
      <vt:lpstr>Try it now!</vt:lpstr>
      <vt:lpstr>Linters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Marina Frozino</dc:creator>
  <cp:lastModifiedBy>Sundararaman S.</cp:lastModifiedBy>
  <cp:revision>768</cp:revision>
  <dcterms:created xsi:type="dcterms:W3CDTF">2020-05-22T15:09:27Z</dcterms:created>
  <dcterms:modified xsi:type="dcterms:W3CDTF">2025-11-12T06:37:15Z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0x010100F7247CF1232A8E4982CD7DC7C0EBFFE3</vt:lpwstr>
  </property>
  <property fmtid="{D5CDD505-2E9C-101B-9397-08002B2CF9AE}" pid="3" name="MediaServiceImageTags">
    <vt:lpwstr/>
  </property>
</Properties>
</file>