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AE2C36-DE29-AA64-56DB-030106344F1D}" v="1" dt="2025-11-05T10:17:27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Ahmed Razha Khan" userId="S::2566286@tcs.com::2e14843e-875e-4d8f-95fa-af12f10f433e" providerId="AD" clId="Web-{35AE2C36-DE29-AA64-56DB-030106344F1D}"/>
    <pc:docChg chg="modSld">
      <pc:chgData name="Shaik Ahmed Razha Khan" userId="S::2566286@tcs.com::2e14843e-875e-4d8f-95fa-af12f10f433e" providerId="AD" clId="Web-{35AE2C36-DE29-AA64-56DB-030106344F1D}" dt="2025-11-05T10:17:27.955" v="0" actId="1076"/>
      <pc:docMkLst>
        <pc:docMk/>
      </pc:docMkLst>
      <pc:sldChg chg="modSp">
        <pc:chgData name="Shaik Ahmed Razha Khan" userId="S::2566286@tcs.com::2e14843e-875e-4d8f-95fa-af12f10f433e" providerId="AD" clId="Web-{35AE2C36-DE29-AA64-56DB-030106344F1D}" dt="2025-11-05T10:17:27.955" v="0" actId="1076"/>
        <pc:sldMkLst>
          <pc:docMk/>
          <pc:sldMk cId="0" sldId="257"/>
        </pc:sldMkLst>
        <pc:picChg chg="mod">
          <ac:chgData name="Shaik Ahmed Razha Khan" userId="S::2566286@tcs.com::2e14843e-875e-4d8f-95fa-af12f10f433e" providerId="AD" clId="Web-{35AE2C36-DE29-AA64-56DB-030106344F1D}" dt="2025-11-05T10:17:27.955" v="0" actId="1076"/>
          <ac:picMkLst>
            <pc:docMk/>
            <pc:sldMk cId="0" sldId="257"/>
            <ac:picMk id="10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c25eecdef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6c25eecdef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c25eecdef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6c25eecdef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c25eecdef_2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g36c25eecdef_2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c25eecdef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6c25eecdef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c25eecdef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6c25eecdef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c25eecdef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6c25eecdef_2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c25eecdef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6c25eecdef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c25eecdef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6c25eecdef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c25eecdef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6c25eecdef_2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c25eecdef_2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36c25eecdef_2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c25eecdef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36c25eecdef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6c25eecdef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6c25eecdef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c25eecdef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36c25eecdef_2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c25eecde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6c25eecde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c25eecdef_2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6c25eecdef_2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Screenshot 2025-07-01 at 9.21.55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5" title="Screenshot 2025-07-01 at 9.23.43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724225" cy="8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6" title="Screenshot 2025-06-30 at 11.20.00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316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6" title="Screenshot 2025-07-01 at 8.35.5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8500" y="0"/>
            <a:ext cx="2235500" cy="496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13" name="Google Shape;113;p27" title="Screenshot 2025-06-30 at 11.21.1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7" title="Screenshot 2025-07-01 at 8.35.5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9050" y="0"/>
            <a:ext cx="2235500" cy="49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8" title="Screenshot 2025-07-01 at 9.02.44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225" y="0"/>
            <a:ext cx="76657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Screenshot 2025-07-01 at 9.02.54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00" y="45800"/>
            <a:ext cx="2930749" cy="24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9" title="Screenshot 2025-07-01 at 9.03.05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8075" y="45800"/>
            <a:ext cx="3014850" cy="243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 title="Screenshot 2025-07-01 at 9.03.16 A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825" y="2571750"/>
            <a:ext cx="7876450" cy="23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 title="Screenshot 2025-07-01 at 9.07.01 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4450" y="137375"/>
            <a:ext cx="2637151" cy="23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30" title="Screenshot 2025-07-01 at 8.47.26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0688" y="206975"/>
            <a:ext cx="7482623" cy="483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1" title="Screenshot 2025-07-01 at 8.50.14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843151" cy="28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1" title="Screenshot 2025-07-01 at 8.51.3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4725" y="66525"/>
            <a:ext cx="2996051" cy="269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1" title="Screenshot 2025-07-01 at 8.50.41 A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10125" y="2918325"/>
            <a:ext cx="5613522" cy="20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2" title="Screenshot 2025-06-30 at 11.20.26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2" title="Screenshot 2025-07-01 at 8.35.5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8500" y="0"/>
            <a:ext cx="2235500" cy="57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3" title="Screenshot 2025-07-01 at 8.41.17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04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4" title="Screenshot 2025-07-01 at 8.43.06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850" y="0"/>
            <a:ext cx="695722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Screenshot 2025-07-01 at 8.54.39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0"/>
            <a:ext cx="8839199" cy="83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 title="Screenshot 2025-07-01 at 8.55.1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171700"/>
            <a:ext cx="2775401" cy="280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 title="Screenshot 2025-07-01 at 8.55.31 A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07675" y="1135047"/>
            <a:ext cx="2683425" cy="28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5" title="Screenshot 2025-07-01 at 8.55.39 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70975" y="1196390"/>
            <a:ext cx="3020625" cy="2714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6" title="Screenshot 2025-06-30 at 11.22.13 P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085373" cy="49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6" title="Screenshot 2025-07-01 at 8.35.59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9875" y="0"/>
            <a:ext cx="2235500" cy="49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 title="Screenshot 2025-07-01 at 9.36.05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121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7" title="Screenshot 2025-07-01 at 9.36.13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277450"/>
            <a:ext cx="2573562" cy="362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7" title="Screenshot 2025-07-01 at 9.36.24 A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25962" y="1332425"/>
            <a:ext cx="2197330" cy="362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7" title="Screenshot 2025-07-01 at 9.36.35 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9350" y="1478775"/>
            <a:ext cx="3352076" cy="332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8" title="Screenshot 2025-07-01 at 9.41.09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7550" y="134075"/>
            <a:ext cx="3254624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8" title="Screenshot 2025-07-01 at 9.41.51 A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75" y="1062025"/>
            <a:ext cx="2164575" cy="1394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8" title="Screenshot 2025-07-01 at 9.42.03 A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6200" y="1042901"/>
            <a:ext cx="2057325" cy="13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8" title="Screenshot 2025-07-01 at 9.42.15 AM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18400" y="3012825"/>
            <a:ext cx="2164568" cy="139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8" title="Screenshot 2025-07-01 at 9.42.28 AM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06600" y="961281"/>
            <a:ext cx="2848351" cy="369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9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247CF1232A8E4982CD7DC7C0EBFFE3" ma:contentTypeVersion="8" ma:contentTypeDescription="Create a new document." ma:contentTypeScope="" ma:versionID="c9f1d6afc89fd2b56c0298e0769e145a">
  <xsd:schema xmlns:xsd="http://www.w3.org/2001/XMLSchema" xmlns:xs="http://www.w3.org/2001/XMLSchema" xmlns:p="http://schemas.microsoft.com/office/2006/metadata/properties" xmlns:ns2="44f045db-b4d6-499d-a91d-050512997c54" targetNamespace="http://schemas.microsoft.com/office/2006/metadata/properties" ma:root="true" ma:fieldsID="0cb28846aaa6f1f4033919bfab92da26" ns2:_="">
    <xsd:import namespace="44f045db-b4d6-499d-a91d-050512997c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f045db-b4d6-499d-a91d-050512997c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716997-063F-4577-A00F-764E7C5F6C3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C6BC50-E464-433D-BC53-3C3DF4E975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D25E4A-1A30-4607-AF31-49275A65D82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</cp:revision>
  <dcterms:modified xsi:type="dcterms:W3CDTF">2025-11-05T10:17:28Z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0x010100F7247CF1232A8E4982CD7DC7C0EBFFE3</vt:lpwstr>
  </property>
</Properties>
</file>